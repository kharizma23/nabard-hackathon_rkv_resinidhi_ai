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3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92" r:id="rId18"/>
    <p:sldId id="291" r:id="rId19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1"/>
    </p:embeddedFont>
    <p:embeddedFont>
      <p:font typeface="Karla" pitchFamily="2" charset="0"/>
      <p:regular r:id="rId22"/>
      <p:bold r:id="rId23"/>
      <p:italic r:id="rId24"/>
      <p:boldItalic r:id="rId25"/>
    </p:embeddedFont>
    <p:embeddedFont>
      <p:font typeface="Karla Medium" pitchFamily="2" charset="0"/>
      <p:regular r:id="rId26"/>
      <p:bold r:id="rId27"/>
      <p:italic r:id="rId28"/>
      <p:boldItalic r:id="rId29"/>
    </p:embeddedFont>
    <p:embeddedFont>
      <p:font typeface="Nunito Light" pitchFamily="2" charset="0"/>
      <p:regular r:id="rId30"/>
      <p:italic r:id="rId31"/>
    </p:embeddedFont>
    <p:embeddedFont>
      <p:font typeface="Playfair Display" panose="00000500000000000000" pitchFamily="2" charset="0"/>
      <p:regular r:id="rId32"/>
      <p:bold r:id="rId33"/>
      <p:italic r:id="rId34"/>
      <p:boldItalic r:id="rId35"/>
    </p:embeddedFont>
    <p:embeddedFont>
      <p:font typeface="Playfair Display Medium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18D3D9-5946-4E9C-A4AC-5AE8BB55D127}">
  <a:tblStyle styleId="{E418D3D9-5946-4E9C-A4AC-5AE8BB55D1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B398A1E-6A6C-4AEC-870C-A8E673292A7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e41881f765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e41881f765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e425b32a29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e425b32a29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e425b32a2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e425b32a2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e41881f765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e41881f765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e41881f765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e41881f765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54327af29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54327af29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>
          <a:extLst>
            <a:ext uri="{FF2B5EF4-FFF2-40B4-BE49-F238E27FC236}">
              <a16:creationId xmlns:a16="http://schemas.microsoft.com/office/drawing/2014/main" id="{A617C002-751D-C86F-A6FD-459B6977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54327af290_0_0:notes">
            <a:extLst>
              <a:ext uri="{FF2B5EF4-FFF2-40B4-BE49-F238E27FC236}">
                <a16:creationId xmlns:a16="http://schemas.microsoft.com/office/drawing/2014/main" id="{4623E00B-8829-F030-9734-470919B910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54327af290_0_0:notes">
            <a:extLst>
              <a:ext uri="{FF2B5EF4-FFF2-40B4-BE49-F238E27FC236}">
                <a16:creationId xmlns:a16="http://schemas.microsoft.com/office/drawing/2014/main" id="{2ED61708-9310-C406-ED78-F42964BDC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0617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54327af29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54327af29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54327af29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54327af29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54327af29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54327af29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54327af290_0_27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54327af290_0_27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54327af29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54327af290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54327af29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54327af29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54327af290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54327af290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54327af290_0_27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54327af290_0_27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>
          <a:extLst>
            <a:ext uri="{FF2B5EF4-FFF2-40B4-BE49-F238E27FC236}">
              <a16:creationId xmlns:a16="http://schemas.microsoft.com/office/drawing/2014/main" id="{C3C23751-0321-D0C5-8976-EA11F2A0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54327af290_0_27793:notes">
            <a:extLst>
              <a:ext uri="{FF2B5EF4-FFF2-40B4-BE49-F238E27FC236}">
                <a16:creationId xmlns:a16="http://schemas.microsoft.com/office/drawing/2014/main" id="{249C91B6-9578-8FA8-8485-47B0EF3B8F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54327af290_0_27793:notes">
            <a:extLst>
              <a:ext uri="{FF2B5EF4-FFF2-40B4-BE49-F238E27FC236}">
                <a16:creationId xmlns:a16="http://schemas.microsoft.com/office/drawing/2014/main" id="{D3C1461B-575A-3F39-945E-CEDE71428A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40052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54327af290_0_27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54327af290_0_27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132500" y="1483250"/>
            <a:ext cx="5666700" cy="161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186500" y="3169748"/>
            <a:ext cx="56667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latin typeface="Karla Medium"/>
                <a:ea typeface="Karla Medium"/>
                <a:cs typeface="Karla Medium"/>
                <a:sym typeface="Karla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242053" y="227597"/>
            <a:ext cx="8669395" cy="5073285"/>
            <a:chOff x="242053" y="227597"/>
            <a:chExt cx="8669395" cy="5073285"/>
          </a:xfrm>
        </p:grpSpPr>
        <p:sp>
          <p:nvSpPr>
            <p:cNvPr id="13" name="Google Shape;13;p2"/>
            <p:cNvSpPr/>
            <p:nvPr/>
          </p:nvSpPr>
          <p:spPr>
            <a:xfrm rot="-4872794">
              <a:off x="6351695" y="3996833"/>
              <a:ext cx="833633" cy="920526"/>
            </a:xfrm>
            <a:custGeom>
              <a:avLst/>
              <a:gdLst/>
              <a:ahLst/>
              <a:cxnLst/>
              <a:rect l="l" t="t" r="r" b="b"/>
              <a:pathLst>
                <a:path w="31717" h="35023" extrusionOk="0">
                  <a:moveTo>
                    <a:pt x="15108" y="455"/>
                  </a:moveTo>
                  <a:cubicBezTo>
                    <a:pt x="15716" y="2482"/>
                    <a:pt x="15896" y="4576"/>
                    <a:pt x="15693" y="6693"/>
                  </a:cubicBezTo>
                  <a:cubicBezTo>
                    <a:pt x="15603" y="7458"/>
                    <a:pt x="15491" y="8179"/>
                    <a:pt x="15356" y="8922"/>
                  </a:cubicBezTo>
                  <a:cubicBezTo>
                    <a:pt x="14613" y="7639"/>
                    <a:pt x="13937" y="6378"/>
                    <a:pt x="13217" y="5117"/>
                  </a:cubicBezTo>
                  <a:cubicBezTo>
                    <a:pt x="14252" y="3946"/>
                    <a:pt x="14928" y="2482"/>
                    <a:pt x="15063" y="861"/>
                  </a:cubicBezTo>
                  <a:cubicBezTo>
                    <a:pt x="15063" y="726"/>
                    <a:pt x="15108" y="590"/>
                    <a:pt x="15108" y="455"/>
                  </a:cubicBezTo>
                  <a:close/>
                  <a:moveTo>
                    <a:pt x="15333" y="636"/>
                  </a:moveTo>
                  <a:lnTo>
                    <a:pt x="15333" y="636"/>
                  </a:lnTo>
                  <a:cubicBezTo>
                    <a:pt x="16932" y="2009"/>
                    <a:pt x="18553" y="3653"/>
                    <a:pt x="18936" y="5792"/>
                  </a:cubicBezTo>
                  <a:cubicBezTo>
                    <a:pt x="18643" y="5995"/>
                    <a:pt x="18418" y="6265"/>
                    <a:pt x="18170" y="6535"/>
                  </a:cubicBezTo>
                  <a:cubicBezTo>
                    <a:pt x="17855" y="6805"/>
                    <a:pt x="17540" y="7121"/>
                    <a:pt x="17247" y="7391"/>
                  </a:cubicBezTo>
                  <a:cubicBezTo>
                    <a:pt x="16684" y="7909"/>
                    <a:pt x="16121" y="8449"/>
                    <a:pt x="15558" y="8922"/>
                  </a:cubicBezTo>
                  <a:cubicBezTo>
                    <a:pt x="15671" y="8449"/>
                    <a:pt x="15739" y="7931"/>
                    <a:pt x="15806" y="7436"/>
                  </a:cubicBezTo>
                  <a:cubicBezTo>
                    <a:pt x="16076" y="5297"/>
                    <a:pt x="16031" y="3090"/>
                    <a:pt x="15446" y="1018"/>
                  </a:cubicBezTo>
                  <a:cubicBezTo>
                    <a:pt x="15401" y="861"/>
                    <a:pt x="15356" y="748"/>
                    <a:pt x="15333" y="636"/>
                  </a:cubicBezTo>
                  <a:close/>
                  <a:moveTo>
                    <a:pt x="18981" y="5905"/>
                  </a:moveTo>
                  <a:cubicBezTo>
                    <a:pt x="18959" y="5972"/>
                    <a:pt x="18981" y="6017"/>
                    <a:pt x="18981" y="6085"/>
                  </a:cubicBezTo>
                  <a:cubicBezTo>
                    <a:pt x="19071" y="6693"/>
                    <a:pt x="19004" y="7323"/>
                    <a:pt x="18981" y="7931"/>
                  </a:cubicBezTo>
                  <a:cubicBezTo>
                    <a:pt x="18959" y="8562"/>
                    <a:pt x="18981" y="9170"/>
                    <a:pt x="19116" y="9755"/>
                  </a:cubicBezTo>
                  <a:cubicBezTo>
                    <a:pt x="19274" y="10386"/>
                    <a:pt x="19499" y="10994"/>
                    <a:pt x="19634" y="11624"/>
                  </a:cubicBezTo>
                  <a:cubicBezTo>
                    <a:pt x="19747" y="12097"/>
                    <a:pt x="19769" y="12547"/>
                    <a:pt x="19747" y="13020"/>
                  </a:cubicBezTo>
                  <a:cubicBezTo>
                    <a:pt x="17923" y="13921"/>
                    <a:pt x="16054" y="14754"/>
                    <a:pt x="14140" y="15475"/>
                  </a:cubicBezTo>
                  <a:cubicBezTo>
                    <a:pt x="13915" y="15565"/>
                    <a:pt x="13689" y="15655"/>
                    <a:pt x="13442" y="15722"/>
                  </a:cubicBezTo>
                  <a:cubicBezTo>
                    <a:pt x="13329" y="15790"/>
                    <a:pt x="13194" y="15812"/>
                    <a:pt x="13081" y="15880"/>
                  </a:cubicBezTo>
                  <a:lnTo>
                    <a:pt x="13036" y="15880"/>
                  </a:lnTo>
                  <a:cubicBezTo>
                    <a:pt x="13419" y="15159"/>
                    <a:pt x="13712" y="14461"/>
                    <a:pt x="14027" y="13763"/>
                  </a:cubicBezTo>
                  <a:cubicBezTo>
                    <a:pt x="14680" y="12277"/>
                    <a:pt x="15176" y="10701"/>
                    <a:pt x="15513" y="9080"/>
                  </a:cubicBezTo>
                  <a:cubicBezTo>
                    <a:pt x="16144" y="8562"/>
                    <a:pt x="16752" y="8021"/>
                    <a:pt x="17382" y="7458"/>
                  </a:cubicBezTo>
                  <a:cubicBezTo>
                    <a:pt x="17698" y="7166"/>
                    <a:pt x="17990" y="6895"/>
                    <a:pt x="18306" y="6580"/>
                  </a:cubicBezTo>
                  <a:cubicBezTo>
                    <a:pt x="18531" y="6355"/>
                    <a:pt x="18778" y="6152"/>
                    <a:pt x="18981" y="5905"/>
                  </a:cubicBezTo>
                  <a:close/>
                  <a:moveTo>
                    <a:pt x="13149" y="5229"/>
                  </a:moveTo>
                  <a:lnTo>
                    <a:pt x="15356" y="9125"/>
                  </a:lnTo>
                  <a:cubicBezTo>
                    <a:pt x="15063" y="10431"/>
                    <a:pt x="14658" y="11759"/>
                    <a:pt x="14140" y="13020"/>
                  </a:cubicBezTo>
                  <a:cubicBezTo>
                    <a:pt x="13757" y="14034"/>
                    <a:pt x="13284" y="15002"/>
                    <a:pt x="12789" y="15948"/>
                  </a:cubicBezTo>
                  <a:cubicBezTo>
                    <a:pt x="12766" y="15948"/>
                    <a:pt x="12721" y="15948"/>
                    <a:pt x="12699" y="15925"/>
                  </a:cubicBezTo>
                  <a:cubicBezTo>
                    <a:pt x="12676" y="15903"/>
                    <a:pt x="12676" y="15835"/>
                    <a:pt x="12654" y="15812"/>
                  </a:cubicBezTo>
                  <a:cubicBezTo>
                    <a:pt x="12451" y="15317"/>
                    <a:pt x="12226" y="14822"/>
                    <a:pt x="12023" y="14326"/>
                  </a:cubicBezTo>
                  <a:cubicBezTo>
                    <a:pt x="11595" y="13336"/>
                    <a:pt x="11190" y="12322"/>
                    <a:pt x="10762" y="11309"/>
                  </a:cubicBezTo>
                  <a:cubicBezTo>
                    <a:pt x="10312" y="10251"/>
                    <a:pt x="9861" y="9147"/>
                    <a:pt x="9411" y="8066"/>
                  </a:cubicBezTo>
                  <a:cubicBezTo>
                    <a:pt x="10289" y="7436"/>
                    <a:pt x="11280" y="6828"/>
                    <a:pt x="12113" y="6197"/>
                  </a:cubicBezTo>
                  <a:cubicBezTo>
                    <a:pt x="12473" y="5905"/>
                    <a:pt x="12811" y="5567"/>
                    <a:pt x="13149" y="5229"/>
                  </a:cubicBezTo>
                  <a:close/>
                  <a:moveTo>
                    <a:pt x="9298" y="8156"/>
                  </a:moveTo>
                  <a:cubicBezTo>
                    <a:pt x="10177" y="10206"/>
                    <a:pt x="11010" y="12277"/>
                    <a:pt x="11888" y="14349"/>
                  </a:cubicBezTo>
                  <a:cubicBezTo>
                    <a:pt x="12113" y="14867"/>
                    <a:pt x="12316" y="15385"/>
                    <a:pt x="12541" y="15903"/>
                  </a:cubicBezTo>
                  <a:cubicBezTo>
                    <a:pt x="12564" y="15993"/>
                    <a:pt x="12631" y="16105"/>
                    <a:pt x="12699" y="16128"/>
                  </a:cubicBezTo>
                  <a:cubicBezTo>
                    <a:pt x="12136" y="17186"/>
                    <a:pt x="11505" y="18267"/>
                    <a:pt x="10830" y="19280"/>
                  </a:cubicBezTo>
                  <a:cubicBezTo>
                    <a:pt x="9771" y="20789"/>
                    <a:pt x="8623" y="22253"/>
                    <a:pt x="7362" y="23604"/>
                  </a:cubicBezTo>
                  <a:cubicBezTo>
                    <a:pt x="7024" y="22140"/>
                    <a:pt x="6686" y="20676"/>
                    <a:pt x="6349" y="19258"/>
                  </a:cubicBezTo>
                  <a:cubicBezTo>
                    <a:pt x="6011" y="17749"/>
                    <a:pt x="5673" y="16263"/>
                    <a:pt x="5313" y="14777"/>
                  </a:cubicBezTo>
                  <a:cubicBezTo>
                    <a:pt x="5538" y="14529"/>
                    <a:pt x="5718" y="14259"/>
                    <a:pt x="5898" y="13989"/>
                  </a:cubicBezTo>
                  <a:cubicBezTo>
                    <a:pt x="6506" y="12998"/>
                    <a:pt x="6686" y="11872"/>
                    <a:pt x="7114" y="10814"/>
                  </a:cubicBezTo>
                  <a:cubicBezTo>
                    <a:pt x="7565" y="9688"/>
                    <a:pt x="8375" y="8854"/>
                    <a:pt x="9298" y="8156"/>
                  </a:cubicBezTo>
                  <a:close/>
                  <a:moveTo>
                    <a:pt x="19724" y="13133"/>
                  </a:moveTo>
                  <a:cubicBezTo>
                    <a:pt x="19724" y="13245"/>
                    <a:pt x="19724" y="13336"/>
                    <a:pt x="19679" y="13448"/>
                  </a:cubicBezTo>
                  <a:cubicBezTo>
                    <a:pt x="19567" y="14079"/>
                    <a:pt x="19341" y="14642"/>
                    <a:pt x="19004" y="15159"/>
                  </a:cubicBezTo>
                  <a:cubicBezTo>
                    <a:pt x="18666" y="15700"/>
                    <a:pt x="18283" y="16218"/>
                    <a:pt x="17968" y="16781"/>
                  </a:cubicBezTo>
                  <a:cubicBezTo>
                    <a:pt x="17472" y="17726"/>
                    <a:pt x="17315" y="18807"/>
                    <a:pt x="16909" y="19776"/>
                  </a:cubicBezTo>
                  <a:cubicBezTo>
                    <a:pt x="15693" y="20271"/>
                    <a:pt x="14500" y="20789"/>
                    <a:pt x="13329" y="21307"/>
                  </a:cubicBezTo>
                  <a:cubicBezTo>
                    <a:pt x="12068" y="21825"/>
                    <a:pt x="10762" y="22365"/>
                    <a:pt x="9479" y="22883"/>
                  </a:cubicBezTo>
                  <a:cubicBezTo>
                    <a:pt x="8848" y="23131"/>
                    <a:pt x="8240" y="23356"/>
                    <a:pt x="7610" y="23604"/>
                  </a:cubicBezTo>
                  <a:cubicBezTo>
                    <a:pt x="8645" y="22455"/>
                    <a:pt x="9636" y="21239"/>
                    <a:pt x="10537" y="19978"/>
                  </a:cubicBezTo>
                  <a:cubicBezTo>
                    <a:pt x="11415" y="18740"/>
                    <a:pt x="12226" y="17411"/>
                    <a:pt x="12924" y="16060"/>
                  </a:cubicBezTo>
                  <a:cubicBezTo>
                    <a:pt x="12969" y="16038"/>
                    <a:pt x="13014" y="16038"/>
                    <a:pt x="13036" y="16015"/>
                  </a:cubicBezTo>
                  <a:cubicBezTo>
                    <a:pt x="13194" y="15948"/>
                    <a:pt x="13329" y="15903"/>
                    <a:pt x="13487" y="15835"/>
                  </a:cubicBezTo>
                  <a:cubicBezTo>
                    <a:pt x="14500" y="15475"/>
                    <a:pt x="15558" y="15047"/>
                    <a:pt x="16527" y="14642"/>
                  </a:cubicBezTo>
                  <a:cubicBezTo>
                    <a:pt x="17607" y="14191"/>
                    <a:pt x="18666" y="13673"/>
                    <a:pt x="19724" y="13133"/>
                  </a:cubicBezTo>
                  <a:close/>
                  <a:moveTo>
                    <a:pt x="31141" y="20519"/>
                  </a:moveTo>
                  <a:lnTo>
                    <a:pt x="31141" y="20519"/>
                  </a:lnTo>
                  <a:cubicBezTo>
                    <a:pt x="30915" y="20901"/>
                    <a:pt x="30713" y="21307"/>
                    <a:pt x="30465" y="21667"/>
                  </a:cubicBezTo>
                  <a:cubicBezTo>
                    <a:pt x="30127" y="22140"/>
                    <a:pt x="29790" y="22590"/>
                    <a:pt x="29407" y="23041"/>
                  </a:cubicBezTo>
                  <a:cubicBezTo>
                    <a:pt x="29001" y="23491"/>
                    <a:pt x="28619" y="23941"/>
                    <a:pt x="28191" y="24369"/>
                  </a:cubicBezTo>
                  <a:cubicBezTo>
                    <a:pt x="28506" y="23333"/>
                    <a:pt x="28754" y="22253"/>
                    <a:pt x="28911" y="21194"/>
                  </a:cubicBezTo>
                  <a:cubicBezTo>
                    <a:pt x="29058" y="21205"/>
                    <a:pt x="29193" y="21211"/>
                    <a:pt x="29320" y="21211"/>
                  </a:cubicBezTo>
                  <a:cubicBezTo>
                    <a:pt x="29446" y="21211"/>
                    <a:pt x="29564" y="21205"/>
                    <a:pt x="29677" y="21194"/>
                  </a:cubicBezTo>
                  <a:cubicBezTo>
                    <a:pt x="30217" y="21127"/>
                    <a:pt x="30713" y="20901"/>
                    <a:pt x="31118" y="20541"/>
                  </a:cubicBezTo>
                  <a:lnTo>
                    <a:pt x="31141" y="20519"/>
                  </a:lnTo>
                  <a:close/>
                  <a:moveTo>
                    <a:pt x="31253" y="20676"/>
                  </a:moveTo>
                  <a:cubicBezTo>
                    <a:pt x="30983" y="22253"/>
                    <a:pt x="30420" y="23806"/>
                    <a:pt x="29699" y="25270"/>
                  </a:cubicBezTo>
                  <a:cubicBezTo>
                    <a:pt x="29204" y="25045"/>
                    <a:pt x="28686" y="24820"/>
                    <a:pt x="28191" y="24617"/>
                  </a:cubicBezTo>
                  <a:cubicBezTo>
                    <a:pt x="28574" y="24234"/>
                    <a:pt x="28979" y="23829"/>
                    <a:pt x="29317" y="23446"/>
                  </a:cubicBezTo>
                  <a:cubicBezTo>
                    <a:pt x="30037" y="22635"/>
                    <a:pt x="30780" y="21690"/>
                    <a:pt x="31253" y="20676"/>
                  </a:cubicBezTo>
                  <a:close/>
                  <a:moveTo>
                    <a:pt x="16909" y="19843"/>
                  </a:moveTo>
                  <a:lnTo>
                    <a:pt x="16819" y="20001"/>
                  </a:lnTo>
                  <a:cubicBezTo>
                    <a:pt x="16234" y="21194"/>
                    <a:pt x="15018" y="21847"/>
                    <a:pt x="14005" y="22635"/>
                  </a:cubicBezTo>
                  <a:cubicBezTo>
                    <a:pt x="13464" y="23018"/>
                    <a:pt x="13014" y="23469"/>
                    <a:pt x="12631" y="23986"/>
                  </a:cubicBezTo>
                  <a:cubicBezTo>
                    <a:pt x="12181" y="24504"/>
                    <a:pt x="11753" y="25067"/>
                    <a:pt x="11212" y="25518"/>
                  </a:cubicBezTo>
                  <a:cubicBezTo>
                    <a:pt x="10154" y="26396"/>
                    <a:pt x="8826" y="26914"/>
                    <a:pt x="7497" y="27251"/>
                  </a:cubicBezTo>
                  <a:cubicBezTo>
                    <a:pt x="6259" y="27589"/>
                    <a:pt x="4975" y="27814"/>
                    <a:pt x="3669" y="27882"/>
                  </a:cubicBezTo>
                  <a:cubicBezTo>
                    <a:pt x="3444" y="27927"/>
                    <a:pt x="3241" y="27927"/>
                    <a:pt x="3016" y="27927"/>
                  </a:cubicBezTo>
                  <a:cubicBezTo>
                    <a:pt x="4007" y="27161"/>
                    <a:pt x="4975" y="26306"/>
                    <a:pt x="5898" y="25405"/>
                  </a:cubicBezTo>
                  <a:cubicBezTo>
                    <a:pt x="6439" y="24910"/>
                    <a:pt x="6912" y="24392"/>
                    <a:pt x="7407" y="23874"/>
                  </a:cubicBezTo>
                  <a:cubicBezTo>
                    <a:pt x="9974" y="22883"/>
                    <a:pt x="12518" y="21847"/>
                    <a:pt x="15040" y="20721"/>
                  </a:cubicBezTo>
                  <a:cubicBezTo>
                    <a:pt x="15671" y="20429"/>
                    <a:pt x="16279" y="20158"/>
                    <a:pt x="16909" y="19843"/>
                  </a:cubicBezTo>
                  <a:close/>
                  <a:moveTo>
                    <a:pt x="26874" y="20833"/>
                  </a:moveTo>
                  <a:cubicBezTo>
                    <a:pt x="27306" y="20833"/>
                    <a:pt x="27737" y="20911"/>
                    <a:pt x="28168" y="21014"/>
                  </a:cubicBezTo>
                  <a:cubicBezTo>
                    <a:pt x="28393" y="21082"/>
                    <a:pt x="28641" y="21127"/>
                    <a:pt x="28866" y="21172"/>
                  </a:cubicBezTo>
                  <a:cubicBezTo>
                    <a:pt x="28686" y="22298"/>
                    <a:pt x="28439" y="23423"/>
                    <a:pt x="28078" y="24504"/>
                  </a:cubicBezTo>
                  <a:cubicBezTo>
                    <a:pt x="27718" y="24887"/>
                    <a:pt x="27335" y="25225"/>
                    <a:pt x="26975" y="25563"/>
                  </a:cubicBezTo>
                  <a:cubicBezTo>
                    <a:pt x="25759" y="26621"/>
                    <a:pt x="24408" y="27522"/>
                    <a:pt x="23012" y="28310"/>
                  </a:cubicBezTo>
                  <a:cubicBezTo>
                    <a:pt x="23237" y="27747"/>
                    <a:pt x="23507" y="27206"/>
                    <a:pt x="23732" y="26689"/>
                  </a:cubicBezTo>
                  <a:cubicBezTo>
                    <a:pt x="24025" y="26036"/>
                    <a:pt x="24295" y="25405"/>
                    <a:pt x="24565" y="24775"/>
                  </a:cubicBezTo>
                  <a:cubicBezTo>
                    <a:pt x="25083" y="23491"/>
                    <a:pt x="25624" y="22230"/>
                    <a:pt x="26052" y="20969"/>
                  </a:cubicBezTo>
                  <a:cubicBezTo>
                    <a:pt x="26187" y="20879"/>
                    <a:pt x="26322" y="20856"/>
                    <a:pt x="26479" y="20856"/>
                  </a:cubicBezTo>
                  <a:cubicBezTo>
                    <a:pt x="26611" y="20841"/>
                    <a:pt x="26743" y="20833"/>
                    <a:pt x="26874" y="20833"/>
                  </a:cubicBezTo>
                  <a:close/>
                  <a:moveTo>
                    <a:pt x="28101" y="24707"/>
                  </a:moveTo>
                  <a:cubicBezTo>
                    <a:pt x="28641" y="24932"/>
                    <a:pt x="29137" y="25157"/>
                    <a:pt x="29654" y="25383"/>
                  </a:cubicBezTo>
                  <a:cubicBezTo>
                    <a:pt x="29429" y="25900"/>
                    <a:pt x="29137" y="26396"/>
                    <a:pt x="28866" y="26914"/>
                  </a:cubicBezTo>
                  <a:cubicBezTo>
                    <a:pt x="28191" y="28107"/>
                    <a:pt x="27448" y="29301"/>
                    <a:pt x="26322" y="30134"/>
                  </a:cubicBezTo>
                  <a:cubicBezTo>
                    <a:pt x="26277" y="30179"/>
                    <a:pt x="26254" y="30201"/>
                    <a:pt x="26187" y="30246"/>
                  </a:cubicBezTo>
                  <a:cubicBezTo>
                    <a:pt x="25624" y="29931"/>
                    <a:pt x="25061" y="29661"/>
                    <a:pt x="24520" y="29346"/>
                  </a:cubicBezTo>
                  <a:cubicBezTo>
                    <a:pt x="24003" y="29075"/>
                    <a:pt x="23485" y="28738"/>
                    <a:pt x="22922" y="28467"/>
                  </a:cubicBezTo>
                  <a:cubicBezTo>
                    <a:pt x="24160" y="27814"/>
                    <a:pt x="25376" y="27026"/>
                    <a:pt x="26502" y="26126"/>
                  </a:cubicBezTo>
                  <a:cubicBezTo>
                    <a:pt x="27065" y="25653"/>
                    <a:pt x="27605" y="25180"/>
                    <a:pt x="28101" y="24707"/>
                  </a:cubicBezTo>
                  <a:close/>
                  <a:moveTo>
                    <a:pt x="25962" y="20969"/>
                  </a:moveTo>
                  <a:cubicBezTo>
                    <a:pt x="25421" y="22208"/>
                    <a:pt x="24948" y="23469"/>
                    <a:pt x="24408" y="24707"/>
                  </a:cubicBezTo>
                  <a:cubicBezTo>
                    <a:pt x="24160" y="25337"/>
                    <a:pt x="23890" y="25945"/>
                    <a:pt x="23597" y="26598"/>
                  </a:cubicBezTo>
                  <a:cubicBezTo>
                    <a:pt x="23349" y="27184"/>
                    <a:pt x="23102" y="27814"/>
                    <a:pt x="22787" y="28400"/>
                  </a:cubicBezTo>
                  <a:cubicBezTo>
                    <a:pt x="22201" y="28715"/>
                    <a:pt x="21593" y="29008"/>
                    <a:pt x="20985" y="29278"/>
                  </a:cubicBezTo>
                  <a:cubicBezTo>
                    <a:pt x="19792" y="29773"/>
                    <a:pt x="18553" y="30201"/>
                    <a:pt x="17315" y="30472"/>
                  </a:cubicBezTo>
                  <a:lnTo>
                    <a:pt x="17315" y="30449"/>
                  </a:lnTo>
                  <a:cubicBezTo>
                    <a:pt x="17427" y="30134"/>
                    <a:pt x="17607" y="29864"/>
                    <a:pt x="17743" y="29571"/>
                  </a:cubicBezTo>
                  <a:cubicBezTo>
                    <a:pt x="17878" y="29278"/>
                    <a:pt x="18035" y="28963"/>
                    <a:pt x="18193" y="28648"/>
                  </a:cubicBezTo>
                  <a:lnTo>
                    <a:pt x="19049" y="26779"/>
                  </a:lnTo>
                  <a:cubicBezTo>
                    <a:pt x="19319" y="26148"/>
                    <a:pt x="19634" y="25518"/>
                    <a:pt x="19859" y="24842"/>
                  </a:cubicBezTo>
                  <a:cubicBezTo>
                    <a:pt x="19972" y="24820"/>
                    <a:pt x="20062" y="24775"/>
                    <a:pt x="20129" y="24729"/>
                  </a:cubicBezTo>
                  <a:cubicBezTo>
                    <a:pt x="20737" y="24437"/>
                    <a:pt x="21255" y="24054"/>
                    <a:pt x="21773" y="23649"/>
                  </a:cubicBezTo>
                  <a:cubicBezTo>
                    <a:pt x="22764" y="22861"/>
                    <a:pt x="23687" y="21960"/>
                    <a:pt x="24813" y="21397"/>
                  </a:cubicBezTo>
                  <a:cubicBezTo>
                    <a:pt x="25173" y="21194"/>
                    <a:pt x="25579" y="21059"/>
                    <a:pt x="25962" y="20969"/>
                  </a:cubicBezTo>
                  <a:close/>
                  <a:moveTo>
                    <a:pt x="2310" y="29662"/>
                  </a:moveTo>
                  <a:cubicBezTo>
                    <a:pt x="3548" y="29662"/>
                    <a:pt x="4819" y="30011"/>
                    <a:pt x="6011" y="30201"/>
                  </a:cubicBezTo>
                  <a:cubicBezTo>
                    <a:pt x="6565" y="30282"/>
                    <a:pt x="7143" y="30347"/>
                    <a:pt x="7716" y="30347"/>
                  </a:cubicBezTo>
                  <a:cubicBezTo>
                    <a:pt x="8099" y="30347"/>
                    <a:pt x="8479" y="30318"/>
                    <a:pt x="8848" y="30246"/>
                  </a:cubicBezTo>
                  <a:cubicBezTo>
                    <a:pt x="8916" y="30246"/>
                    <a:pt x="8938" y="30224"/>
                    <a:pt x="8983" y="30224"/>
                  </a:cubicBezTo>
                  <a:lnTo>
                    <a:pt x="8758" y="30449"/>
                  </a:lnTo>
                  <a:cubicBezTo>
                    <a:pt x="8690" y="30539"/>
                    <a:pt x="8600" y="30652"/>
                    <a:pt x="8488" y="30719"/>
                  </a:cubicBezTo>
                  <a:cubicBezTo>
                    <a:pt x="8420" y="30787"/>
                    <a:pt x="8308" y="30877"/>
                    <a:pt x="8285" y="30967"/>
                  </a:cubicBezTo>
                  <a:cubicBezTo>
                    <a:pt x="8263" y="30989"/>
                    <a:pt x="8263" y="31012"/>
                    <a:pt x="8263" y="31034"/>
                  </a:cubicBezTo>
                  <a:cubicBezTo>
                    <a:pt x="8150" y="31034"/>
                    <a:pt x="8037" y="31012"/>
                    <a:pt x="7925" y="31012"/>
                  </a:cubicBezTo>
                  <a:cubicBezTo>
                    <a:pt x="5651" y="30764"/>
                    <a:pt x="3421" y="30336"/>
                    <a:pt x="1192" y="29773"/>
                  </a:cubicBezTo>
                  <a:cubicBezTo>
                    <a:pt x="1560" y="29695"/>
                    <a:pt x="1933" y="29662"/>
                    <a:pt x="2310" y="29662"/>
                  </a:cubicBezTo>
                  <a:close/>
                  <a:moveTo>
                    <a:pt x="19747" y="24910"/>
                  </a:moveTo>
                  <a:lnTo>
                    <a:pt x="19747" y="24910"/>
                  </a:lnTo>
                  <a:cubicBezTo>
                    <a:pt x="19544" y="25292"/>
                    <a:pt x="19409" y="25720"/>
                    <a:pt x="19206" y="26126"/>
                  </a:cubicBezTo>
                  <a:cubicBezTo>
                    <a:pt x="18981" y="26598"/>
                    <a:pt x="18756" y="27094"/>
                    <a:pt x="18553" y="27589"/>
                  </a:cubicBezTo>
                  <a:cubicBezTo>
                    <a:pt x="18103" y="28558"/>
                    <a:pt x="17653" y="29526"/>
                    <a:pt x="17180" y="30494"/>
                  </a:cubicBezTo>
                  <a:cubicBezTo>
                    <a:pt x="15626" y="30877"/>
                    <a:pt x="14027" y="31057"/>
                    <a:pt x="12428" y="31147"/>
                  </a:cubicBezTo>
                  <a:cubicBezTo>
                    <a:pt x="13352" y="29683"/>
                    <a:pt x="14275" y="28220"/>
                    <a:pt x="15108" y="26711"/>
                  </a:cubicBezTo>
                  <a:cubicBezTo>
                    <a:pt x="16144" y="26148"/>
                    <a:pt x="17292" y="25810"/>
                    <a:pt x="18418" y="25405"/>
                  </a:cubicBezTo>
                  <a:cubicBezTo>
                    <a:pt x="18868" y="25270"/>
                    <a:pt x="19296" y="25090"/>
                    <a:pt x="19747" y="24910"/>
                  </a:cubicBezTo>
                  <a:close/>
                  <a:moveTo>
                    <a:pt x="14974" y="26795"/>
                  </a:moveTo>
                  <a:cubicBezTo>
                    <a:pt x="14148" y="28290"/>
                    <a:pt x="13298" y="29763"/>
                    <a:pt x="12316" y="31147"/>
                  </a:cubicBezTo>
                  <a:cubicBezTo>
                    <a:pt x="11969" y="31166"/>
                    <a:pt x="11618" y="31174"/>
                    <a:pt x="11266" y="31174"/>
                  </a:cubicBezTo>
                  <a:cubicBezTo>
                    <a:pt x="10338" y="31174"/>
                    <a:pt x="9396" y="31116"/>
                    <a:pt x="8465" y="31034"/>
                  </a:cubicBezTo>
                  <a:cubicBezTo>
                    <a:pt x="8488" y="30877"/>
                    <a:pt x="8803" y="30652"/>
                    <a:pt x="8871" y="30539"/>
                  </a:cubicBezTo>
                  <a:cubicBezTo>
                    <a:pt x="9028" y="30404"/>
                    <a:pt x="9141" y="30291"/>
                    <a:pt x="9253" y="30111"/>
                  </a:cubicBezTo>
                  <a:cubicBezTo>
                    <a:pt x="10222" y="29886"/>
                    <a:pt x="11122" y="29391"/>
                    <a:pt x="11978" y="28828"/>
                  </a:cubicBezTo>
                  <a:cubicBezTo>
                    <a:pt x="12991" y="28152"/>
                    <a:pt x="13915" y="27409"/>
                    <a:pt x="14950" y="26801"/>
                  </a:cubicBezTo>
                  <a:cubicBezTo>
                    <a:pt x="14950" y="26801"/>
                    <a:pt x="14962" y="26801"/>
                    <a:pt x="14974" y="26795"/>
                  </a:cubicBezTo>
                  <a:close/>
                  <a:moveTo>
                    <a:pt x="22787" y="28535"/>
                  </a:moveTo>
                  <a:cubicBezTo>
                    <a:pt x="23327" y="28873"/>
                    <a:pt x="23890" y="29120"/>
                    <a:pt x="24453" y="29413"/>
                  </a:cubicBezTo>
                  <a:cubicBezTo>
                    <a:pt x="25016" y="29683"/>
                    <a:pt x="25534" y="29999"/>
                    <a:pt x="26074" y="30291"/>
                  </a:cubicBezTo>
                  <a:cubicBezTo>
                    <a:pt x="25016" y="31102"/>
                    <a:pt x="23710" y="31642"/>
                    <a:pt x="22494" y="32228"/>
                  </a:cubicBezTo>
                  <a:cubicBezTo>
                    <a:pt x="21751" y="32588"/>
                    <a:pt x="20985" y="32948"/>
                    <a:pt x="20242" y="33331"/>
                  </a:cubicBezTo>
                  <a:lnTo>
                    <a:pt x="18733" y="31980"/>
                  </a:lnTo>
                  <a:cubicBezTo>
                    <a:pt x="18486" y="31710"/>
                    <a:pt x="18193" y="31462"/>
                    <a:pt x="17945" y="31215"/>
                  </a:cubicBezTo>
                  <a:lnTo>
                    <a:pt x="17607" y="30877"/>
                  </a:lnTo>
                  <a:lnTo>
                    <a:pt x="17427" y="30697"/>
                  </a:lnTo>
                  <a:lnTo>
                    <a:pt x="17360" y="30629"/>
                  </a:lnTo>
                  <a:cubicBezTo>
                    <a:pt x="19229" y="30134"/>
                    <a:pt x="21075" y="29458"/>
                    <a:pt x="22787" y="28535"/>
                  </a:cubicBezTo>
                  <a:close/>
                  <a:moveTo>
                    <a:pt x="832" y="29886"/>
                  </a:moveTo>
                  <a:lnTo>
                    <a:pt x="832" y="29886"/>
                  </a:lnTo>
                  <a:cubicBezTo>
                    <a:pt x="3286" y="30517"/>
                    <a:pt x="5786" y="30989"/>
                    <a:pt x="8308" y="31215"/>
                  </a:cubicBezTo>
                  <a:lnTo>
                    <a:pt x="8398" y="31372"/>
                  </a:lnTo>
                  <a:lnTo>
                    <a:pt x="8735" y="32048"/>
                  </a:lnTo>
                  <a:cubicBezTo>
                    <a:pt x="9163" y="32903"/>
                    <a:pt x="9614" y="33782"/>
                    <a:pt x="10064" y="34592"/>
                  </a:cubicBezTo>
                  <a:lnTo>
                    <a:pt x="9726" y="34592"/>
                  </a:lnTo>
                  <a:cubicBezTo>
                    <a:pt x="9163" y="34525"/>
                    <a:pt x="8623" y="34367"/>
                    <a:pt x="8082" y="34142"/>
                  </a:cubicBezTo>
                  <a:cubicBezTo>
                    <a:pt x="7002" y="33647"/>
                    <a:pt x="6011" y="32903"/>
                    <a:pt x="5020" y="32250"/>
                  </a:cubicBezTo>
                  <a:cubicBezTo>
                    <a:pt x="3872" y="31530"/>
                    <a:pt x="2656" y="30787"/>
                    <a:pt x="1417" y="30201"/>
                  </a:cubicBezTo>
                  <a:cubicBezTo>
                    <a:pt x="1215" y="30089"/>
                    <a:pt x="989" y="29999"/>
                    <a:pt x="832" y="29886"/>
                  </a:cubicBezTo>
                  <a:close/>
                  <a:moveTo>
                    <a:pt x="8488" y="31237"/>
                  </a:moveTo>
                  <a:lnTo>
                    <a:pt x="8488" y="31237"/>
                  </a:lnTo>
                  <a:cubicBezTo>
                    <a:pt x="9365" y="31314"/>
                    <a:pt x="10253" y="31349"/>
                    <a:pt x="11136" y="31349"/>
                  </a:cubicBezTo>
                  <a:cubicBezTo>
                    <a:pt x="11546" y="31349"/>
                    <a:pt x="11954" y="31341"/>
                    <a:pt x="12361" y="31327"/>
                  </a:cubicBezTo>
                  <a:cubicBezTo>
                    <a:pt x="12811" y="31890"/>
                    <a:pt x="13307" y="32431"/>
                    <a:pt x="13757" y="32994"/>
                  </a:cubicBezTo>
                  <a:cubicBezTo>
                    <a:pt x="13982" y="33264"/>
                    <a:pt x="14207" y="33579"/>
                    <a:pt x="14455" y="33849"/>
                  </a:cubicBezTo>
                  <a:cubicBezTo>
                    <a:pt x="14658" y="34097"/>
                    <a:pt x="14838" y="34345"/>
                    <a:pt x="15040" y="34592"/>
                  </a:cubicBezTo>
                  <a:cubicBezTo>
                    <a:pt x="14455" y="34457"/>
                    <a:pt x="13892" y="34300"/>
                    <a:pt x="13329" y="34277"/>
                  </a:cubicBezTo>
                  <a:cubicBezTo>
                    <a:pt x="13213" y="34264"/>
                    <a:pt x="13098" y="34259"/>
                    <a:pt x="12983" y="34259"/>
                  </a:cubicBezTo>
                  <a:cubicBezTo>
                    <a:pt x="12498" y="34259"/>
                    <a:pt x="12028" y="34357"/>
                    <a:pt x="11573" y="34412"/>
                  </a:cubicBezTo>
                  <a:cubicBezTo>
                    <a:pt x="11122" y="34502"/>
                    <a:pt x="10672" y="34592"/>
                    <a:pt x="10199" y="34592"/>
                  </a:cubicBezTo>
                  <a:cubicBezTo>
                    <a:pt x="9839" y="33804"/>
                    <a:pt x="9411" y="33039"/>
                    <a:pt x="9028" y="32273"/>
                  </a:cubicBezTo>
                  <a:cubicBezTo>
                    <a:pt x="8938" y="32093"/>
                    <a:pt x="8826" y="31890"/>
                    <a:pt x="8735" y="31710"/>
                  </a:cubicBezTo>
                  <a:cubicBezTo>
                    <a:pt x="8690" y="31642"/>
                    <a:pt x="8645" y="31530"/>
                    <a:pt x="8600" y="31440"/>
                  </a:cubicBezTo>
                  <a:cubicBezTo>
                    <a:pt x="8578" y="31372"/>
                    <a:pt x="8510" y="31327"/>
                    <a:pt x="8488" y="31237"/>
                  </a:cubicBezTo>
                  <a:close/>
                  <a:moveTo>
                    <a:pt x="17180" y="30652"/>
                  </a:moveTo>
                  <a:cubicBezTo>
                    <a:pt x="18103" y="31575"/>
                    <a:pt x="19071" y="32498"/>
                    <a:pt x="20084" y="33376"/>
                  </a:cubicBezTo>
                  <a:cubicBezTo>
                    <a:pt x="19612" y="33624"/>
                    <a:pt x="19116" y="33849"/>
                    <a:pt x="18621" y="34097"/>
                  </a:cubicBezTo>
                  <a:cubicBezTo>
                    <a:pt x="18035" y="34390"/>
                    <a:pt x="17405" y="34660"/>
                    <a:pt x="16729" y="34750"/>
                  </a:cubicBezTo>
                  <a:cubicBezTo>
                    <a:pt x="16600" y="34766"/>
                    <a:pt x="16473" y="34773"/>
                    <a:pt x="16346" y="34773"/>
                  </a:cubicBezTo>
                  <a:cubicBezTo>
                    <a:pt x="15942" y="34773"/>
                    <a:pt x="15547" y="34700"/>
                    <a:pt x="15153" y="34615"/>
                  </a:cubicBezTo>
                  <a:cubicBezTo>
                    <a:pt x="14928" y="34367"/>
                    <a:pt x="14770" y="34074"/>
                    <a:pt x="14545" y="33804"/>
                  </a:cubicBezTo>
                  <a:cubicBezTo>
                    <a:pt x="14320" y="33489"/>
                    <a:pt x="14050" y="33196"/>
                    <a:pt x="13825" y="32903"/>
                  </a:cubicBezTo>
                  <a:cubicBezTo>
                    <a:pt x="13374" y="32363"/>
                    <a:pt x="12969" y="31823"/>
                    <a:pt x="12473" y="31282"/>
                  </a:cubicBezTo>
                  <a:lnTo>
                    <a:pt x="13757" y="31215"/>
                  </a:lnTo>
                  <a:cubicBezTo>
                    <a:pt x="14905" y="31102"/>
                    <a:pt x="16054" y="30922"/>
                    <a:pt x="17180" y="30652"/>
                  </a:cubicBezTo>
                  <a:close/>
                  <a:moveTo>
                    <a:pt x="15041" y="1"/>
                  </a:moveTo>
                  <a:cubicBezTo>
                    <a:pt x="14955" y="1"/>
                    <a:pt x="14860" y="59"/>
                    <a:pt x="14860" y="140"/>
                  </a:cubicBezTo>
                  <a:cubicBezTo>
                    <a:pt x="14905" y="2324"/>
                    <a:pt x="14005" y="4396"/>
                    <a:pt x="12316" y="5792"/>
                  </a:cubicBezTo>
                  <a:cubicBezTo>
                    <a:pt x="10582" y="7256"/>
                    <a:pt x="8218" y="8134"/>
                    <a:pt x="7092" y="10206"/>
                  </a:cubicBezTo>
                  <a:cubicBezTo>
                    <a:pt x="6574" y="11219"/>
                    <a:pt x="6416" y="12345"/>
                    <a:pt x="5921" y="13358"/>
                  </a:cubicBezTo>
                  <a:cubicBezTo>
                    <a:pt x="5380" y="14461"/>
                    <a:pt x="4435" y="15250"/>
                    <a:pt x="3692" y="16173"/>
                  </a:cubicBezTo>
                  <a:cubicBezTo>
                    <a:pt x="2453" y="17681"/>
                    <a:pt x="1687" y="19528"/>
                    <a:pt x="1440" y="21442"/>
                  </a:cubicBezTo>
                  <a:cubicBezTo>
                    <a:pt x="1192" y="23356"/>
                    <a:pt x="1417" y="25383"/>
                    <a:pt x="2205" y="27161"/>
                  </a:cubicBezTo>
                  <a:cubicBezTo>
                    <a:pt x="2318" y="27387"/>
                    <a:pt x="2431" y="27589"/>
                    <a:pt x="2543" y="27814"/>
                  </a:cubicBezTo>
                  <a:cubicBezTo>
                    <a:pt x="2574" y="27860"/>
                    <a:pt x="2620" y="27880"/>
                    <a:pt x="2664" y="27880"/>
                  </a:cubicBezTo>
                  <a:cubicBezTo>
                    <a:pt x="2750" y="27880"/>
                    <a:pt x="2828" y="27806"/>
                    <a:pt x="2768" y="27702"/>
                  </a:cubicBezTo>
                  <a:cubicBezTo>
                    <a:pt x="1868" y="25968"/>
                    <a:pt x="1507" y="23941"/>
                    <a:pt x="1665" y="22005"/>
                  </a:cubicBezTo>
                  <a:cubicBezTo>
                    <a:pt x="1845" y="20068"/>
                    <a:pt x="2521" y="18154"/>
                    <a:pt x="3692" y="16601"/>
                  </a:cubicBezTo>
                  <a:cubicBezTo>
                    <a:pt x="4164" y="15993"/>
                    <a:pt x="4727" y="15452"/>
                    <a:pt x="5245" y="14867"/>
                  </a:cubicBezTo>
                  <a:cubicBezTo>
                    <a:pt x="5561" y="16330"/>
                    <a:pt x="5921" y="17794"/>
                    <a:pt x="6259" y="19213"/>
                  </a:cubicBezTo>
                  <a:cubicBezTo>
                    <a:pt x="6596" y="20721"/>
                    <a:pt x="6934" y="22185"/>
                    <a:pt x="7294" y="23671"/>
                  </a:cubicBezTo>
                  <a:cubicBezTo>
                    <a:pt x="6979" y="24009"/>
                    <a:pt x="6641" y="24347"/>
                    <a:pt x="6349" y="24684"/>
                  </a:cubicBezTo>
                  <a:cubicBezTo>
                    <a:pt x="4682" y="26351"/>
                    <a:pt x="2858" y="27859"/>
                    <a:pt x="899" y="29211"/>
                  </a:cubicBezTo>
                  <a:cubicBezTo>
                    <a:pt x="674" y="29391"/>
                    <a:pt x="426" y="29548"/>
                    <a:pt x="201" y="29728"/>
                  </a:cubicBezTo>
                  <a:cubicBezTo>
                    <a:pt x="0" y="29838"/>
                    <a:pt x="96" y="30007"/>
                    <a:pt x="211" y="30007"/>
                  </a:cubicBezTo>
                  <a:cubicBezTo>
                    <a:pt x="238" y="30007"/>
                    <a:pt x="266" y="29997"/>
                    <a:pt x="291" y="29976"/>
                  </a:cubicBezTo>
                  <a:cubicBezTo>
                    <a:pt x="323" y="29992"/>
                    <a:pt x="366" y="30008"/>
                    <a:pt x="421" y="30008"/>
                  </a:cubicBezTo>
                  <a:cubicBezTo>
                    <a:pt x="443" y="30008"/>
                    <a:pt x="468" y="30005"/>
                    <a:pt x="494" y="29999"/>
                  </a:cubicBezTo>
                  <a:cubicBezTo>
                    <a:pt x="517" y="29976"/>
                    <a:pt x="539" y="29976"/>
                    <a:pt x="607" y="29976"/>
                  </a:cubicBezTo>
                  <a:cubicBezTo>
                    <a:pt x="1800" y="30629"/>
                    <a:pt x="3016" y="31327"/>
                    <a:pt x="4209" y="32048"/>
                  </a:cubicBezTo>
                  <a:cubicBezTo>
                    <a:pt x="5268" y="32701"/>
                    <a:pt x="6281" y="33466"/>
                    <a:pt x="7384" y="34074"/>
                  </a:cubicBezTo>
                  <a:cubicBezTo>
                    <a:pt x="8259" y="34550"/>
                    <a:pt x="9182" y="34849"/>
                    <a:pt x="10167" y="34849"/>
                  </a:cubicBezTo>
                  <a:cubicBezTo>
                    <a:pt x="10348" y="34849"/>
                    <a:pt x="10532" y="34838"/>
                    <a:pt x="10717" y="34817"/>
                  </a:cubicBezTo>
                  <a:cubicBezTo>
                    <a:pt x="11325" y="34727"/>
                    <a:pt x="11933" y="34592"/>
                    <a:pt x="12586" y="34525"/>
                  </a:cubicBezTo>
                  <a:cubicBezTo>
                    <a:pt x="12694" y="34517"/>
                    <a:pt x="12801" y="34513"/>
                    <a:pt x="12907" y="34513"/>
                  </a:cubicBezTo>
                  <a:cubicBezTo>
                    <a:pt x="13401" y="34513"/>
                    <a:pt x="13883" y="34594"/>
                    <a:pt x="14365" y="34705"/>
                  </a:cubicBezTo>
                  <a:cubicBezTo>
                    <a:pt x="14928" y="34817"/>
                    <a:pt x="15491" y="34975"/>
                    <a:pt x="16076" y="35020"/>
                  </a:cubicBezTo>
                  <a:cubicBezTo>
                    <a:pt x="16129" y="35022"/>
                    <a:pt x="16182" y="35023"/>
                    <a:pt x="16234" y="35023"/>
                  </a:cubicBezTo>
                  <a:cubicBezTo>
                    <a:pt x="16805" y="35023"/>
                    <a:pt x="17339" y="34911"/>
                    <a:pt x="17855" y="34705"/>
                  </a:cubicBezTo>
                  <a:cubicBezTo>
                    <a:pt x="18508" y="34457"/>
                    <a:pt x="19161" y="34119"/>
                    <a:pt x="19769" y="33804"/>
                  </a:cubicBezTo>
                  <a:cubicBezTo>
                    <a:pt x="20445" y="33466"/>
                    <a:pt x="21120" y="33151"/>
                    <a:pt x="21796" y="32813"/>
                  </a:cubicBezTo>
                  <a:cubicBezTo>
                    <a:pt x="23102" y="32205"/>
                    <a:pt x="24475" y="31597"/>
                    <a:pt x="25714" y="30854"/>
                  </a:cubicBezTo>
                  <a:cubicBezTo>
                    <a:pt x="26299" y="30472"/>
                    <a:pt x="26862" y="30021"/>
                    <a:pt x="27380" y="29526"/>
                  </a:cubicBezTo>
                  <a:cubicBezTo>
                    <a:pt x="27853" y="29008"/>
                    <a:pt x="28236" y="28445"/>
                    <a:pt x="28596" y="27859"/>
                  </a:cubicBezTo>
                  <a:cubicBezTo>
                    <a:pt x="29925" y="25698"/>
                    <a:pt x="31028" y="23356"/>
                    <a:pt x="31523" y="20856"/>
                  </a:cubicBezTo>
                  <a:cubicBezTo>
                    <a:pt x="31591" y="20541"/>
                    <a:pt x="31636" y="20226"/>
                    <a:pt x="31704" y="19888"/>
                  </a:cubicBezTo>
                  <a:cubicBezTo>
                    <a:pt x="31716" y="19800"/>
                    <a:pt x="31652" y="19754"/>
                    <a:pt x="31584" y="19754"/>
                  </a:cubicBezTo>
                  <a:cubicBezTo>
                    <a:pt x="31531" y="19754"/>
                    <a:pt x="31476" y="19783"/>
                    <a:pt x="31456" y="19843"/>
                  </a:cubicBezTo>
                  <a:cubicBezTo>
                    <a:pt x="31208" y="20384"/>
                    <a:pt x="30758" y="20789"/>
                    <a:pt x="30150" y="20992"/>
                  </a:cubicBezTo>
                  <a:cubicBezTo>
                    <a:pt x="29919" y="21066"/>
                    <a:pt x="29688" y="21094"/>
                    <a:pt x="29456" y="21094"/>
                  </a:cubicBezTo>
                  <a:cubicBezTo>
                    <a:pt x="29125" y="21094"/>
                    <a:pt x="28793" y="21035"/>
                    <a:pt x="28461" y="20969"/>
                  </a:cubicBezTo>
                  <a:cubicBezTo>
                    <a:pt x="27943" y="20856"/>
                    <a:pt x="27403" y="20721"/>
                    <a:pt x="26840" y="20721"/>
                  </a:cubicBezTo>
                  <a:cubicBezTo>
                    <a:pt x="26322" y="20721"/>
                    <a:pt x="25826" y="20856"/>
                    <a:pt x="25331" y="21014"/>
                  </a:cubicBezTo>
                  <a:cubicBezTo>
                    <a:pt x="24250" y="21442"/>
                    <a:pt x="23304" y="22208"/>
                    <a:pt x="22404" y="22928"/>
                  </a:cubicBezTo>
                  <a:cubicBezTo>
                    <a:pt x="21886" y="23356"/>
                    <a:pt x="21368" y="23806"/>
                    <a:pt x="20782" y="24167"/>
                  </a:cubicBezTo>
                  <a:cubicBezTo>
                    <a:pt x="20535" y="24347"/>
                    <a:pt x="20242" y="24482"/>
                    <a:pt x="19972" y="24617"/>
                  </a:cubicBezTo>
                  <a:cubicBezTo>
                    <a:pt x="19972" y="24617"/>
                    <a:pt x="19927" y="24617"/>
                    <a:pt x="19927" y="24662"/>
                  </a:cubicBezTo>
                  <a:cubicBezTo>
                    <a:pt x="19657" y="24797"/>
                    <a:pt x="19341" y="24910"/>
                    <a:pt x="19026" y="25022"/>
                  </a:cubicBezTo>
                  <a:cubicBezTo>
                    <a:pt x="17878" y="25450"/>
                    <a:pt x="16639" y="25720"/>
                    <a:pt x="15513" y="26261"/>
                  </a:cubicBezTo>
                  <a:cubicBezTo>
                    <a:pt x="14455" y="26756"/>
                    <a:pt x="13487" y="27477"/>
                    <a:pt x="12541" y="28152"/>
                  </a:cubicBezTo>
                  <a:cubicBezTo>
                    <a:pt x="11573" y="28828"/>
                    <a:pt x="10582" y="29458"/>
                    <a:pt x="9501" y="29841"/>
                  </a:cubicBezTo>
                  <a:cubicBezTo>
                    <a:pt x="8911" y="30015"/>
                    <a:pt x="8313" y="30086"/>
                    <a:pt x="7717" y="30086"/>
                  </a:cubicBezTo>
                  <a:cubicBezTo>
                    <a:pt x="7312" y="30086"/>
                    <a:pt x="6907" y="30053"/>
                    <a:pt x="6506" y="29999"/>
                  </a:cubicBezTo>
                  <a:cubicBezTo>
                    <a:pt x="5169" y="29812"/>
                    <a:pt x="3793" y="29384"/>
                    <a:pt x="2427" y="29384"/>
                  </a:cubicBezTo>
                  <a:cubicBezTo>
                    <a:pt x="1976" y="29384"/>
                    <a:pt x="1526" y="29431"/>
                    <a:pt x="1079" y="29548"/>
                  </a:cubicBezTo>
                  <a:cubicBezTo>
                    <a:pt x="1057" y="29548"/>
                    <a:pt x="1012" y="29571"/>
                    <a:pt x="989" y="29571"/>
                  </a:cubicBezTo>
                  <a:cubicBezTo>
                    <a:pt x="1642" y="29098"/>
                    <a:pt x="2295" y="28625"/>
                    <a:pt x="2903" y="28152"/>
                  </a:cubicBezTo>
                  <a:cubicBezTo>
                    <a:pt x="4142" y="28152"/>
                    <a:pt x="5403" y="28040"/>
                    <a:pt x="6619" y="27769"/>
                  </a:cubicBezTo>
                  <a:cubicBezTo>
                    <a:pt x="7947" y="27499"/>
                    <a:pt x="9298" y="27094"/>
                    <a:pt x="10447" y="26418"/>
                  </a:cubicBezTo>
                  <a:cubicBezTo>
                    <a:pt x="11032" y="26081"/>
                    <a:pt x="11573" y="25675"/>
                    <a:pt x="12046" y="25157"/>
                  </a:cubicBezTo>
                  <a:cubicBezTo>
                    <a:pt x="12541" y="24617"/>
                    <a:pt x="12946" y="24031"/>
                    <a:pt x="13487" y="23536"/>
                  </a:cubicBezTo>
                  <a:cubicBezTo>
                    <a:pt x="14410" y="22590"/>
                    <a:pt x="15648" y="22027"/>
                    <a:pt x="16527" y="21059"/>
                  </a:cubicBezTo>
                  <a:cubicBezTo>
                    <a:pt x="17337" y="20091"/>
                    <a:pt x="17540" y="18875"/>
                    <a:pt x="17945" y="17726"/>
                  </a:cubicBezTo>
                  <a:cubicBezTo>
                    <a:pt x="18351" y="16488"/>
                    <a:pt x="19364" y="15565"/>
                    <a:pt x="19814" y="14326"/>
                  </a:cubicBezTo>
                  <a:cubicBezTo>
                    <a:pt x="20017" y="13763"/>
                    <a:pt x="20107" y="13200"/>
                    <a:pt x="20107" y="12615"/>
                  </a:cubicBezTo>
                  <a:cubicBezTo>
                    <a:pt x="20107" y="11962"/>
                    <a:pt x="19927" y="11331"/>
                    <a:pt x="19747" y="10723"/>
                  </a:cubicBezTo>
                  <a:cubicBezTo>
                    <a:pt x="19544" y="10070"/>
                    <a:pt x="19364" y="9462"/>
                    <a:pt x="19341" y="8787"/>
                  </a:cubicBezTo>
                  <a:cubicBezTo>
                    <a:pt x="19319" y="8134"/>
                    <a:pt x="19409" y="7458"/>
                    <a:pt x="19409" y="6805"/>
                  </a:cubicBezTo>
                  <a:cubicBezTo>
                    <a:pt x="19409" y="5567"/>
                    <a:pt x="19026" y="4441"/>
                    <a:pt x="18351" y="3405"/>
                  </a:cubicBezTo>
                  <a:cubicBezTo>
                    <a:pt x="17675" y="2369"/>
                    <a:pt x="16774" y="1469"/>
                    <a:pt x="15851" y="636"/>
                  </a:cubicBezTo>
                  <a:cubicBezTo>
                    <a:pt x="15626" y="455"/>
                    <a:pt x="15378" y="230"/>
                    <a:pt x="15131" y="28"/>
                  </a:cubicBezTo>
                  <a:cubicBezTo>
                    <a:pt x="15106" y="9"/>
                    <a:pt x="15074" y="1"/>
                    <a:pt x="1504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42053" y="227597"/>
              <a:ext cx="1526026" cy="695121"/>
            </a:xfrm>
            <a:custGeom>
              <a:avLst/>
              <a:gdLst/>
              <a:ahLst/>
              <a:cxnLst/>
              <a:rect l="l" t="t" r="r" b="b"/>
              <a:pathLst>
                <a:path w="60003" h="27332" extrusionOk="0">
                  <a:moveTo>
                    <a:pt x="59807" y="1"/>
                  </a:moveTo>
                  <a:cubicBezTo>
                    <a:pt x="59772" y="1"/>
                    <a:pt x="59737" y="16"/>
                    <a:pt x="59712" y="53"/>
                  </a:cubicBezTo>
                  <a:cubicBezTo>
                    <a:pt x="57055" y="3498"/>
                    <a:pt x="53475" y="6043"/>
                    <a:pt x="49241" y="7169"/>
                  </a:cubicBezTo>
                  <a:cubicBezTo>
                    <a:pt x="48183" y="7461"/>
                    <a:pt x="47080" y="7641"/>
                    <a:pt x="45954" y="7731"/>
                  </a:cubicBezTo>
                  <a:cubicBezTo>
                    <a:pt x="44670" y="7844"/>
                    <a:pt x="43342" y="7844"/>
                    <a:pt x="42036" y="7979"/>
                  </a:cubicBezTo>
                  <a:cubicBezTo>
                    <a:pt x="39874" y="8204"/>
                    <a:pt x="37915" y="8925"/>
                    <a:pt x="36069" y="10096"/>
                  </a:cubicBezTo>
                  <a:cubicBezTo>
                    <a:pt x="32466" y="12438"/>
                    <a:pt x="29831" y="15950"/>
                    <a:pt x="26724" y="18878"/>
                  </a:cubicBezTo>
                  <a:cubicBezTo>
                    <a:pt x="23346" y="22030"/>
                    <a:pt x="19450" y="24755"/>
                    <a:pt x="14969" y="26173"/>
                  </a:cubicBezTo>
                  <a:cubicBezTo>
                    <a:pt x="12999" y="26792"/>
                    <a:pt x="10897" y="27128"/>
                    <a:pt x="8795" y="27128"/>
                  </a:cubicBezTo>
                  <a:cubicBezTo>
                    <a:pt x="6307" y="27128"/>
                    <a:pt x="3819" y="26658"/>
                    <a:pt x="1549" y="25633"/>
                  </a:cubicBezTo>
                  <a:cubicBezTo>
                    <a:pt x="1031" y="25408"/>
                    <a:pt x="536" y="25160"/>
                    <a:pt x="40" y="24890"/>
                  </a:cubicBezTo>
                  <a:cubicBezTo>
                    <a:pt x="35" y="24879"/>
                    <a:pt x="29" y="24875"/>
                    <a:pt x="25" y="24875"/>
                  </a:cubicBezTo>
                  <a:cubicBezTo>
                    <a:pt x="9" y="24875"/>
                    <a:pt x="1" y="24918"/>
                    <a:pt x="18" y="24935"/>
                  </a:cubicBezTo>
                  <a:cubicBezTo>
                    <a:pt x="2676" y="26595"/>
                    <a:pt x="5733" y="27331"/>
                    <a:pt x="8816" y="27331"/>
                  </a:cubicBezTo>
                  <a:cubicBezTo>
                    <a:pt x="10251" y="27331"/>
                    <a:pt x="11692" y="27172"/>
                    <a:pt x="13100" y="26872"/>
                  </a:cubicBezTo>
                  <a:cubicBezTo>
                    <a:pt x="17627" y="25926"/>
                    <a:pt x="21747" y="23494"/>
                    <a:pt x="25260" y="20522"/>
                  </a:cubicBezTo>
                  <a:cubicBezTo>
                    <a:pt x="26994" y="19058"/>
                    <a:pt x="28570" y="17414"/>
                    <a:pt x="30101" y="15793"/>
                  </a:cubicBezTo>
                  <a:cubicBezTo>
                    <a:pt x="31610" y="14217"/>
                    <a:pt x="33096" y="12640"/>
                    <a:pt x="34808" y="11289"/>
                  </a:cubicBezTo>
                  <a:cubicBezTo>
                    <a:pt x="36474" y="9961"/>
                    <a:pt x="38388" y="8880"/>
                    <a:pt x="40460" y="8429"/>
                  </a:cubicBezTo>
                  <a:cubicBezTo>
                    <a:pt x="42982" y="7912"/>
                    <a:pt x="45594" y="8204"/>
                    <a:pt x="48116" y="7731"/>
                  </a:cubicBezTo>
                  <a:cubicBezTo>
                    <a:pt x="52304" y="6966"/>
                    <a:pt x="56312" y="4692"/>
                    <a:pt x="59037" y="1426"/>
                  </a:cubicBezTo>
                  <a:cubicBezTo>
                    <a:pt x="59374" y="1044"/>
                    <a:pt x="59667" y="616"/>
                    <a:pt x="59937" y="188"/>
                  </a:cubicBezTo>
                  <a:cubicBezTo>
                    <a:pt x="60003" y="106"/>
                    <a:pt x="59902" y="1"/>
                    <a:pt x="5980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2700000" flipH="1">
              <a:off x="7052411" y="4056912"/>
              <a:ext cx="1900375" cy="670241"/>
            </a:xfrm>
            <a:custGeom>
              <a:avLst/>
              <a:gdLst/>
              <a:ahLst/>
              <a:cxnLst/>
              <a:rect l="l" t="t" r="r" b="b"/>
              <a:pathLst>
                <a:path w="77652" h="27387" extrusionOk="0">
                  <a:moveTo>
                    <a:pt x="42758" y="221"/>
                  </a:moveTo>
                  <a:cubicBezTo>
                    <a:pt x="42867" y="221"/>
                    <a:pt x="42977" y="233"/>
                    <a:pt x="43087" y="260"/>
                  </a:cubicBezTo>
                  <a:cubicBezTo>
                    <a:pt x="43785" y="418"/>
                    <a:pt x="44213" y="1116"/>
                    <a:pt x="44303" y="1836"/>
                  </a:cubicBezTo>
                  <a:cubicBezTo>
                    <a:pt x="44506" y="3300"/>
                    <a:pt x="43290" y="4313"/>
                    <a:pt x="42119" y="5011"/>
                  </a:cubicBezTo>
                  <a:cubicBezTo>
                    <a:pt x="41263" y="3998"/>
                    <a:pt x="40610" y="2669"/>
                    <a:pt x="41128" y="1431"/>
                  </a:cubicBezTo>
                  <a:cubicBezTo>
                    <a:pt x="41382" y="766"/>
                    <a:pt x="42043" y="221"/>
                    <a:pt x="42758" y="221"/>
                  </a:cubicBezTo>
                  <a:close/>
                  <a:moveTo>
                    <a:pt x="42786" y="0"/>
                  </a:moveTo>
                  <a:cubicBezTo>
                    <a:pt x="42623" y="0"/>
                    <a:pt x="42453" y="25"/>
                    <a:pt x="42276" y="80"/>
                  </a:cubicBezTo>
                  <a:cubicBezTo>
                    <a:pt x="40745" y="598"/>
                    <a:pt x="40520" y="2354"/>
                    <a:pt x="41038" y="3660"/>
                  </a:cubicBezTo>
                  <a:cubicBezTo>
                    <a:pt x="41263" y="4201"/>
                    <a:pt x="41533" y="4674"/>
                    <a:pt x="41894" y="5124"/>
                  </a:cubicBezTo>
                  <a:cubicBezTo>
                    <a:pt x="41826" y="5169"/>
                    <a:pt x="41736" y="5214"/>
                    <a:pt x="41646" y="5259"/>
                  </a:cubicBezTo>
                  <a:cubicBezTo>
                    <a:pt x="38674" y="6835"/>
                    <a:pt x="35296" y="7376"/>
                    <a:pt x="31963" y="7736"/>
                  </a:cubicBezTo>
                  <a:cubicBezTo>
                    <a:pt x="28698" y="8096"/>
                    <a:pt x="25411" y="8299"/>
                    <a:pt x="22236" y="9110"/>
                  </a:cubicBezTo>
                  <a:cubicBezTo>
                    <a:pt x="19353" y="9853"/>
                    <a:pt x="16629" y="11091"/>
                    <a:pt x="14084" y="12667"/>
                  </a:cubicBezTo>
                  <a:cubicBezTo>
                    <a:pt x="8950" y="15865"/>
                    <a:pt x="4694" y="20413"/>
                    <a:pt x="1294" y="25367"/>
                  </a:cubicBezTo>
                  <a:cubicBezTo>
                    <a:pt x="866" y="25953"/>
                    <a:pt x="461" y="26561"/>
                    <a:pt x="78" y="27191"/>
                  </a:cubicBezTo>
                  <a:cubicBezTo>
                    <a:pt x="1" y="27300"/>
                    <a:pt x="104" y="27387"/>
                    <a:pt x="206" y="27387"/>
                  </a:cubicBezTo>
                  <a:cubicBezTo>
                    <a:pt x="252" y="27387"/>
                    <a:pt x="298" y="27369"/>
                    <a:pt x="326" y="27326"/>
                  </a:cubicBezTo>
                  <a:cubicBezTo>
                    <a:pt x="3771" y="21877"/>
                    <a:pt x="8095" y="16833"/>
                    <a:pt x="13499" y="13275"/>
                  </a:cubicBezTo>
                  <a:cubicBezTo>
                    <a:pt x="16178" y="11541"/>
                    <a:pt x="19083" y="10190"/>
                    <a:pt x="22168" y="9380"/>
                  </a:cubicBezTo>
                  <a:cubicBezTo>
                    <a:pt x="25568" y="8479"/>
                    <a:pt x="29149" y="8321"/>
                    <a:pt x="32639" y="7961"/>
                  </a:cubicBezTo>
                  <a:cubicBezTo>
                    <a:pt x="35881" y="7601"/>
                    <a:pt x="39237" y="7015"/>
                    <a:pt x="42074" y="5372"/>
                  </a:cubicBezTo>
                  <a:cubicBezTo>
                    <a:pt x="42682" y="6070"/>
                    <a:pt x="43447" y="6700"/>
                    <a:pt x="44235" y="7196"/>
                  </a:cubicBezTo>
                  <a:cubicBezTo>
                    <a:pt x="47185" y="9110"/>
                    <a:pt x="50743" y="10168"/>
                    <a:pt x="54233" y="10326"/>
                  </a:cubicBezTo>
                  <a:cubicBezTo>
                    <a:pt x="54523" y="10339"/>
                    <a:pt x="54812" y="10346"/>
                    <a:pt x="55099" y="10346"/>
                  </a:cubicBezTo>
                  <a:cubicBezTo>
                    <a:pt x="61997" y="10346"/>
                    <a:pt x="68161" y="6590"/>
                    <a:pt x="74927" y="5574"/>
                  </a:cubicBezTo>
                  <a:cubicBezTo>
                    <a:pt x="75783" y="5439"/>
                    <a:pt x="76661" y="5349"/>
                    <a:pt x="77562" y="5349"/>
                  </a:cubicBezTo>
                  <a:cubicBezTo>
                    <a:pt x="77652" y="5282"/>
                    <a:pt x="77629" y="5124"/>
                    <a:pt x="77539" y="5124"/>
                  </a:cubicBezTo>
                  <a:cubicBezTo>
                    <a:pt x="70694" y="5237"/>
                    <a:pt x="64614" y="8884"/>
                    <a:pt x="57926" y="9763"/>
                  </a:cubicBezTo>
                  <a:cubicBezTo>
                    <a:pt x="57028" y="9878"/>
                    <a:pt x="56124" y="9936"/>
                    <a:pt x="55222" y="9936"/>
                  </a:cubicBezTo>
                  <a:cubicBezTo>
                    <a:pt x="52615" y="9936"/>
                    <a:pt x="50016" y="9455"/>
                    <a:pt x="47591" y="8502"/>
                  </a:cubicBezTo>
                  <a:cubicBezTo>
                    <a:pt x="46037" y="7871"/>
                    <a:pt x="44461" y="7128"/>
                    <a:pt x="43177" y="6025"/>
                  </a:cubicBezTo>
                  <a:cubicBezTo>
                    <a:pt x="42884" y="5799"/>
                    <a:pt x="42614" y="5507"/>
                    <a:pt x="42321" y="5214"/>
                  </a:cubicBezTo>
                  <a:lnTo>
                    <a:pt x="42344" y="5214"/>
                  </a:lnTo>
                  <a:cubicBezTo>
                    <a:pt x="43515" y="4493"/>
                    <a:pt x="44708" y="3413"/>
                    <a:pt x="44573" y="1904"/>
                  </a:cubicBezTo>
                  <a:cubicBezTo>
                    <a:pt x="44477" y="919"/>
                    <a:pt x="43767" y="0"/>
                    <a:pt x="4278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279250" y="2663250"/>
            <a:ext cx="4585500" cy="7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893250" y="1683750"/>
            <a:ext cx="1357500" cy="9795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20" name="Google Shape;20;p3"/>
          <p:cNvGrpSpPr/>
          <p:nvPr/>
        </p:nvGrpSpPr>
        <p:grpSpPr>
          <a:xfrm>
            <a:off x="231276" y="-162611"/>
            <a:ext cx="8670409" cy="5082087"/>
            <a:chOff x="231276" y="-162611"/>
            <a:chExt cx="8670409" cy="5082087"/>
          </a:xfrm>
        </p:grpSpPr>
        <p:grpSp>
          <p:nvGrpSpPr>
            <p:cNvPr id="21" name="Google Shape;21;p3"/>
            <p:cNvGrpSpPr/>
            <p:nvPr/>
          </p:nvGrpSpPr>
          <p:grpSpPr>
            <a:xfrm>
              <a:off x="231366" y="-162611"/>
              <a:ext cx="8670319" cy="5082087"/>
              <a:chOff x="231366" y="-162611"/>
              <a:chExt cx="8670319" cy="5082087"/>
            </a:xfrm>
          </p:grpSpPr>
          <p:sp>
            <p:nvSpPr>
              <p:cNvPr id="22" name="Google Shape;22;p3"/>
              <p:cNvSpPr/>
              <p:nvPr/>
            </p:nvSpPr>
            <p:spPr>
              <a:xfrm rot="10800000">
                <a:off x="231366" y="4383071"/>
                <a:ext cx="1797608" cy="536405"/>
              </a:xfrm>
              <a:custGeom>
                <a:avLst/>
                <a:gdLst/>
                <a:ahLst/>
                <a:cxnLst/>
                <a:rect l="l" t="t" r="r" b="b"/>
                <a:pathLst>
                  <a:path w="56783" h="16944" extrusionOk="0">
                    <a:moveTo>
                      <a:pt x="46" y="1"/>
                    </a:moveTo>
                    <a:cubicBezTo>
                      <a:pt x="23" y="1"/>
                      <a:pt x="1" y="18"/>
                      <a:pt x="1" y="51"/>
                    </a:cubicBezTo>
                    <a:cubicBezTo>
                      <a:pt x="91" y="1898"/>
                      <a:pt x="901" y="3699"/>
                      <a:pt x="2343" y="4915"/>
                    </a:cubicBezTo>
                    <a:cubicBezTo>
                      <a:pt x="3831" y="6194"/>
                      <a:pt x="5769" y="6634"/>
                      <a:pt x="7682" y="6634"/>
                    </a:cubicBezTo>
                    <a:cubicBezTo>
                      <a:pt x="7824" y="6634"/>
                      <a:pt x="7966" y="6631"/>
                      <a:pt x="8107" y="6627"/>
                    </a:cubicBezTo>
                    <a:cubicBezTo>
                      <a:pt x="10291" y="6582"/>
                      <a:pt x="12430" y="6041"/>
                      <a:pt x="14592" y="5884"/>
                    </a:cubicBezTo>
                    <a:cubicBezTo>
                      <a:pt x="15045" y="5843"/>
                      <a:pt x="15508" y="5819"/>
                      <a:pt x="15972" y="5819"/>
                    </a:cubicBezTo>
                    <a:cubicBezTo>
                      <a:pt x="17589" y="5819"/>
                      <a:pt x="19230" y="6115"/>
                      <a:pt x="20559" y="7077"/>
                    </a:cubicBezTo>
                    <a:cubicBezTo>
                      <a:pt x="22226" y="8270"/>
                      <a:pt x="23081" y="10184"/>
                      <a:pt x="24590" y="11513"/>
                    </a:cubicBezTo>
                    <a:cubicBezTo>
                      <a:pt x="26007" y="12758"/>
                      <a:pt x="27894" y="13205"/>
                      <a:pt x="29745" y="13205"/>
                    </a:cubicBezTo>
                    <a:cubicBezTo>
                      <a:pt x="29836" y="13205"/>
                      <a:pt x="29926" y="13204"/>
                      <a:pt x="30017" y="13202"/>
                    </a:cubicBezTo>
                    <a:cubicBezTo>
                      <a:pt x="31008" y="13157"/>
                      <a:pt x="32021" y="12999"/>
                      <a:pt x="32967" y="12751"/>
                    </a:cubicBezTo>
                    <a:cubicBezTo>
                      <a:pt x="34092" y="12459"/>
                      <a:pt x="35218" y="12098"/>
                      <a:pt x="36344" y="11851"/>
                    </a:cubicBezTo>
                    <a:cubicBezTo>
                      <a:pt x="36921" y="11742"/>
                      <a:pt x="37513" y="11665"/>
                      <a:pt x="38099" y="11665"/>
                    </a:cubicBezTo>
                    <a:cubicBezTo>
                      <a:pt x="38725" y="11665"/>
                      <a:pt x="39343" y="11753"/>
                      <a:pt x="39925" y="11986"/>
                    </a:cubicBezTo>
                    <a:cubicBezTo>
                      <a:pt x="40870" y="12346"/>
                      <a:pt x="41658" y="13022"/>
                      <a:pt x="42402" y="13675"/>
                    </a:cubicBezTo>
                    <a:cubicBezTo>
                      <a:pt x="43167" y="14350"/>
                      <a:pt x="43910" y="15048"/>
                      <a:pt x="44811" y="15566"/>
                    </a:cubicBezTo>
                    <a:cubicBezTo>
                      <a:pt x="45757" y="16084"/>
                      <a:pt x="46770" y="16422"/>
                      <a:pt x="47783" y="16647"/>
                    </a:cubicBezTo>
                    <a:cubicBezTo>
                      <a:pt x="48769" y="16860"/>
                      <a:pt x="49771" y="16944"/>
                      <a:pt x="50777" y="16944"/>
                    </a:cubicBezTo>
                    <a:cubicBezTo>
                      <a:pt x="52116" y="16944"/>
                      <a:pt x="53462" y="16795"/>
                      <a:pt x="54786" y="16602"/>
                    </a:cubicBezTo>
                    <a:cubicBezTo>
                      <a:pt x="55372" y="16512"/>
                      <a:pt x="55957" y="16399"/>
                      <a:pt x="56565" y="16287"/>
                    </a:cubicBezTo>
                    <a:cubicBezTo>
                      <a:pt x="56782" y="16243"/>
                      <a:pt x="56727" y="15970"/>
                      <a:pt x="56582" y="15970"/>
                    </a:cubicBezTo>
                    <a:cubicBezTo>
                      <a:pt x="56577" y="15970"/>
                      <a:pt x="56571" y="15971"/>
                      <a:pt x="56565" y="15971"/>
                    </a:cubicBezTo>
                    <a:cubicBezTo>
                      <a:pt x="54584" y="16286"/>
                      <a:pt x="52602" y="16632"/>
                      <a:pt x="50596" y="16632"/>
                    </a:cubicBezTo>
                    <a:cubicBezTo>
                      <a:pt x="50162" y="16632"/>
                      <a:pt x="49728" y="16615"/>
                      <a:pt x="49292" y="16579"/>
                    </a:cubicBezTo>
                    <a:cubicBezTo>
                      <a:pt x="47130" y="16377"/>
                      <a:pt x="45126" y="15634"/>
                      <a:pt x="43437" y="14215"/>
                    </a:cubicBezTo>
                    <a:cubicBezTo>
                      <a:pt x="42672" y="13562"/>
                      <a:pt x="41996" y="12864"/>
                      <a:pt x="41186" y="12301"/>
                    </a:cubicBezTo>
                    <a:cubicBezTo>
                      <a:pt x="40352" y="11738"/>
                      <a:pt x="39407" y="11400"/>
                      <a:pt x="38393" y="11333"/>
                    </a:cubicBezTo>
                    <a:cubicBezTo>
                      <a:pt x="38278" y="11327"/>
                      <a:pt x="38164" y="11324"/>
                      <a:pt x="38049" y="11324"/>
                    </a:cubicBezTo>
                    <a:cubicBezTo>
                      <a:pt x="35966" y="11324"/>
                      <a:pt x="33959" y="12256"/>
                      <a:pt x="31931" y="12661"/>
                    </a:cubicBezTo>
                    <a:cubicBezTo>
                      <a:pt x="31125" y="12817"/>
                      <a:pt x="30289" y="12917"/>
                      <a:pt x="29460" y="12917"/>
                    </a:cubicBezTo>
                    <a:cubicBezTo>
                      <a:pt x="28250" y="12917"/>
                      <a:pt x="27055" y="12705"/>
                      <a:pt x="25986" y="12143"/>
                    </a:cubicBezTo>
                    <a:cubicBezTo>
                      <a:pt x="24162" y="11220"/>
                      <a:pt x="23194" y="9396"/>
                      <a:pt x="21888" y="7933"/>
                    </a:cubicBezTo>
                    <a:cubicBezTo>
                      <a:pt x="21235" y="7190"/>
                      <a:pt x="20447" y="6604"/>
                      <a:pt x="19546" y="6221"/>
                    </a:cubicBezTo>
                    <a:cubicBezTo>
                      <a:pt x="18668" y="5838"/>
                      <a:pt x="17722" y="5658"/>
                      <a:pt x="16776" y="5591"/>
                    </a:cubicBezTo>
                    <a:cubicBezTo>
                      <a:pt x="16483" y="5572"/>
                      <a:pt x="16190" y="5563"/>
                      <a:pt x="15898" y="5563"/>
                    </a:cubicBezTo>
                    <a:cubicBezTo>
                      <a:pt x="14130" y="5563"/>
                      <a:pt x="12391" y="5883"/>
                      <a:pt x="10652" y="6154"/>
                    </a:cubicBezTo>
                    <a:cubicBezTo>
                      <a:pt x="9653" y="6299"/>
                      <a:pt x="8617" y="6421"/>
                      <a:pt x="7584" y="6421"/>
                    </a:cubicBezTo>
                    <a:cubicBezTo>
                      <a:pt x="6380" y="6421"/>
                      <a:pt x="5181" y="6256"/>
                      <a:pt x="4054" y="5771"/>
                    </a:cubicBezTo>
                    <a:cubicBezTo>
                      <a:pt x="2297" y="4983"/>
                      <a:pt x="901" y="3339"/>
                      <a:pt x="338" y="1493"/>
                    </a:cubicBezTo>
                    <a:cubicBezTo>
                      <a:pt x="203" y="997"/>
                      <a:pt x="113" y="547"/>
                      <a:pt x="91" y="51"/>
                    </a:cubicBezTo>
                    <a:cubicBezTo>
                      <a:pt x="91" y="18"/>
                      <a:pt x="68" y="1"/>
                      <a:pt x="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 rot="-8100000">
                <a:off x="7042648" y="411118"/>
                <a:ext cx="1900375" cy="670241"/>
              </a:xfrm>
              <a:custGeom>
                <a:avLst/>
                <a:gdLst/>
                <a:ahLst/>
                <a:cxnLst/>
                <a:rect l="l" t="t" r="r" b="b"/>
                <a:pathLst>
                  <a:path w="77652" h="27387" extrusionOk="0">
                    <a:moveTo>
                      <a:pt x="42758" y="221"/>
                    </a:moveTo>
                    <a:cubicBezTo>
                      <a:pt x="42867" y="221"/>
                      <a:pt x="42977" y="233"/>
                      <a:pt x="43087" y="260"/>
                    </a:cubicBezTo>
                    <a:cubicBezTo>
                      <a:pt x="43785" y="418"/>
                      <a:pt x="44213" y="1116"/>
                      <a:pt x="44303" y="1836"/>
                    </a:cubicBezTo>
                    <a:cubicBezTo>
                      <a:pt x="44506" y="3300"/>
                      <a:pt x="43290" y="4313"/>
                      <a:pt x="42119" y="5011"/>
                    </a:cubicBezTo>
                    <a:cubicBezTo>
                      <a:pt x="41263" y="3998"/>
                      <a:pt x="40610" y="2669"/>
                      <a:pt x="41128" y="1431"/>
                    </a:cubicBezTo>
                    <a:cubicBezTo>
                      <a:pt x="41382" y="766"/>
                      <a:pt x="42043" y="221"/>
                      <a:pt x="42758" y="221"/>
                    </a:cubicBezTo>
                    <a:close/>
                    <a:moveTo>
                      <a:pt x="42786" y="0"/>
                    </a:moveTo>
                    <a:cubicBezTo>
                      <a:pt x="42623" y="0"/>
                      <a:pt x="42453" y="25"/>
                      <a:pt x="42276" y="80"/>
                    </a:cubicBezTo>
                    <a:cubicBezTo>
                      <a:pt x="40745" y="598"/>
                      <a:pt x="40520" y="2354"/>
                      <a:pt x="41038" y="3660"/>
                    </a:cubicBezTo>
                    <a:cubicBezTo>
                      <a:pt x="41263" y="4201"/>
                      <a:pt x="41533" y="4674"/>
                      <a:pt x="41894" y="5124"/>
                    </a:cubicBezTo>
                    <a:cubicBezTo>
                      <a:pt x="41826" y="5169"/>
                      <a:pt x="41736" y="5214"/>
                      <a:pt x="41646" y="5259"/>
                    </a:cubicBezTo>
                    <a:cubicBezTo>
                      <a:pt x="38674" y="6835"/>
                      <a:pt x="35296" y="7376"/>
                      <a:pt x="31963" y="7736"/>
                    </a:cubicBezTo>
                    <a:cubicBezTo>
                      <a:pt x="28698" y="8096"/>
                      <a:pt x="25411" y="8299"/>
                      <a:pt x="22236" y="9110"/>
                    </a:cubicBezTo>
                    <a:cubicBezTo>
                      <a:pt x="19353" y="9853"/>
                      <a:pt x="16629" y="11091"/>
                      <a:pt x="14084" y="12667"/>
                    </a:cubicBezTo>
                    <a:cubicBezTo>
                      <a:pt x="8950" y="15865"/>
                      <a:pt x="4694" y="20413"/>
                      <a:pt x="1294" y="25367"/>
                    </a:cubicBezTo>
                    <a:cubicBezTo>
                      <a:pt x="866" y="25953"/>
                      <a:pt x="461" y="26561"/>
                      <a:pt x="78" y="27191"/>
                    </a:cubicBezTo>
                    <a:cubicBezTo>
                      <a:pt x="1" y="27300"/>
                      <a:pt x="104" y="27387"/>
                      <a:pt x="206" y="27387"/>
                    </a:cubicBezTo>
                    <a:cubicBezTo>
                      <a:pt x="252" y="27387"/>
                      <a:pt x="298" y="27369"/>
                      <a:pt x="326" y="27326"/>
                    </a:cubicBezTo>
                    <a:cubicBezTo>
                      <a:pt x="3771" y="21877"/>
                      <a:pt x="8095" y="16833"/>
                      <a:pt x="13499" y="13275"/>
                    </a:cubicBezTo>
                    <a:cubicBezTo>
                      <a:pt x="16178" y="11541"/>
                      <a:pt x="19083" y="10190"/>
                      <a:pt x="22168" y="9380"/>
                    </a:cubicBezTo>
                    <a:cubicBezTo>
                      <a:pt x="25568" y="8479"/>
                      <a:pt x="29149" y="8321"/>
                      <a:pt x="32639" y="7961"/>
                    </a:cubicBezTo>
                    <a:cubicBezTo>
                      <a:pt x="35881" y="7601"/>
                      <a:pt x="39237" y="7015"/>
                      <a:pt x="42074" y="5372"/>
                    </a:cubicBezTo>
                    <a:cubicBezTo>
                      <a:pt x="42682" y="6070"/>
                      <a:pt x="43447" y="6700"/>
                      <a:pt x="44235" y="7196"/>
                    </a:cubicBezTo>
                    <a:cubicBezTo>
                      <a:pt x="47185" y="9110"/>
                      <a:pt x="50743" y="10168"/>
                      <a:pt x="54233" y="10326"/>
                    </a:cubicBezTo>
                    <a:cubicBezTo>
                      <a:pt x="54523" y="10339"/>
                      <a:pt x="54812" y="10346"/>
                      <a:pt x="55099" y="10346"/>
                    </a:cubicBezTo>
                    <a:cubicBezTo>
                      <a:pt x="61997" y="10346"/>
                      <a:pt x="68161" y="6590"/>
                      <a:pt x="74927" y="5574"/>
                    </a:cubicBezTo>
                    <a:cubicBezTo>
                      <a:pt x="75783" y="5439"/>
                      <a:pt x="76661" y="5349"/>
                      <a:pt x="77562" y="5349"/>
                    </a:cubicBezTo>
                    <a:cubicBezTo>
                      <a:pt x="77652" y="5282"/>
                      <a:pt x="77629" y="5124"/>
                      <a:pt x="77539" y="5124"/>
                    </a:cubicBezTo>
                    <a:cubicBezTo>
                      <a:pt x="70694" y="5237"/>
                      <a:pt x="64614" y="8884"/>
                      <a:pt x="57926" y="9763"/>
                    </a:cubicBezTo>
                    <a:cubicBezTo>
                      <a:pt x="57028" y="9878"/>
                      <a:pt x="56124" y="9936"/>
                      <a:pt x="55222" y="9936"/>
                    </a:cubicBezTo>
                    <a:cubicBezTo>
                      <a:pt x="52615" y="9936"/>
                      <a:pt x="50016" y="9455"/>
                      <a:pt x="47591" y="8502"/>
                    </a:cubicBezTo>
                    <a:cubicBezTo>
                      <a:pt x="46037" y="7871"/>
                      <a:pt x="44461" y="7128"/>
                      <a:pt x="43177" y="6025"/>
                    </a:cubicBezTo>
                    <a:cubicBezTo>
                      <a:pt x="42884" y="5799"/>
                      <a:pt x="42614" y="5507"/>
                      <a:pt x="42321" y="5214"/>
                    </a:cubicBezTo>
                    <a:lnTo>
                      <a:pt x="42344" y="5214"/>
                    </a:lnTo>
                    <a:cubicBezTo>
                      <a:pt x="43515" y="4493"/>
                      <a:pt x="44708" y="3413"/>
                      <a:pt x="44573" y="1904"/>
                    </a:cubicBezTo>
                    <a:cubicBezTo>
                      <a:pt x="44477" y="919"/>
                      <a:pt x="43767" y="0"/>
                      <a:pt x="427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" name="Google Shape;24;p3"/>
            <p:cNvSpPr/>
            <p:nvPr/>
          </p:nvSpPr>
          <p:spPr>
            <a:xfrm>
              <a:off x="231276" y="3353570"/>
              <a:ext cx="852553" cy="941418"/>
            </a:xfrm>
            <a:custGeom>
              <a:avLst/>
              <a:gdLst/>
              <a:ahLst/>
              <a:cxnLst/>
              <a:rect l="l" t="t" r="r" b="b"/>
              <a:pathLst>
                <a:path w="31717" h="35023" extrusionOk="0">
                  <a:moveTo>
                    <a:pt x="15108" y="455"/>
                  </a:moveTo>
                  <a:cubicBezTo>
                    <a:pt x="15716" y="2482"/>
                    <a:pt x="15896" y="4576"/>
                    <a:pt x="15693" y="6693"/>
                  </a:cubicBezTo>
                  <a:cubicBezTo>
                    <a:pt x="15603" y="7458"/>
                    <a:pt x="15491" y="8179"/>
                    <a:pt x="15356" y="8922"/>
                  </a:cubicBezTo>
                  <a:cubicBezTo>
                    <a:pt x="14613" y="7639"/>
                    <a:pt x="13937" y="6378"/>
                    <a:pt x="13217" y="5117"/>
                  </a:cubicBezTo>
                  <a:cubicBezTo>
                    <a:pt x="14252" y="3946"/>
                    <a:pt x="14928" y="2482"/>
                    <a:pt x="15063" y="861"/>
                  </a:cubicBezTo>
                  <a:cubicBezTo>
                    <a:pt x="15063" y="726"/>
                    <a:pt x="15108" y="590"/>
                    <a:pt x="15108" y="455"/>
                  </a:cubicBezTo>
                  <a:close/>
                  <a:moveTo>
                    <a:pt x="15333" y="636"/>
                  </a:moveTo>
                  <a:lnTo>
                    <a:pt x="15333" y="636"/>
                  </a:lnTo>
                  <a:cubicBezTo>
                    <a:pt x="16932" y="2009"/>
                    <a:pt x="18553" y="3653"/>
                    <a:pt x="18936" y="5792"/>
                  </a:cubicBezTo>
                  <a:cubicBezTo>
                    <a:pt x="18643" y="5995"/>
                    <a:pt x="18418" y="6265"/>
                    <a:pt x="18170" y="6535"/>
                  </a:cubicBezTo>
                  <a:cubicBezTo>
                    <a:pt x="17855" y="6805"/>
                    <a:pt x="17540" y="7121"/>
                    <a:pt x="17247" y="7391"/>
                  </a:cubicBezTo>
                  <a:cubicBezTo>
                    <a:pt x="16684" y="7909"/>
                    <a:pt x="16121" y="8449"/>
                    <a:pt x="15558" y="8922"/>
                  </a:cubicBezTo>
                  <a:cubicBezTo>
                    <a:pt x="15671" y="8449"/>
                    <a:pt x="15739" y="7931"/>
                    <a:pt x="15806" y="7436"/>
                  </a:cubicBezTo>
                  <a:cubicBezTo>
                    <a:pt x="16076" y="5297"/>
                    <a:pt x="16031" y="3090"/>
                    <a:pt x="15446" y="1018"/>
                  </a:cubicBezTo>
                  <a:cubicBezTo>
                    <a:pt x="15401" y="861"/>
                    <a:pt x="15356" y="748"/>
                    <a:pt x="15333" y="636"/>
                  </a:cubicBezTo>
                  <a:close/>
                  <a:moveTo>
                    <a:pt x="18981" y="5905"/>
                  </a:moveTo>
                  <a:cubicBezTo>
                    <a:pt x="18959" y="5972"/>
                    <a:pt x="18981" y="6017"/>
                    <a:pt x="18981" y="6085"/>
                  </a:cubicBezTo>
                  <a:cubicBezTo>
                    <a:pt x="19071" y="6693"/>
                    <a:pt x="19004" y="7323"/>
                    <a:pt x="18981" y="7931"/>
                  </a:cubicBezTo>
                  <a:cubicBezTo>
                    <a:pt x="18959" y="8562"/>
                    <a:pt x="18981" y="9170"/>
                    <a:pt x="19116" y="9755"/>
                  </a:cubicBezTo>
                  <a:cubicBezTo>
                    <a:pt x="19274" y="10386"/>
                    <a:pt x="19499" y="10994"/>
                    <a:pt x="19634" y="11624"/>
                  </a:cubicBezTo>
                  <a:cubicBezTo>
                    <a:pt x="19747" y="12097"/>
                    <a:pt x="19769" y="12547"/>
                    <a:pt x="19747" y="13020"/>
                  </a:cubicBezTo>
                  <a:cubicBezTo>
                    <a:pt x="17923" y="13921"/>
                    <a:pt x="16054" y="14754"/>
                    <a:pt x="14140" y="15475"/>
                  </a:cubicBezTo>
                  <a:cubicBezTo>
                    <a:pt x="13915" y="15565"/>
                    <a:pt x="13689" y="15655"/>
                    <a:pt x="13442" y="15722"/>
                  </a:cubicBezTo>
                  <a:cubicBezTo>
                    <a:pt x="13329" y="15790"/>
                    <a:pt x="13194" y="15812"/>
                    <a:pt x="13081" y="15880"/>
                  </a:cubicBezTo>
                  <a:lnTo>
                    <a:pt x="13036" y="15880"/>
                  </a:lnTo>
                  <a:cubicBezTo>
                    <a:pt x="13419" y="15159"/>
                    <a:pt x="13712" y="14461"/>
                    <a:pt x="14027" y="13763"/>
                  </a:cubicBezTo>
                  <a:cubicBezTo>
                    <a:pt x="14680" y="12277"/>
                    <a:pt x="15176" y="10701"/>
                    <a:pt x="15513" y="9080"/>
                  </a:cubicBezTo>
                  <a:cubicBezTo>
                    <a:pt x="16144" y="8562"/>
                    <a:pt x="16752" y="8021"/>
                    <a:pt x="17382" y="7458"/>
                  </a:cubicBezTo>
                  <a:cubicBezTo>
                    <a:pt x="17698" y="7166"/>
                    <a:pt x="17990" y="6895"/>
                    <a:pt x="18306" y="6580"/>
                  </a:cubicBezTo>
                  <a:cubicBezTo>
                    <a:pt x="18531" y="6355"/>
                    <a:pt x="18778" y="6152"/>
                    <a:pt x="18981" y="5905"/>
                  </a:cubicBezTo>
                  <a:close/>
                  <a:moveTo>
                    <a:pt x="13149" y="5229"/>
                  </a:moveTo>
                  <a:lnTo>
                    <a:pt x="15356" y="9125"/>
                  </a:lnTo>
                  <a:cubicBezTo>
                    <a:pt x="15063" y="10431"/>
                    <a:pt x="14658" y="11759"/>
                    <a:pt x="14140" y="13020"/>
                  </a:cubicBezTo>
                  <a:cubicBezTo>
                    <a:pt x="13757" y="14034"/>
                    <a:pt x="13284" y="15002"/>
                    <a:pt x="12789" y="15948"/>
                  </a:cubicBezTo>
                  <a:cubicBezTo>
                    <a:pt x="12766" y="15948"/>
                    <a:pt x="12721" y="15948"/>
                    <a:pt x="12699" y="15925"/>
                  </a:cubicBezTo>
                  <a:cubicBezTo>
                    <a:pt x="12676" y="15903"/>
                    <a:pt x="12676" y="15835"/>
                    <a:pt x="12654" y="15812"/>
                  </a:cubicBezTo>
                  <a:cubicBezTo>
                    <a:pt x="12451" y="15317"/>
                    <a:pt x="12226" y="14822"/>
                    <a:pt x="12023" y="14326"/>
                  </a:cubicBezTo>
                  <a:cubicBezTo>
                    <a:pt x="11595" y="13336"/>
                    <a:pt x="11190" y="12322"/>
                    <a:pt x="10762" y="11309"/>
                  </a:cubicBezTo>
                  <a:cubicBezTo>
                    <a:pt x="10312" y="10251"/>
                    <a:pt x="9861" y="9147"/>
                    <a:pt x="9411" y="8066"/>
                  </a:cubicBezTo>
                  <a:cubicBezTo>
                    <a:pt x="10289" y="7436"/>
                    <a:pt x="11280" y="6828"/>
                    <a:pt x="12113" y="6197"/>
                  </a:cubicBezTo>
                  <a:cubicBezTo>
                    <a:pt x="12473" y="5905"/>
                    <a:pt x="12811" y="5567"/>
                    <a:pt x="13149" y="5229"/>
                  </a:cubicBezTo>
                  <a:close/>
                  <a:moveTo>
                    <a:pt x="9298" y="8156"/>
                  </a:moveTo>
                  <a:cubicBezTo>
                    <a:pt x="10177" y="10206"/>
                    <a:pt x="11010" y="12277"/>
                    <a:pt x="11888" y="14349"/>
                  </a:cubicBezTo>
                  <a:cubicBezTo>
                    <a:pt x="12113" y="14867"/>
                    <a:pt x="12316" y="15385"/>
                    <a:pt x="12541" y="15903"/>
                  </a:cubicBezTo>
                  <a:cubicBezTo>
                    <a:pt x="12564" y="15993"/>
                    <a:pt x="12631" y="16105"/>
                    <a:pt x="12699" y="16128"/>
                  </a:cubicBezTo>
                  <a:cubicBezTo>
                    <a:pt x="12136" y="17186"/>
                    <a:pt x="11505" y="18267"/>
                    <a:pt x="10830" y="19280"/>
                  </a:cubicBezTo>
                  <a:cubicBezTo>
                    <a:pt x="9771" y="20789"/>
                    <a:pt x="8623" y="22253"/>
                    <a:pt x="7362" y="23604"/>
                  </a:cubicBezTo>
                  <a:cubicBezTo>
                    <a:pt x="7024" y="22140"/>
                    <a:pt x="6686" y="20676"/>
                    <a:pt x="6349" y="19258"/>
                  </a:cubicBezTo>
                  <a:cubicBezTo>
                    <a:pt x="6011" y="17749"/>
                    <a:pt x="5673" y="16263"/>
                    <a:pt x="5313" y="14777"/>
                  </a:cubicBezTo>
                  <a:cubicBezTo>
                    <a:pt x="5538" y="14529"/>
                    <a:pt x="5718" y="14259"/>
                    <a:pt x="5898" y="13989"/>
                  </a:cubicBezTo>
                  <a:cubicBezTo>
                    <a:pt x="6506" y="12998"/>
                    <a:pt x="6686" y="11872"/>
                    <a:pt x="7114" y="10814"/>
                  </a:cubicBezTo>
                  <a:cubicBezTo>
                    <a:pt x="7565" y="9688"/>
                    <a:pt x="8375" y="8854"/>
                    <a:pt x="9298" y="8156"/>
                  </a:cubicBezTo>
                  <a:close/>
                  <a:moveTo>
                    <a:pt x="19724" y="13133"/>
                  </a:moveTo>
                  <a:cubicBezTo>
                    <a:pt x="19724" y="13245"/>
                    <a:pt x="19724" y="13336"/>
                    <a:pt x="19679" y="13448"/>
                  </a:cubicBezTo>
                  <a:cubicBezTo>
                    <a:pt x="19567" y="14079"/>
                    <a:pt x="19341" y="14642"/>
                    <a:pt x="19004" y="15159"/>
                  </a:cubicBezTo>
                  <a:cubicBezTo>
                    <a:pt x="18666" y="15700"/>
                    <a:pt x="18283" y="16218"/>
                    <a:pt x="17968" y="16781"/>
                  </a:cubicBezTo>
                  <a:cubicBezTo>
                    <a:pt x="17472" y="17726"/>
                    <a:pt x="17315" y="18807"/>
                    <a:pt x="16909" y="19776"/>
                  </a:cubicBezTo>
                  <a:cubicBezTo>
                    <a:pt x="15693" y="20271"/>
                    <a:pt x="14500" y="20789"/>
                    <a:pt x="13329" y="21307"/>
                  </a:cubicBezTo>
                  <a:cubicBezTo>
                    <a:pt x="12068" y="21825"/>
                    <a:pt x="10762" y="22365"/>
                    <a:pt x="9479" y="22883"/>
                  </a:cubicBezTo>
                  <a:cubicBezTo>
                    <a:pt x="8848" y="23131"/>
                    <a:pt x="8240" y="23356"/>
                    <a:pt x="7610" y="23604"/>
                  </a:cubicBezTo>
                  <a:cubicBezTo>
                    <a:pt x="8645" y="22455"/>
                    <a:pt x="9636" y="21239"/>
                    <a:pt x="10537" y="19978"/>
                  </a:cubicBezTo>
                  <a:cubicBezTo>
                    <a:pt x="11415" y="18740"/>
                    <a:pt x="12226" y="17411"/>
                    <a:pt x="12924" y="16060"/>
                  </a:cubicBezTo>
                  <a:cubicBezTo>
                    <a:pt x="12969" y="16038"/>
                    <a:pt x="13014" y="16038"/>
                    <a:pt x="13036" y="16015"/>
                  </a:cubicBezTo>
                  <a:cubicBezTo>
                    <a:pt x="13194" y="15948"/>
                    <a:pt x="13329" y="15903"/>
                    <a:pt x="13487" y="15835"/>
                  </a:cubicBezTo>
                  <a:cubicBezTo>
                    <a:pt x="14500" y="15475"/>
                    <a:pt x="15558" y="15047"/>
                    <a:pt x="16527" y="14642"/>
                  </a:cubicBezTo>
                  <a:cubicBezTo>
                    <a:pt x="17607" y="14191"/>
                    <a:pt x="18666" y="13673"/>
                    <a:pt x="19724" y="13133"/>
                  </a:cubicBezTo>
                  <a:close/>
                  <a:moveTo>
                    <a:pt x="31141" y="20519"/>
                  </a:moveTo>
                  <a:lnTo>
                    <a:pt x="31141" y="20519"/>
                  </a:lnTo>
                  <a:cubicBezTo>
                    <a:pt x="30915" y="20901"/>
                    <a:pt x="30713" y="21307"/>
                    <a:pt x="30465" y="21667"/>
                  </a:cubicBezTo>
                  <a:cubicBezTo>
                    <a:pt x="30127" y="22140"/>
                    <a:pt x="29790" y="22590"/>
                    <a:pt x="29407" y="23041"/>
                  </a:cubicBezTo>
                  <a:cubicBezTo>
                    <a:pt x="29001" y="23491"/>
                    <a:pt x="28619" y="23941"/>
                    <a:pt x="28191" y="24369"/>
                  </a:cubicBezTo>
                  <a:cubicBezTo>
                    <a:pt x="28506" y="23333"/>
                    <a:pt x="28754" y="22253"/>
                    <a:pt x="28911" y="21194"/>
                  </a:cubicBezTo>
                  <a:cubicBezTo>
                    <a:pt x="29058" y="21205"/>
                    <a:pt x="29193" y="21211"/>
                    <a:pt x="29320" y="21211"/>
                  </a:cubicBezTo>
                  <a:cubicBezTo>
                    <a:pt x="29446" y="21211"/>
                    <a:pt x="29564" y="21205"/>
                    <a:pt x="29677" y="21194"/>
                  </a:cubicBezTo>
                  <a:cubicBezTo>
                    <a:pt x="30217" y="21127"/>
                    <a:pt x="30713" y="20901"/>
                    <a:pt x="31118" y="20541"/>
                  </a:cubicBezTo>
                  <a:lnTo>
                    <a:pt x="31141" y="20519"/>
                  </a:lnTo>
                  <a:close/>
                  <a:moveTo>
                    <a:pt x="31253" y="20676"/>
                  </a:moveTo>
                  <a:cubicBezTo>
                    <a:pt x="30983" y="22253"/>
                    <a:pt x="30420" y="23806"/>
                    <a:pt x="29699" y="25270"/>
                  </a:cubicBezTo>
                  <a:cubicBezTo>
                    <a:pt x="29204" y="25045"/>
                    <a:pt x="28686" y="24820"/>
                    <a:pt x="28191" y="24617"/>
                  </a:cubicBezTo>
                  <a:cubicBezTo>
                    <a:pt x="28574" y="24234"/>
                    <a:pt x="28979" y="23829"/>
                    <a:pt x="29317" y="23446"/>
                  </a:cubicBezTo>
                  <a:cubicBezTo>
                    <a:pt x="30037" y="22635"/>
                    <a:pt x="30780" y="21690"/>
                    <a:pt x="31253" y="20676"/>
                  </a:cubicBezTo>
                  <a:close/>
                  <a:moveTo>
                    <a:pt x="16909" y="19843"/>
                  </a:moveTo>
                  <a:lnTo>
                    <a:pt x="16819" y="20001"/>
                  </a:lnTo>
                  <a:cubicBezTo>
                    <a:pt x="16234" y="21194"/>
                    <a:pt x="15018" y="21847"/>
                    <a:pt x="14005" y="22635"/>
                  </a:cubicBezTo>
                  <a:cubicBezTo>
                    <a:pt x="13464" y="23018"/>
                    <a:pt x="13014" y="23469"/>
                    <a:pt x="12631" y="23986"/>
                  </a:cubicBezTo>
                  <a:cubicBezTo>
                    <a:pt x="12181" y="24504"/>
                    <a:pt x="11753" y="25067"/>
                    <a:pt x="11212" y="25518"/>
                  </a:cubicBezTo>
                  <a:cubicBezTo>
                    <a:pt x="10154" y="26396"/>
                    <a:pt x="8826" y="26914"/>
                    <a:pt x="7497" y="27251"/>
                  </a:cubicBezTo>
                  <a:cubicBezTo>
                    <a:pt x="6259" y="27589"/>
                    <a:pt x="4975" y="27814"/>
                    <a:pt x="3669" y="27882"/>
                  </a:cubicBezTo>
                  <a:cubicBezTo>
                    <a:pt x="3444" y="27927"/>
                    <a:pt x="3241" y="27927"/>
                    <a:pt x="3016" y="27927"/>
                  </a:cubicBezTo>
                  <a:cubicBezTo>
                    <a:pt x="4007" y="27161"/>
                    <a:pt x="4975" y="26306"/>
                    <a:pt x="5898" y="25405"/>
                  </a:cubicBezTo>
                  <a:cubicBezTo>
                    <a:pt x="6439" y="24910"/>
                    <a:pt x="6912" y="24392"/>
                    <a:pt x="7407" y="23874"/>
                  </a:cubicBezTo>
                  <a:cubicBezTo>
                    <a:pt x="9974" y="22883"/>
                    <a:pt x="12518" y="21847"/>
                    <a:pt x="15040" y="20721"/>
                  </a:cubicBezTo>
                  <a:cubicBezTo>
                    <a:pt x="15671" y="20429"/>
                    <a:pt x="16279" y="20158"/>
                    <a:pt x="16909" y="19843"/>
                  </a:cubicBezTo>
                  <a:close/>
                  <a:moveTo>
                    <a:pt x="26874" y="20833"/>
                  </a:moveTo>
                  <a:cubicBezTo>
                    <a:pt x="27306" y="20833"/>
                    <a:pt x="27737" y="20911"/>
                    <a:pt x="28168" y="21014"/>
                  </a:cubicBezTo>
                  <a:cubicBezTo>
                    <a:pt x="28393" y="21082"/>
                    <a:pt x="28641" y="21127"/>
                    <a:pt x="28866" y="21172"/>
                  </a:cubicBezTo>
                  <a:cubicBezTo>
                    <a:pt x="28686" y="22298"/>
                    <a:pt x="28439" y="23423"/>
                    <a:pt x="28078" y="24504"/>
                  </a:cubicBezTo>
                  <a:cubicBezTo>
                    <a:pt x="27718" y="24887"/>
                    <a:pt x="27335" y="25225"/>
                    <a:pt x="26975" y="25563"/>
                  </a:cubicBezTo>
                  <a:cubicBezTo>
                    <a:pt x="25759" y="26621"/>
                    <a:pt x="24408" y="27522"/>
                    <a:pt x="23012" y="28310"/>
                  </a:cubicBezTo>
                  <a:cubicBezTo>
                    <a:pt x="23237" y="27747"/>
                    <a:pt x="23507" y="27206"/>
                    <a:pt x="23732" y="26689"/>
                  </a:cubicBezTo>
                  <a:cubicBezTo>
                    <a:pt x="24025" y="26036"/>
                    <a:pt x="24295" y="25405"/>
                    <a:pt x="24565" y="24775"/>
                  </a:cubicBezTo>
                  <a:cubicBezTo>
                    <a:pt x="25083" y="23491"/>
                    <a:pt x="25624" y="22230"/>
                    <a:pt x="26052" y="20969"/>
                  </a:cubicBezTo>
                  <a:cubicBezTo>
                    <a:pt x="26187" y="20879"/>
                    <a:pt x="26322" y="20856"/>
                    <a:pt x="26479" y="20856"/>
                  </a:cubicBezTo>
                  <a:cubicBezTo>
                    <a:pt x="26611" y="20841"/>
                    <a:pt x="26743" y="20833"/>
                    <a:pt x="26874" y="20833"/>
                  </a:cubicBezTo>
                  <a:close/>
                  <a:moveTo>
                    <a:pt x="28101" y="24707"/>
                  </a:moveTo>
                  <a:cubicBezTo>
                    <a:pt x="28641" y="24932"/>
                    <a:pt x="29137" y="25157"/>
                    <a:pt x="29654" y="25383"/>
                  </a:cubicBezTo>
                  <a:cubicBezTo>
                    <a:pt x="29429" y="25900"/>
                    <a:pt x="29137" y="26396"/>
                    <a:pt x="28866" y="26914"/>
                  </a:cubicBezTo>
                  <a:cubicBezTo>
                    <a:pt x="28191" y="28107"/>
                    <a:pt x="27448" y="29301"/>
                    <a:pt x="26322" y="30134"/>
                  </a:cubicBezTo>
                  <a:cubicBezTo>
                    <a:pt x="26277" y="30179"/>
                    <a:pt x="26254" y="30201"/>
                    <a:pt x="26187" y="30246"/>
                  </a:cubicBezTo>
                  <a:cubicBezTo>
                    <a:pt x="25624" y="29931"/>
                    <a:pt x="25061" y="29661"/>
                    <a:pt x="24520" y="29346"/>
                  </a:cubicBezTo>
                  <a:cubicBezTo>
                    <a:pt x="24003" y="29075"/>
                    <a:pt x="23485" y="28738"/>
                    <a:pt x="22922" y="28467"/>
                  </a:cubicBezTo>
                  <a:cubicBezTo>
                    <a:pt x="24160" y="27814"/>
                    <a:pt x="25376" y="27026"/>
                    <a:pt x="26502" y="26126"/>
                  </a:cubicBezTo>
                  <a:cubicBezTo>
                    <a:pt x="27065" y="25653"/>
                    <a:pt x="27605" y="25180"/>
                    <a:pt x="28101" y="24707"/>
                  </a:cubicBezTo>
                  <a:close/>
                  <a:moveTo>
                    <a:pt x="25962" y="20969"/>
                  </a:moveTo>
                  <a:cubicBezTo>
                    <a:pt x="25421" y="22208"/>
                    <a:pt x="24948" y="23469"/>
                    <a:pt x="24408" y="24707"/>
                  </a:cubicBezTo>
                  <a:cubicBezTo>
                    <a:pt x="24160" y="25337"/>
                    <a:pt x="23890" y="25945"/>
                    <a:pt x="23597" y="26598"/>
                  </a:cubicBezTo>
                  <a:cubicBezTo>
                    <a:pt x="23349" y="27184"/>
                    <a:pt x="23102" y="27814"/>
                    <a:pt x="22787" y="28400"/>
                  </a:cubicBezTo>
                  <a:cubicBezTo>
                    <a:pt x="22201" y="28715"/>
                    <a:pt x="21593" y="29008"/>
                    <a:pt x="20985" y="29278"/>
                  </a:cubicBezTo>
                  <a:cubicBezTo>
                    <a:pt x="19792" y="29773"/>
                    <a:pt x="18553" y="30201"/>
                    <a:pt x="17315" y="30472"/>
                  </a:cubicBezTo>
                  <a:lnTo>
                    <a:pt x="17315" y="30449"/>
                  </a:lnTo>
                  <a:cubicBezTo>
                    <a:pt x="17427" y="30134"/>
                    <a:pt x="17607" y="29864"/>
                    <a:pt x="17743" y="29571"/>
                  </a:cubicBezTo>
                  <a:cubicBezTo>
                    <a:pt x="17878" y="29278"/>
                    <a:pt x="18035" y="28963"/>
                    <a:pt x="18193" y="28648"/>
                  </a:cubicBezTo>
                  <a:lnTo>
                    <a:pt x="19049" y="26779"/>
                  </a:lnTo>
                  <a:cubicBezTo>
                    <a:pt x="19319" y="26148"/>
                    <a:pt x="19634" y="25518"/>
                    <a:pt x="19859" y="24842"/>
                  </a:cubicBezTo>
                  <a:cubicBezTo>
                    <a:pt x="19972" y="24820"/>
                    <a:pt x="20062" y="24775"/>
                    <a:pt x="20129" y="24729"/>
                  </a:cubicBezTo>
                  <a:cubicBezTo>
                    <a:pt x="20737" y="24437"/>
                    <a:pt x="21255" y="24054"/>
                    <a:pt x="21773" y="23649"/>
                  </a:cubicBezTo>
                  <a:cubicBezTo>
                    <a:pt x="22764" y="22861"/>
                    <a:pt x="23687" y="21960"/>
                    <a:pt x="24813" y="21397"/>
                  </a:cubicBezTo>
                  <a:cubicBezTo>
                    <a:pt x="25173" y="21194"/>
                    <a:pt x="25579" y="21059"/>
                    <a:pt x="25962" y="20969"/>
                  </a:cubicBezTo>
                  <a:close/>
                  <a:moveTo>
                    <a:pt x="2310" y="29662"/>
                  </a:moveTo>
                  <a:cubicBezTo>
                    <a:pt x="3548" y="29662"/>
                    <a:pt x="4819" y="30011"/>
                    <a:pt x="6011" y="30201"/>
                  </a:cubicBezTo>
                  <a:cubicBezTo>
                    <a:pt x="6565" y="30282"/>
                    <a:pt x="7143" y="30347"/>
                    <a:pt x="7716" y="30347"/>
                  </a:cubicBezTo>
                  <a:cubicBezTo>
                    <a:pt x="8099" y="30347"/>
                    <a:pt x="8479" y="30318"/>
                    <a:pt x="8848" y="30246"/>
                  </a:cubicBezTo>
                  <a:cubicBezTo>
                    <a:pt x="8916" y="30246"/>
                    <a:pt x="8938" y="30224"/>
                    <a:pt x="8983" y="30224"/>
                  </a:cubicBezTo>
                  <a:lnTo>
                    <a:pt x="8758" y="30449"/>
                  </a:lnTo>
                  <a:cubicBezTo>
                    <a:pt x="8690" y="30539"/>
                    <a:pt x="8600" y="30652"/>
                    <a:pt x="8488" y="30719"/>
                  </a:cubicBezTo>
                  <a:cubicBezTo>
                    <a:pt x="8420" y="30787"/>
                    <a:pt x="8308" y="30877"/>
                    <a:pt x="8285" y="30967"/>
                  </a:cubicBezTo>
                  <a:cubicBezTo>
                    <a:pt x="8263" y="30989"/>
                    <a:pt x="8263" y="31012"/>
                    <a:pt x="8263" y="31034"/>
                  </a:cubicBezTo>
                  <a:cubicBezTo>
                    <a:pt x="8150" y="31034"/>
                    <a:pt x="8037" y="31012"/>
                    <a:pt x="7925" y="31012"/>
                  </a:cubicBezTo>
                  <a:cubicBezTo>
                    <a:pt x="5651" y="30764"/>
                    <a:pt x="3421" y="30336"/>
                    <a:pt x="1192" y="29773"/>
                  </a:cubicBezTo>
                  <a:cubicBezTo>
                    <a:pt x="1560" y="29695"/>
                    <a:pt x="1933" y="29662"/>
                    <a:pt x="2310" y="29662"/>
                  </a:cubicBezTo>
                  <a:close/>
                  <a:moveTo>
                    <a:pt x="19747" y="24910"/>
                  </a:moveTo>
                  <a:lnTo>
                    <a:pt x="19747" y="24910"/>
                  </a:lnTo>
                  <a:cubicBezTo>
                    <a:pt x="19544" y="25292"/>
                    <a:pt x="19409" y="25720"/>
                    <a:pt x="19206" y="26126"/>
                  </a:cubicBezTo>
                  <a:cubicBezTo>
                    <a:pt x="18981" y="26598"/>
                    <a:pt x="18756" y="27094"/>
                    <a:pt x="18553" y="27589"/>
                  </a:cubicBezTo>
                  <a:cubicBezTo>
                    <a:pt x="18103" y="28558"/>
                    <a:pt x="17653" y="29526"/>
                    <a:pt x="17180" y="30494"/>
                  </a:cubicBezTo>
                  <a:cubicBezTo>
                    <a:pt x="15626" y="30877"/>
                    <a:pt x="14027" y="31057"/>
                    <a:pt x="12428" y="31147"/>
                  </a:cubicBezTo>
                  <a:cubicBezTo>
                    <a:pt x="13352" y="29683"/>
                    <a:pt x="14275" y="28220"/>
                    <a:pt x="15108" y="26711"/>
                  </a:cubicBezTo>
                  <a:cubicBezTo>
                    <a:pt x="16144" y="26148"/>
                    <a:pt x="17292" y="25810"/>
                    <a:pt x="18418" y="25405"/>
                  </a:cubicBezTo>
                  <a:cubicBezTo>
                    <a:pt x="18868" y="25270"/>
                    <a:pt x="19296" y="25090"/>
                    <a:pt x="19747" y="24910"/>
                  </a:cubicBezTo>
                  <a:close/>
                  <a:moveTo>
                    <a:pt x="14974" y="26795"/>
                  </a:moveTo>
                  <a:cubicBezTo>
                    <a:pt x="14148" y="28290"/>
                    <a:pt x="13298" y="29763"/>
                    <a:pt x="12316" y="31147"/>
                  </a:cubicBezTo>
                  <a:cubicBezTo>
                    <a:pt x="11969" y="31166"/>
                    <a:pt x="11618" y="31174"/>
                    <a:pt x="11266" y="31174"/>
                  </a:cubicBezTo>
                  <a:cubicBezTo>
                    <a:pt x="10338" y="31174"/>
                    <a:pt x="9396" y="31116"/>
                    <a:pt x="8465" y="31034"/>
                  </a:cubicBezTo>
                  <a:cubicBezTo>
                    <a:pt x="8488" y="30877"/>
                    <a:pt x="8803" y="30652"/>
                    <a:pt x="8871" y="30539"/>
                  </a:cubicBezTo>
                  <a:cubicBezTo>
                    <a:pt x="9028" y="30404"/>
                    <a:pt x="9141" y="30291"/>
                    <a:pt x="9253" y="30111"/>
                  </a:cubicBezTo>
                  <a:cubicBezTo>
                    <a:pt x="10222" y="29886"/>
                    <a:pt x="11122" y="29391"/>
                    <a:pt x="11978" y="28828"/>
                  </a:cubicBezTo>
                  <a:cubicBezTo>
                    <a:pt x="12991" y="28152"/>
                    <a:pt x="13915" y="27409"/>
                    <a:pt x="14950" y="26801"/>
                  </a:cubicBezTo>
                  <a:cubicBezTo>
                    <a:pt x="14950" y="26801"/>
                    <a:pt x="14962" y="26801"/>
                    <a:pt x="14974" y="26795"/>
                  </a:cubicBezTo>
                  <a:close/>
                  <a:moveTo>
                    <a:pt x="22787" y="28535"/>
                  </a:moveTo>
                  <a:cubicBezTo>
                    <a:pt x="23327" y="28873"/>
                    <a:pt x="23890" y="29120"/>
                    <a:pt x="24453" y="29413"/>
                  </a:cubicBezTo>
                  <a:cubicBezTo>
                    <a:pt x="25016" y="29683"/>
                    <a:pt x="25534" y="29999"/>
                    <a:pt x="26074" y="30291"/>
                  </a:cubicBezTo>
                  <a:cubicBezTo>
                    <a:pt x="25016" y="31102"/>
                    <a:pt x="23710" y="31642"/>
                    <a:pt x="22494" y="32228"/>
                  </a:cubicBezTo>
                  <a:cubicBezTo>
                    <a:pt x="21751" y="32588"/>
                    <a:pt x="20985" y="32948"/>
                    <a:pt x="20242" y="33331"/>
                  </a:cubicBezTo>
                  <a:lnTo>
                    <a:pt x="18733" y="31980"/>
                  </a:lnTo>
                  <a:cubicBezTo>
                    <a:pt x="18486" y="31710"/>
                    <a:pt x="18193" y="31462"/>
                    <a:pt x="17945" y="31215"/>
                  </a:cubicBezTo>
                  <a:lnTo>
                    <a:pt x="17607" y="30877"/>
                  </a:lnTo>
                  <a:lnTo>
                    <a:pt x="17427" y="30697"/>
                  </a:lnTo>
                  <a:lnTo>
                    <a:pt x="17360" y="30629"/>
                  </a:lnTo>
                  <a:cubicBezTo>
                    <a:pt x="19229" y="30134"/>
                    <a:pt x="21075" y="29458"/>
                    <a:pt x="22787" y="28535"/>
                  </a:cubicBezTo>
                  <a:close/>
                  <a:moveTo>
                    <a:pt x="832" y="29886"/>
                  </a:moveTo>
                  <a:lnTo>
                    <a:pt x="832" y="29886"/>
                  </a:lnTo>
                  <a:cubicBezTo>
                    <a:pt x="3286" y="30517"/>
                    <a:pt x="5786" y="30989"/>
                    <a:pt x="8308" y="31215"/>
                  </a:cubicBezTo>
                  <a:lnTo>
                    <a:pt x="8398" y="31372"/>
                  </a:lnTo>
                  <a:lnTo>
                    <a:pt x="8735" y="32048"/>
                  </a:lnTo>
                  <a:cubicBezTo>
                    <a:pt x="9163" y="32903"/>
                    <a:pt x="9614" y="33782"/>
                    <a:pt x="10064" y="34592"/>
                  </a:cubicBezTo>
                  <a:lnTo>
                    <a:pt x="9726" y="34592"/>
                  </a:lnTo>
                  <a:cubicBezTo>
                    <a:pt x="9163" y="34525"/>
                    <a:pt x="8623" y="34367"/>
                    <a:pt x="8082" y="34142"/>
                  </a:cubicBezTo>
                  <a:cubicBezTo>
                    <a:pt x="7002" y="33647"/>
                    <a:pt x="6011" y="32903"/>
                    <a:pt x="5020" y="32250"/>
                  </a:cubicBezTo>
                  <a:cubicBezTo>
                    <a:pt x="3872" y="31530"/>
                    <a:pt x="2656" y="30787"/>
                    <a:pt x="1417" y="30201"/>
                  </a:cubicBezTo>
                  <a:cubicBezTo>
                    <a:pt x="1215" y="30089"/>
                    <a:pt x="989" y="29999"/>
                    <a:pt x="832" y="29886"/>
                  </a:cubicBezTo>
                  <a:close/>
                  <a:moveTo>
                    <a:pt x="8488" y="31237"/>
                  </a:moveTo>
                  <a:lnTo>
                    <a:pt x="8488" y="31237"/>
                  </a:lnTo>
                  <a:cubicBezTo>
                    <a:pt x="9365" y="31314"/>
                    <a:pt x="10253" y="31349"/>
                    <a:pt x="11136" y="31349"/>
                  </a:cubicBezTo>
                  <a:cubicBezTo>
                    <a:pt x="11546" y="31349"/>
                    <a:pt x="11954" y="31341"/>
                    <a:pt x="12361" y="31327"/>
                  </a:cubicBezTo>
                  <a:cubicBezTo>
                    <a:pt x="12811" y="31890"/>
                    <a:pt x="13307" y="32431"/>
                    <a:pt x="13757" y="32994"/>
                  </a:cubicBezTo>
                  <a:cubicBezTo>
                    <a:pt x="13982" y="33264"/>
                    <a:pt x="14207" y="33579"/>
                    <a:pt x="14455" y="33849"/>
                  </a:cubicBezTo>
                  <a:cubicBezTo>
                    <a:pt x="14658" y="34097"/>
                    <a:pt x="14838" y="34345"/>
                    <a:pt x="15040" y="34592"/>
                  </a:cubicBezTo>
                  <a:cubicBezTo>
                    <a:pt x="14455" y="34457"/>
                    <a:pt x="13892" y="34300"/>
                    <a:pt x="13329" y="34277"/>
                  </a:cubicBezTo>
                  <a:cubicBezTo>
                    <a:pt x="13213" y="34264"/>
                    <a:pt x="13098" y="34259"/>
                    <a:pt x="12983" y="34259"/>
                  </a:cubicBezTo>
                  <a:cubicBezTo>
                    <a:pt x="12498" y="34259"/>
                    <a:pt x="12028" y="34357"/>
                    <a:pt x="11573" y="34412"/>
                  </a:cubicBezTo>
                  <a:cubicBezTo>
                    <a:pt x="11122" y="34502"/>
                    <a:pt x="10672" y="34592"/>
                    <a:pt x="10199" y="34592"/>
                  </a:cubicBezTo>
                  <a:cubicBezTo>
                    <a:pt x="9839" y="33804"/>
                    <a:pt x="9411" y="33039"/>
                    <a:pt x="9028" y="32273"/>
                  </a:cubicBezTo>
                  <a:cubicBezTo>
                    <a:pt x="8938" y="32093"/>
                    <a:pt x="8826" y="31890"/>
                    <a:pt x="8735" y="31710"/>
                  </a:cubicBezTo>
                  <a:cubicBezTo>
                    <a:pt x="8690" y="31642"/>
                    <a:pt x="8645" y="31530"/>
                    <a:pt x="8600" y="31440"/>
                  </a:cubicBezTo>
                  <a:cubicBezTo>
                    <a:pt x="8578" y="31372"/>
                    <a:pt x="8510" y="31327"/>
                    <a:pt x="8488" y="31237"/>
                  </a:cubicBezTo>
                  <a:close/>
                  <a:moveTo>
                    <a:pt x="17180" y="30652"/>
                  </a:moveTo>
                  <a:cubicBezTo>
                    <a:pt x="18103" y="31575"/>
                    <a:pt x="19071" y="32498"/>
                    <a:pt x="20084" y="33376"/>
                  </a:cubicBezTo>
                  <a:cubicBezTo>
                    <a:pt x="19612" y="33624"/>
                    <a:pt x="19116" y="33849"/>
                    <a:pt x="18621" y="34097"/>
                  </a:cubicBezTo>
                  <a:cubicBezTo>
                    <a:pt x="18035" y="34390"/>
                    <a:pt x="17405" y="34660"/>
                    <a:pt x="16729" y="34750"/>
                  </a:cubicBezTo>
                  <a:cubicBezTo>
                    <a:pt x="16600" y="34766"/>
                    <a:pt x="16473" y="34773"/>
                    <a:pt x="16346" y="34773"/>
                  </a:cubicBezTo>
                  <a:cubicBezTo>
                    <a:pt x="15942" y="34773"/>
                    <a:pt x="15547" y="34700"/>
                    <a:pt x="15153" y="34615"/>
                  </a:cubicBezTo>
                  <a:cubicBezTo>
                    <a:pt x="14928" y="34367"/>
                    <a:pt x="14770" y="34074"/>
                    <a:pt x="14545" y="33804"/>
                  </a:cubicBezTo>
                  <a:cubicBezTo>
                    <a:pt x="14320" y="33489"/>
                    <a:pt x="14050" y="33196"/>
                    <a:pt x="13825" y="32903"/>
                  </a:cubicBezTo>
                  <a:cubicBezTo>
                    <a:pt x="13374" y="32363"/>
                    <a:pt x="12969" y="31823"/>
                    <a:pt x="12473" y="31282"/>
                  </a:cubicBezTo>
                  <a:lnTo>
                    <a:pt x="13757" y="31215"/>
                  </a:lnTo>
                  <a:cubicBezTo>
                    <a:pt x="14905" y="31102"/>
                    <a:pt x="16054" y="30922"/>
                    <a:pt x="17180" y="30652"/>
                  </a:cubicBezTo>
                  <a:close/>
                  <a:moveTo>
                    <a:pt x="15041" y="1"/>
                  </a:moveTo>
                  <a:cubicBezTo>
                    <a:pt x="14955" y="1"/>
                    <a:pt x="14860" y="59"/>
                    <a:pt x="14860" y="140"/>
                  </a:cubicBezTo>
                  <a:cubicBezTo>
                    <a:pt x="14905" y="2324"/>
                    <a:pt x="14005" y="4396"/>
                    <a:pt x="12316" y="5792"/>
                  </a:cubicBezTo>
                  <a:cubicBezTo>
                    <a:pt x="10582" y="7256"/>
                    <a:pt x="8218" y="8134"/>
                    <a:pt x="7092" y="10206"/>
                  </a:cubicBezTo>
                  <a:cubicBezTo>
                    <a:pt x="6574" y="11219"/>
                    <a:pt x="6416" y="12345"/>
                    <a:pt x="5921" y="13358"/>
                  </a:cubicBezTo>
                  <a:cubicBezTo>
                    <a:pt x="5380" y="14461"/>
                    <a:pt x="4435" y="15250"/>
                    <a:pt x="3692" y="16173"/>
                  </a:cubicBezTo>
                  <a:cubicBezTo>
                    <a:pt x="2453" y="17681"/>
                    <a:pt x="1687" y="19528"/>
                    <a:pt x="1440" y="21442"/>
                  </a:cubicBezTo>
                  <a:cubicBezTo>
                    <a:pt x="1192" y="23356"/>
                    <a:pt x="1417" y="25383"/>
                    <a:pt x="2205" y="27161"/>
                  </a:cubicBezTo>
                  <a:cubicBezTo>
                    <a:pt x="2318" y="27387"/>
                    <a:pt x="2431" y="27589"/>
                    <a:pt x="2543" y="27814"/>
                  </a:cubicBezTo>
                  <a:cubicBezTo>
                    <a:pt x="2574" y="27860"/>
                    <a:pt x="2620" y="27880"/>
                    <a:pt x="2664" y="27880"/>
                  </a:cubicBezTo>
                  <a:cubicBezTo>
                    <a:pt x="2750" y="27880"/>
                    <a:pt x="2828" y="27806"/>
                    <a:pt x="2768" y="27702"/>
                  </a:cubicBezTo>
                  <a:cubicBezTo>
                    <a:pt x="1868" y="25968"/>
                    <a:pt x="1507" y="23941"/>
                    <a:pt x="1665" y="22005"/>
                  </a:cubicBezTo>
                  <a:cubicBezTo>
                    <a:pt x="1845" y="20068"/>
                    <a:pt x="2521" y="18154"/>
                    <a:pt x="3692" y="16601"/>
                  </a:cubicBezTo>
                  <a:cubicBezTo>
                    <a:pt x="4164" y="15993"/>
                    <a:pt x="4727" y="15452"/>
                    <a:pt x="5245" y="14867"/>
                  </a:cubicBezTo>
                  <a:cubicBezTo>
                    <a:pt x="5561" y="16330"/>
                    <a:pt x="5921" y="17794"/>
                    <a:pt x="6259" y="19213"/>
                  </a:cubicBezTo>
                  <a:cubicBezTo>
                    <a:pt x="6596" y="20721"/>
                    <a:pt x="6934" y="22185"/>
                    <a:pt x="7294" y="23671"/>
                  </a:cubicBezTo>
                  <a:cubicBezTo>
                    <a:pt x="6979" y="24009"/>
                    <a:pt x="6641" y="24347"/>
                    <a:pt x="6349" y="24684"/>
                  </a:cubicBezTo>
                  <a:cubicBezTo>
                    <a:pt x="4682" y="26351"/>
                    <a:pt x="2858" y="27859"/>
                    <a:pt x="899" y="29211"/>
                  </a:cubicBezTo>
                  <a:cubicBezTo>
                    <a:pt x="674" y="29391"/>
                    <a:pt x="426" y="29548"/>
                    <a:pt x="201" y="29728"/>
                  </a:cubicBezTo>
                  <a:cubicBezTo>
                    <a:pt x="0" y="29838"/>
                    <a:pt x="96" y="30007"/>
                    <a:pt x="211" y="30007"/>
                  </a:cubicBezTo>
                  <a:cubicBezTo>
                    <a:pt x="238" y="30007"/>
                    <a:pt x="266" y="29997"/>
                    <a:pt x="291" y="29976"/>
                  </a:cubicBezTo>
                  <a:cubicBezTo>
                    <a:pt x="323" y="29992"/>
                    <a:pt x="366" y="30008"/>
                    <a:pt x="421" y="30008"/>
                  </a:cubicBezTo>
                  <a:cubicBezTo>
                    <a:pt x="443" y="30008"/>
                    <a:pt x="468" y="30005"/>
                    <a:pt x="494" y="29999"/>
                  </a:cubicBezTo>
                  <a:cubicBezTo>
                    <a:pt x="517" y="29976"/>
                    <a:pt x="539" y="29976"/>
                    <a:pt x="607" y="29976"/>
                  </a:cubicBezTo>
                  <a:cubicBezTo>
                    <a:pt x="1800" y="30629"/>
                    <a:pt x="3016" y="31327"/>
                    <a:pt x="4209" y="32048"/>
                  </a:cubicBezTo>
                  <a:cubicBezTo>
                    <a:pt x="5268" y="32701"/>
                    <a:pt x="6281" y="33466"/>
                    <a:pt x="7384" y="34074"/>
                  </a:cubicBezTo>
                  <a:cubicBezTo>
                    <a:pt x="8259" y="34550"/>
                    <a:pt x="9182" y="34849"/>
                    <a:pt x="10167" y="34849"/>
                  </a:cubicBezTo>
                  <a:cubicBezTo>
                    <a:pt x="10348" y="34849"/>
                    <a:pt x="10532" y="34838"/>
                    <a:pt x="10717" y="34817"/>
                  </a:cubicBezTo>
                  <a:cubicBezTo>
                    <a:pt x="11325" y="34727"/>
                    <a:pt x="11933" y="34592"/>
                    <a:pt x="12586" y="34525"/>
                  </a:cubicBezTo>
                  <a:cubicBezTo>
                    <a:pt x="12694" y="34517"/>
                    <a:pt x="12801" y="34513"/>
                    <a:pt x="12907" y="34513"/>
                  </a:cubicBezTo>
                  <a:cubicBezTo>
                    <a:pt x="13401" y="34513"/>
                    <a:pt x="13883" y="34594"/>
                    <a:pt x="14365" y="34705"/>
                  </a:cubicBezTo>
                  <a:cubicBezTo>
                    <a:pt x="14928" y="34817"/>
                    <a:pt x="15491" y="34975"/>
                    <a:pt x="16076" y="35020"/>
                  </a:cubicBezTo>
                  <a:cubicBezTo>
                    <a:pt x="16129" y="35022"/>
                    <a:pt x="16182" y="35023"/>
                    <a:pt x="16234" y="35023"/>
                  </a:cubicBezTo>
                  <a:cubicBezTo>
                    <a:pt x="16805" y="35023"/>
                    <a:pt x="17339" y="34911"/>
                    <a:pt x="17855" y="34705"/>
                  </a:cubicBezTo>
                  <a:cubicBezTo>
                    <a:pt x="18508" y="34457"/>
                    <a:pt x="19161" y="34119"/>
                    <a:pt x="19769" y="33804"/>
                  </a:cubicBezTo>
                  <a:cubicBezTo>
                    <a:pt x="20445" y="33466"/>
                    <a:pt x="21120" y="33151"/>
                    <a:pt x="21796" y="32813"/>
                  </a:cubicBezTo>
                  <a:cubicBezTo>
                    <a:pt x="23102" y="32205"/>
                    <a:pt x="24475" y="31597"/>
                    <a:pt x="25714" y="30854"/>
                  </a:cubicBezTo>
                  <a:cubicBezTo>
                    <a:pt x="26299" y="30472"/>
                    <a:pt x="26862" y="30021"/>
                    <a:pt x="27380" y="29526"/>
                  </a:cubicBezTo>
                  <a:cubicBezTo>
                    <a:pt x="27853" y="29008"/>
                    <a:pt x="28236" y="28445"/>
                    <a:pt x="28596" y="27859"/>
                  </a:cubicBezTo>
                  <a:cubicBezTo>
                    <a:pt x="29925" y="25698"/>
                    <a:pt x="31028" y="23356"/>
                    <a:pt x="31523" y="20856"/>
                  </a:cubicBezTo>
                  <a:cubicBezTo>
                    <a:pt x="31591" y="20541"/>
                    <a:pt x="31636" y="20226"/>
                    <a:pt x="31704" y="19888"/>
                  </a:cubicBezTo>
                  <a:cubicBezTo>
                    <a:pt x="31716" y="19800"/>
                    <a:pt x="31652" y="19754"/>
                    <a:pt x="31584" y="19754"/>
                  </a:cubicBezTo>
                  <a:cubicBezTo>
                    <a:pt x="31531" y="19754"/>
                    <a:pt x="31476" y="19783"/>
                    <a:pt x="31456" y="19843"/>
                  </a:cubicBezTo>
                  <a:cubicBezTo>
                    <a:pt x="31208" y="20384"/>
                    <a:pt x="30758" y="20789"/>
                    <a:pt x="30150" y="20992"/>
                  </a:cubicBezTo>
                  <a:cubicBezTo>
                    <a:pt x="29919" y="21066"/>
                    <a:pt x="29688" y="21094"/>
                    <a:pt x="29456" y="21094"/>
                  </a:cubicBezTo>
                  <a:cubicBezTo>
                    <a:pt x="29125" y="21094"/>
                    <a:pt x="28793" y="21035"/>
                    <a:pt x="28461" y="20969"/>
                  </a:cubicBezTo>
                  <a:cubicBezTo>
                    <a:pt x="27943" y="20856"/>
                    <a:pt x="27403" y="20721"/>
                    <a:pt x="26840" y="20721"/>
                  </a:cubicBezTo>
                  <a:cubicBezTo>
                    <a:pt x="26322" y="20721"/>
                    <a:pt x="25826" y="20856"/>
                    <a:pt x="25331" y="21014"/>
                  </a:cubicBezTo>
                  <a:cubicBezTo>
                    <a:pt x="24250" y="21442"/>
                    <a:pt x="23304" y="22208"/>
                    <a:pt x="22404" y="22928"/>
                  </a:cubicBezTo>
                  <a:cubicBezTo>
                    <a:pt x="21886" y="23356"/>
                    <a:pt x="21368" y="23806"/>
                    <a:pt x="20782" y="24167"/>
                  </a:cubicBezTo>
                  <a:cubicBezTo>
                    <a:pt x="20535" y="24347"/>
                    <a:pt x="20242" y="24482"/>
                    <a:pt x="19972" y="24617"/>
                  </a:cubicBezTo>
                  <a:cubicBezTo>
                    <a:pt x="19972" y="24617"/>
                    <a:pt x="19927" y="24617"/>
                    <a:pt x="19927" y="24662"/>
                  </a:cubicBezTo>
                  <a:cubicBezTo>
                    <a:pt x="19657" y="24797"/>
                    <a:pt x="19341" y="24910"/>
                    <a:pt x="19026" y="25022"/>
                  </a:cubicBezTo>
                  <a:cubicBezTo>
                    <a:pt x="17878" y="25450"/>
                    <a:pt x="16639" y="25720"/>
                    <a:pt x="15513" y="26261"/>
                  </a:cubicBezTo>
                  <a:cubicBezTo>
                    <a:pt x="14455" y="26756"/>
                    <a:pt x="13487" y="27477"/>
                    <a:pt x="12541" y="28152"/>
                  </a:cubicBezTo>
                  <a:cubicBezTo>
                    <a:pt x="11573" y="28828"/>
                    <a:pt x="10582" y="29458"/>
                    <a:pt x="9501" y="29841"/>
                  </a:cubicBezTo>
                  <a:cubicBezTo>
                    <a:pt x="8911" y="30015"/>
                    <a:pt x="8313" y="30086"/>
                    <a:pt x="7717" y="30086"/>
                  </a:cubicBezTo>
                  <a:cubicBezTo>
                    <a:pt x="7312" y="30086"/>
                    <a:pt x="6907" y="30053"/>
                    <a:pt x="6506" y="29999"/>
                  </a:cubicBezTo>
                  <a:cubicBezTo>
                    <a:pt x="5169" y="29812"/>
                    <a:pt x="3793" y="29384"/>
                    <a:pt x="2427" y="29384"/>
                  </a:cubicBezTo>
                  <a:cubicBezTo>
                    <a:pt x="1976" y="29384"/>
                    <a:pt x="1526" y="29431"/>
                    <a:pt x="1079" y="29548"/>
                  </a:cubicBezTo>
                  <a:cubicBezTo>
                    <a:pt x="1057" y="29548"/>
                    <a:pt x="1012" y="29571"/>
                    <a:pt x="989" y="29571"/>
                  </a:cubicBezTo>
                  <a:cubicBezTo>
                    <a:pt x="1642" y="29098"/>
                    <a:pt x="2295" y="28625"/>
                    <a:pt x="2903" y="28152"/>
                  </a:cubicBezTo>
                  <a:cubicBezTo>
                    <a:pt x="4142" y="28152"/>
                    <a:pt x="5403" y="28040"/>
                    <a:pt x="6619" y="27769"/>
                  </a:cubicBezTo>
                  <a:cubicBezTo>
                    <a:pt x="7947" y="27499"/>
                    <a:pt x="9298" y="27094"/>
                    <a:pt x="10447" y="26418"/>
                  </a:cubicBezTo>
                  <a:cubicBezTo>
                    <a:pt x="11032" y="26081"/>
                    <a:pt x="11573" y="25675"/>
                    <a:pt x="12046" y="25157"/>
                  </a:cubicBezTo>
                  <a:cubicBezTo>
                    <a:pt x="12541" y="24617"/>
                    <a:pt x="12946" y="24031"/>
                    <a:pt x="13487" y="23536"/>
                  </a:cubicBezTo>
                  <a:cubicBezTo>
                    <a:pt x="14410" y="22590"/>
                    <a:pt x="15648" y="22027"/>
                    <a:pt x="16527" y="21059"/>
                  </a:cubicBezTo>
                  <a:cubicBezTo>
                    <a:pt x="17337" y="20091"/>
                    <a:pt x="17540" y="18875"/>
                    <a:pt x="17945" y="17726"/>
                  </a:cubicBezTo>
                  <a:cubicBezTo>
                    <a:pt x="18351" y="16488"/>
                    <a:pt x="19364" y="15565"/>
                    <a:pt x="19814" y="14326"/>
                  </a:cubicBezTo>
                  <a:cubicBezTo>
                    <a:pt x="20017" y="13763"/>
                    <a:pt x="20107" y="13200"/>
                    <a:pt x="20107" y="12615"/>
                  </a:cubicBezTo>
                  <a:cubicBezTo>
                    <a:pt x="20107" y="11962"/>
                    <a:pt x="19927" y="11331"/>
                    <a:pt x="19747" y="10723"/>
                  </a:cubicBezTo>
                  <a:cubicBezTo>
                    <a:pt x="19544" y="10070"/>
                    <a:pt x="19364" y="9462"/>
                    <a:pt x="19341" y="8787"/>
                  </a:cubicBezTo>
                  <a:cubicBezTo>
                    <a:pt x="19319" y="8134"/>
                    <a:pt x="19409" y="7458"/>
                    <a:pt x="19409" y="6805"/>
                  </a:cubicBezTo>
                  <a:cubicBezTo>
                    <a:pt x="19409" y="5567"/>
                    <a:pt x="19026" y="4441"/>
                    <a:pt x="18351" y="3405"/>
                  </a:cubicBezTo>
                  <a:cubicBezTo>
                    <a:pt x="17675" y="2369"/>
                    <a:pt x="16774" y="1469"/>
                    <a:pt x="15851" y="636"/>
                  </a:cubicBezTo>
                  <a:cubicBezTo>
                    <a:pt x="15626" y="455"/>
                    <a:pt x="15378" y="230"/>
                    <a:pt x="15131" y="28"/>
                  </a:cubicBezTo>
                  <a:cubicBezTo>
                    <a:pt x="15106" y="9"/>
                    <a:pt x="15074" y="1"/>
                    <a:pt x="1504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241056" y="219272"/>
            <a:ext cx="8681461" cy="4613326"/>
            <a:chOff x="241056" y="219272"/>
            <a:chExt cx="8681461" cy="4613326"/>
          </a:xfrm>
        </p:grpSpPr>
        <p:sp>
          <p:nvSpPr>
            <p:cNvPr id="30" name="Google Shape;30;p4"/>
            <p:cNvSpPr/>
            <p:nvPr/>
          </p:nvSpPr>
          <p:spPr>
            <a:xfrm flipH="1">
              <a:off x="241056" y="219272"/>
              <a:ext cx="1352145" cy="403479"/>
            </a:xfrm>
            <a:custGeom>
              <a:avLst/>
              <a:gdLst/>
              <a:ahLst/>
              <a:cxnLst/>
              <a:rect l="l" t="t" r="r" b="b"/>
              <a:pathLst>
                <a:path w="56783" h="16944" extrusionOk="0">
                  <a:moveTo>
                    <a:pt x="46" y="1"/>
                  </a:moveTo>
                  <a:cubicBezTo>
                    <a:pt x="23" y="1"/>
                    <a:pt x="1" y="18"/>
                    <a:pt x="1" y="51"/>
                  </a:cubicBezTo>
                  <a:cubicBezTo>
                    <a:pt x="91" y="1898"/>
                    <a:pt x="901" y="3699"/>
                    <a:pt x="2343" y="4915"/>
                  </a:cubicBezTo>
                  <a:cubicBezTo>
                    <a:pt x="3831" y="6194"/>
                    <a:pt x="5769" y="6634"/>
                    <a:pt x="7682" y="6634"/>
                  </a:cubicBezTo>
                  <a:cubicBezTo>
                    <a:pt x="7824" y="6634"/>
                    <a:pt x="7966" y="6631"/>
                    <a:pt x="8107" y="6627"/>
                  </a:cubicBezTo>
                  <a:cubicBezTo>
                    <a:pt x="10291" y="6582"/>
                    <a:pt x="12430" y="6041"/>
                    <a:pt x="14592" y="5884"/>
                  </a:cubicBezTo>
                  <a:cubicBezTo>
                    <a:pt x="15045" y="5843"/>
                    <a:pt x="15508" y="5819"/>
                    <a:pt x="15972" y="5819"/>
                  </a:cubicBezTo>
                  <a:cubicBezTo>
                    <a:pt x="17589" y="5819"/>
                    <a:pt x="19230" y="6115"/>
                    <a:pt x="20559" y="7077"/>
                  </a:cubicBezTo>
                  <a:cubicBezTo>
                    <a:pt x="22226" y="8270"/>
                    <a:pt x="23081" y="10184"/>
                    <a:pt x="24590" y="11513"/>
                  </a:cubicBezTo>
                  <a:cubicBezTo>
                    <a:pt x="26007" y="12758"/>
                    <a:pt x="27894" y="13205"/>
                    <a:pt x="29745" y="13205"/>
                  </a:cubicBezTo>
                  <a:cubicBezTo>
                    <a:pt x="29836" y="13205"/>
                    <a:pt x="29926" y="13204"/>
                    <a:pt x="30017" y="13202"/>
                  </a:cubicBezTo>
                  <a:cubicBezTo>
                    <a:pt x="31008" y="13157"/>
                    <a:pt x="32021" y="12999"/>
                    <a:pt x="32967" y="12751"/>
                  </a:cubicBezTo>
                  <a:cubicBezTo>
                    <a:pt x="34092" y="12459"/>
                    <a:pt x="35218" y="12098"/>
                    <a:pt x="36344" y="11851"/>
                  </a:cubicBezTo>
                  <a:cubicBezTo>
                    <a:pt x="36921" y="11742"/>
                    <a:pt x="37513" y="11665"/>
                    <a:pt x="38099" y="11665"/>
                  </a:cubicBezTo>
                  <a:cubicBezTo>
                    <a:pt x="38725" y="11665"/>
                    <a:pt x="39343" y="11753"/>
                    <a:pt x="39925" y="11986"/>
                  </a:cubicBezTo>
                  <a:cubicBezTo>
                    <a:pt x="40870" y="12346"/>
                    <a:pt x="41658" y="13022"/>
                    <a:pt x="42402" y="13675"/>
                  </a:cubicBezTo>
                  <a:cubicBezTo>
                    <a:pt x="43167" y="14350"/>
                    <a:pt x="43910" y="15048"/>
                    <a:pt x="44811" y="15566"/>
                  </a:cubicBezTo>
                  <a:cubicBezTo>
                    <a:pt x="45757" y="16084"/>
                    <a:pt x="46770" y="16422"/>
                    <a:pt x="47783" y="16647"/>
                  </a:cubicBezTo>
                  <a:cubicBezTo>
                    <a:pt x="48769" y="16860"/>
                    <a:pt x="49771" y="16944"/>
                    <a:pt x="50777" y="16944"/>
                  </a:cubicBezTo>
                  <a:cubicBezTo>
                    <a:pt x="52116" y="16944"/>
                    <a:pt x="53462" y="16795"/>
                    <a:pt x="54786" y="16602"/>
                  </a:cubicBezTo>
                  <a:cubicBezTo>
                    <a:pt x="55372" y="16512"/>
                    <a:pt x="55957" y="16399"/>
                    <a:pt x="56565" y="16287"/>
                  </a:cubicBezTo>
                  <a:cubicBezTo>
                    <a:pt x="56782" y="16243"/>
                    <a:pt x="56727" y="15970"/>
                    <a:pt x="56582" y="15970"/>
                  </a:cubicBezTo>
                  <a:cubicBezTo>
                    <a:pt x="56577" y="15970"/>
                    <a:pt x="56571" y="15971"/>
                    <a:pt x="56565" y="15971"/>
                  </a:cubicBezTo>
                  <a:cubicBezTo>
                    <a:pt x="54584" y="16286"/>
                    <a:pt x="52602" y="16632"/>
                    <a:pt x="50596" y="16632"/>
                  </a:cubicBezTo>
                  <a:cubicBezTo>
                    <a:pt x="50162" y="16632"/>
                    <a:pt x="49728" y="16615"/>
                    <a:pt x="49292" y="16579"/>
                  </a:cubicBezTo>
                  <a:cubicBezTo>
                    <a:pt x="47130" y="16377"/>
                    <a:pt x="45126" y="15634"/>
                    <a:pt x="43437" y="14215"/>
                  </a:cubicBezTo>
                  <a:cubicBezTo>
                    <a:pt x="42672" y="13562"/>
                    <a:pt x="41996" y="12864"/>
                    <a:pt x="41186" y="12301"/>
                  </a:cubicBezTo>
                  <a:cubicBezTo>
                    <a:pt x="40352" y="11738"/>
                    <a:pt x="39407" y="11400"/>
                    <a:pt x="38393" y="11333"/>
                  </a:cubicBezTo>
                  <a:cubicBezTo>
                    <a:pt x="38278" y="11327"/>
                    <a:pt x="38164" y="11324"/>
                    <a:pt x="38049" y="11324"/>
                  </a:cubicBezTo>
                  <a:cubicBezTo>
                    <a:pt x="35966" y="11324"/>
                    <a:pt x="33959" y="12256"/>
                    <a:pt x="31931" y="12661"/>
                  </a:cubicBezTo>
                  <a:cubicBezTo>
                    <a:pt x="31125" y="12817"/>
                    <a:pt x="30289" y="12917"/>
                    <a:pt x="29460" y="12917"/>
                  </a:cubicBezTo>
                  <a:cubicBezTo>
                    <a:pt x="28250" y="12917"/>
                    <a:pt x="27055" y="12705"/>
                    <a:pt x="25986" y="12143"/>
                  </a:cubicBezTo>
                  <a:cubicBezTo>
                    <a:pt x="24162" y="11220"/>
                    <a:pt x="23194" y="9396"/>
                    <a:pt x="21888" y="7933"/>
                  </a:cubicBezTo>
                  <a:cubicBezTo>
                    <a:pt x="21235" y="7190"/>
                    <a:pt x="20447" y="6604"/>
                    <a:pt x="19546" y="6221"/>
                  </a:cubicBezTo>
                  <a:cubicBezTo>
                    <a:pt x="18668" y="5838"/>
                    <a:pt x="17722" y="5658"/>
                    <a:pt x="16776" y="5591"/>
                  </a:cubicBezTo>
                  <a:cubicBezTo>
                    <a:pt x="16483" y="5572"/>
                    <a:pt x="16190" y="5563"/>
                    <a:pt x="15898" y="5563"/>
                  </a:cubicBezTo>
                  <a:cubicBezTo>
                    <a:pt x="14130" y="5563"/>
                    <a:pt x="12391" y="5883"/>
                    <a:pt x="10652" y="6154"/>
                  </a:cubicBezTo>
                  <a:cubicBezTo>
                    <a:pt x="9653" y="6299"/>
                    <a:pt x="8617" y="6421"/>
                    <a:pt x="7584" y="6421"/>
                  </a:cubicBezTo>
                  <a:cubicBezTo>
                    <a:pt x="6380" y="6421"/>
                    <a:pt x="5181" y="6256"/>
                    <a:pt x="4054" y="5771"/>
                  </a:cubicBezTo>
                  <a:cubicBezTo>
                    <a:pt x="2297" y="4983"/>
                    <a:pt x="901" y="3339"/>
                    <a:pt x="338" y="1493"/>
                  </a:cubicBezTo>
                  <a:cubicBezTo>
                    <a:pt x="203" y="997"/>
                    <a:pt x="113" y="547"/>
                    <a:pt x="91" y="51"/>
                  </a:cubicBezTo>
                  <a:cubicBezTo>
                    <a:pt x="91" y="18"/>
                    <a:pt x="68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10800000" flipH="1">
              <a:off x="8268879" y="4182710"/>
              <a:ext cx="653638" cy="649889"/>
            </a:xfrm>
            <a:custGeom>
              <a:avLst/>
              <a:gdLst/>
              <a:ahLst/>
              <a:cxnLst/>
              <a:rect l="l" t="t" r="r" b="b"/>
              <a:pathLst>
                <a:path w="31730" h="31548" extrusionOk="0">
                  <a:moveTo>
                    <a:pt x="10563" y="193"/>
                  </a:moveTo>
                  <a:lnTo>
                    <a:pt x="11396" y="1882"/>
                  </a:lnTo>
                  <a:cubicBezTo>
                    <a:pt x="11644" y="2422"/>
                    <a:pt x="11914" y="2985"/>
                    <a:pt x="12207" y="3525"/>
                  </a:cubicBezTo>
                  <a:cubicBezTo>
                    <a:pt x="11276" y="3405"/>
                    <a:pt x="10325" y="3345"/>
                    <a:pt x="9368" y="3345"/>
                  </a:cubicBezTo>
                  <a:cubicBezTo>
                    <a:pt x="8889" y="3345"/>
                    <a:pt x="8409" y="3360"/>
                    <a:pt x="7928" y="3390"/>
                  </a:cubicBezTo>
                  <a:cubicBezTo>
                    <a:pt x="7230" y="3435"/>
                    <a:pt x="6510" y="3503"/>
                    <a:pt x="5789" y="3615"/>
                  </a:cubicBezTo>
                  <a:cubicBezTo>
                    <a:pt x="5496" y="3120"/>
                    <a:pt x="5204" y="2647"/>
                    <a:pt x="4934" y="2152"/>
                  </a:cubicBezTo>
                  <a:cubicBezTo>
                    <a:pt x="5406" y="1882"/>
                    <a:pt x="5902" y="1634"/>
                    <a:pt x="6442" y="1386"/>
                  </a:cubicBezTo>
                  <a:cubicBezTo>
                    <a:pt x="7681" y="801"/>
                    <a:pt x="8987" y="260"/>
                    <a:pt x="10383" y="193"/>
                  </a:cubicBezTo>
                  <a:close/>
                  <a:moveTo>
                    <a:pt x="10676" y="193"/>
                  </a:moveTo>
                  <a:cubicBezTo>
                    <a:pt x="12027" y="193"/>
                    <a:pt x="13378" y="485"/>
                    <a:pt x="14729" y="711"/>
                  </a:cubicBezTo>
                  <a:cubicBezTo>
                    <a:pt x="15539" y="846"/>
                    <a:pt x="16373" y="981"/>
                    <a:pt x="17206" y="1138"/>
                  </a:cubicBezTo>
                  <a:cubicBezTo>
                    <a:pt x="17363" y="1769"/>
                    <a:pt x="17498" y="2444"/>
                    <a:pt x="17656" y="3120"/>
                  </a:cubicBezTo>
                  <a:cubicBezTo>
                    <a:pt x="17724" y="3503"/>
                    <a:pt x="17791" y="3841"/>
                    <a:pt x="17836" y="4201"/>
                  </a:cubicBezTo>
                  <a:cubicBezTo>
                    <a:pt x="17881" y="4336"/>
                    <a:pt x="17904" y="4516"/>
                    <a:pt x="17926" y="4674"/>
                  </a:cubicBezTo>
                  <a:cubicBezTo>
                    <a:pt x="17926" y="4764"/>
                    <a:pt x="17949" y="4854"/>
                    <a:pt x="17949" y="4899"/>
                  </a:cubicBezTo>
                  <a:cubicBezTo>
                    <a:pt x="17949" y="4966"/>
                    <a:pt x="17994" y="4989"/>
                    <a:pt x="17994" y="5012"/>
                  </a:cubicBezTo>
                  <a:cubicBezTo>
                    <a:pt x="16192" y="4313"/>
                    <a:pt x="14278" y="3796"/>
                    <a:pt x="12364" y="3548"/>
                  </a:cubicBezTo>
                  <a:cubicBezTo>
                    <a:pt x="12139" y="2985"/>
                    <a:pt x="11801" y="2422"/>
                    <a:pt x="11509" y="1859"/>
                  </a:cubicBezTo>
                  <a:cubicBezTo>
                    <a:pt x="11238" y="1296"/>
                    <a:pt x="10946" y="756"/>
                    <a:pt x="10676" y="193"/>
                  </a:cubicBezTo>
                  <a:close/>
                  <a:moveTo>
                    <a:pt x="4821" y="2219"/>
                  </a:moveTo>
                  <a:cubicBezTo>
                    <a:pt x="5091" y="2715"/>
                    <a:pt x="5384" y="3188"/>
                    <a:pt x="5677" y="3638"/>
                  </a:cubicBezTo>
                  <a:cubicBezTo>
                    <a:pt x="5159" y="3728"/>
                    <a:pt x="4596" y="3841"/>
                    <a:pt x="4055" y="3953"/>
                  </a:cubicBezTo>
                  <a:cubicBezTo>
                    <a:pt x="2974" y="4201"/>
                    <a:pt x="1849" y="4516"/>
                    <a:pt x="880" y="5079"/>
                  </a:cubicBezTo>
                  <a:cubicBezTo>
                    <a:pt x="2029" y="3953"/>
                    <a:pt x="3380" y="3007"/>
                    <a:pt x="4821" y="2219"/>
                  </a:cubicBezTo>
                  <a:close/>
                  <a:moveTo>
                    <a:pt x="5496" y="3818"/>
                  </a:moveTo>
                  <a:cubicBezTo>
                    <a:pt x="4641" y="4494"/>
                    <a:pt x="3830" y="5214"/>
                    <a:pt x="3065" y="6002"/>
                  </a:cubicBezTo>
                  <a:cubicBezTo>
                    <a:pt x="2862" y="5867"/>
                    <a:pt x="2704" y="5687"/>
                    <a:pt x="2479" y="5552"/>
                  </a:cubicBezTo>
                  <a:cubicBezTo>
                    <a:pt x="2094" y="5340"/>
                    <a:pt x="1626" y="5227"/>
                    <a:pt x="1160" y="5227"/>
                  </a:cubicBezTo>
                  <a:cubicBezTo>
                    <a:pt x="1082" y="5227"/>
                    <a:pt x="1003" y="5230"/>
                    <a:pt x="925" y="5237"/>
                  </a:cubicBezTo>
                  <a:lnTo>
                    <a:pt x="880" y="5237"/>
                  </a:lnTo>
                  <a:cubicBezTo>
                    <a:pt x="1263" y="5034"/>
                    <a:pt x="1668" y="4854"/>
                    <a:pt x="2074" y="4696"/>
                  </a:cubicBezTo>
                  <a:cubicBezTo>
                    <a:pt x="2614" y="4516"/>
                    <a:pt x="3177" y="4336"/>
                    <a:pt x="3740" y="4201"/>
                  </a:cubicBezTo>
                  <a:cubicBezTo>
                    <a:pt x="4303" y="4066"/>
                    <a:pt x="4888" y="3908"/>
                    <a:pt x="5496" y="3818"/>
                  </a:cubicBezTo>
                  <a:close/>
                  <a:moveTo>
                    <a:pt x="17341" y="1183"/>
                  </a:moveTo>
                  <a:cubicBezTo>
                    <a:pt x="17881" y="1274"/>
                    <a:pt x="18399" y="1364"/>
                    <a:pt x="18962" y="1431"/>
                  </a:cubicBezTo>
                  <a:cubicBezTo>
                    <a:pt x="19615" y="1544"/>
                    <a:pt x="20291" y="1701"/>
                    <a:pt x="20876" y="1994"/>
                  </a:cubicBezTo>
                  <a:cubicBezTo>
                    <a:pt x="21349" y="2264"/>
                    <a:pt x="21732" y="2625"/>
                    <a:pt x="22092" y="3007"/>
                  </a:cubicBezTo>
                  <a:cubicBezTo>
                    <a:pt x="22115" y="3345"/>
                    <a:pt x="22115" y="3683"/>
                    <a:pt x="22115" y="4021"/>
                  </a:cubicBezTo>
                  <a:cubicBezTo>
                    <a:pt x="22137" y="4426"/>
                    <a:pt x="22137" y="4786"/>
                    <a:pt x="22182" y="5192"/>
                  </a:cubicBezTo>
                  <a:cubicBezTo>
                    <a:pt x="22227" y="5890"/>
                    <a:pt x="22250" y="6565"/>
                    <a:pt x="22340" y="7263"/>
                  </a:cubicBezTo>
                  <a:lnTo>
                    <a:pt x="21259" y="6588"/>
                  </a:lnTo>
                  <a:cubicBezTo>
                    <a:pt x="20223" y="6002"/>
                    <a:pt x="19187" y="5484"/>
                    <a:pt x="18129" y="5079"/>
                  </a:cubicBezTo>
                  <a:cubicBezTo>
                    <a:pt x="17904" y="3773"/>
                    <a:pt x="17634" y="2444"/>
                    <a:pt x="17341" y="1183"/>
                  </a:cubicBezTo>
                  <a:close/>
                  <a:moveTo>
                    <a:pt x="9384" y="3493"/>
                  </a:moveTo>
                  <a:cubicBezTo>
                    <a:pt x="10263" y="3493"/>
                    <a:pt x="11145" y="3550"/>
                    <a:pt x="12027" y="3660"/>
                  </a:cubicBezTo>
                  <a:cubicBezTo>
                    <a:pt x="11509" y="3976"/>
                    <a:pt x="10968" y="4291"/>
                    <a:pt x="10473" y="4561"/>
                  </a:cubicBezTo>
                  <a:lnTo>
                    <a:pt x="8694" y="5665"/>
                  </a:lnTo>
                  <a:cubicBezTo>
                    <a:pt x="7546" y="6385"/>
                    <a:pt x="6352" y="7106"/>
                    <a:pt x="5271" y="7916"/>
                  </a:cubicBezTo>
                  <a:cubicBezTo>
                    <a:pt x="5159" y="7849"/>
                    <a:pt x="5046" y="7804"/>
                    <a:pt x="4888" y="7714"/>
                  </a:cubicBezTo>
                  <a:cubicBezTo>
                    <a:pt x="4393" y="7443"/>
                    <a:pt x="3988" y="7038"/>
                    <a:pt x="3605" y="6610"/>
                  </a:cubicBezTo>
                  <a:cubicBezTo>
                    <a:pt x="3425" y="6453"/>
                    <a:pt x="3290" y="6250"/>
                    <a:pt x="3132" y="6092"/>
                  </a:cubicBezTo>
                  <a:cubicBezTo>
                    <a:pt x="3920" y="5259"/>
                    <a:pt x="4776" y="4516"/>
                    <a:pt x="5677" y="3796"/>
                  </a:cubicBezTo>
                  <a:cubicBezTo>
                    <a:pt x="6195" y="3728"/>
                    <a:pt x="6667" y="3660"/>
                    <a:pt x="7185" y="3615"/>
                  </a:cubicBezTo>
                  <a:cubicBezTo>
                    <a:pt x="7914" y="3533"/>
                    <a:pt x="8648" y="3493"/>
                    <a:pt x="9384" y="3493"/>
                  </a:cubicBezTo>
                  <a:close/>
                  <a:moveTo>
                    <a:pt x="12252" y="3660"/>
                  </a:moveTo>
                  <a:cubicBezTo>
                    <a:pt x="12882" y="3751"/>
                    <a:pt x="13558" y="3863"/>
                    <a:pt x="14211" y="3976"/>
                  </a:cubicBezTo>
                  <a:cubicBezTo>
                    <a:pt x="15472" y="4223"/>
                    <a:pt x="16710" y="4629"/>
                    <a:pt x="17904" y="5102"/>
                  </a:cubicBezTo>
                  <a:lnTo>
                    <a:pt x="17881" y="5102"/>
                  </a:lnTo>
                  <a:cubicBezTo>
                    <a:pt x="17588" y="5259"/>
                    <a:pt x="17273" y="5417"/>
                    <a:pt x="17003" y="5574"/>
                  </a:cubicBezTo>
                  <a:cubicBezTo>
                    <a:pt x="16688" y="5755"/>
                    <a:pt x="16418" y="5912"/>
                    <a:pt x="16102" y="6092"/>
                  </a:cubicBezTo>
                  <a:cubicBezTo>
                    <a:pt x="15517" y="6430"/>
                    <a:pt x="14909" y="6768"/>
                    <a:pt x="14323" y="7128"/>
                  </a:cubicBezTo>
                  <a:cubicBezTo>
                    <a:pt x="13738" y="7488"/>
                    <a:pt x="13107" y="7826"/>
                    <a:pt x="12545" y="8232"/>
                  </a:cubicBezTo>
                  <a:cubicBezTo>
                    <a:pt x="12499" y="8232"/>
                    <a:pt x="12409" y="8232"/>
                    <a:pt x="12297" y="8187"/>
                  </a:cubicBezTo>
                  <a:cubicBezTo>
                    <a:pt x="11883" y="8144"/>
                    <a:pt x="11460" y="8128"/>
                    <a:pt x="11045" y="8128"/>
                  </a:cubicBezTo>
                  <a:cubicBezTo>
                    <a:pt x="10805" y="8128"/>
                    <a:pt x="10569" y="8133"/>
                    <a:pt x="10338" y="8141"/>
                  </a:cubicBezTo>
                  <a:cubicBezTo>
                    <a:pt x="9403" y="8174"/>
                    <a:pt x="8481" y="8291"/>
                    <a:pt x="7561" y="8291"/>
                  </a:cubicBezTo>
                  <a:cubicBezTo>
                    <a:pt x="7218" y="8291"/>
                    <a:pt x="6875" y="8274"/>
                    <a:pt x="6532" y="8232"/>
                  </a:cubicBezTo>
                  <a:cubicBezTo>
                    <a:pt x="6127" y="8164"/>
                    <a:pt x="5722" y="8051"/>
                    <a:pt x="5339" y="7916"/>
                  </a:cubicBezTo>
                  <a:cubicBezTo>
                    <a:pt x="6510" y="7218"/>
                    <a:pt x="7636" y="6453"/>
                    <a:pt x="8784" y="5755"/>
                  </a:cubicBezTo>
                  <a:cubicBezTo>
                    <a:pt x="9370" y="5372"/>
                    <a:pt x="9932" y="5034"/>
                    <a:pt x="10518" y="4674"/>
                  </a:cubicBezTo>
                  <a:cubicBezTo>
                    <a:pt x="11081" y="4336"/>
                    <a:pt x="11644" y="3976"/>
                    <a:pt x="12252" y="3660"/>
                  </a:cubicBezTo>
                  <a:close/>
                  <a:moveTo>
                    <a:pt x="18061" y="5192"/>
                  </a:moveTo>
                  <a:cubicBezTo>
                    <a:pt x="19570" y="5777"/>
                    <a:pt x="20966" y="6543"/>
                    <a:pt x="22317" y="7398"/>
                  </a:cubicBezTo>
                  <a:cubicBezTo>
                    <a:pt x="20718" y="8051"/>
                    <a:pt x="19120" y="8727"/>
                    <a:pt x="17566" y="9493"/>
                  </a:cubicBezTo>
                  <a:cubicBezTo>
                    <a:pt x="16373" y="9380"/>
                    <a:pt x="15247" y="8975"/>
                    <a:pt x="14098" y="8637"/>
                  </a:cubicBezTo>
                  <a:cubicBezTo>
                    <a:pt x="13648" y="8502"/>
                    <a:pt x="13198" y="8389"/>
                    <a:pt x="12747" y="8277"/>
                  </a:cubicBezTo>
                  <a:cubicBezTo>
                    <a:pt x="13152" y="8051"/>
                    <a:pt x="13513" y="7826"/>
                    <a:pt x="13873" y="7601"/>
                  </a:cubicBezTo>
                  <a:cubicBezTo>
                    <a:pt x="14323" y="7331"/>
                    <a:pt x="14796" y="7061"/>
                    <a:pt x="15247" y="6790"/>
                  </a:cubicBezTo>
                  <a:cubicBezTo>
                    <a:pt x="16192" y="6250"/>
                    <a:pt x="17116" y="5710"/>
                    <a:pt x="18061" y="5192"/>
                  </a:cubicBezTo>
                  <a:close/>
                  <a:moveTo>
                    <a:pt x="22205" y="3165"/>
                  </a:moveTo>
                  <a:cubicBezTo>
                    <a:pt x="22565" y="3548"/>
                    <a:pt x="22948" y="3998"/>
                    <a:pt x="23398" y="4358"/>
                  </a:cubicBezTo>
                  <a:cubicBezTo>
                    <a:pt x="23848" y="4764"/>
                    <a:pt x="24366" y="5012"/>
                    <a:pt x="24907" y="5259"/>
                  </a:cubicBezTo>
                  <a:cubicBezTo>
                    <a:pt x="25335" y="5462"/>
                    <a:pt x="25762" y="5665"/>
                    <a:pt x="26145" y="5912"/>
                  </a:cubicBezTo>
                  <a:cubicBezTo>
                    <a:pt x="26010" y="6768"/>
                    <a:pt x="25898" y="7624"/>
                    <a:pt x="25762" y="8479"/>
                  </a:cubicBezTo>
                  <a:cubicBezTo>
                    <a:pt x="25717" y="8704"/>
                    <a:pt x="25695" y="8907"/>
                    <a:pt x="25672" y="9132"/>
                  </a:cubicBezTo>
                  <a:cubicBezTo>
                    <a:pt x="25650" y="9245"/>
                    <a:pt x="25650" y="9357"/>
                    <a:pt x="25605" y="9425"/>
                  </a:cubicBezTo>
                  <a:cubicBezTo>
                    <a:pt x="25605" y="9493"/>
                    <a:pt x="25605" y="9583"/>
                    <a:pt x="25582" y="9650"/>
                  </a:cubicBezTo>
                  <a:cubicBezTo>
                    <a:pt x="24591" y="8840"/>
                    <a:pt x="23556" y="8051"/>
                    <a:pt x="22475" y="7353"/>
                  </a:cubicBezTo>
                  <a:cubicBezTo>
                    <a:pt x="22430" y="6610"/>
                    <a:pt x="22385" y="5912"/>
                    <a:pt x="22317" y="5192"/>
                  </a:cubicBezTo>
                  <a:cubicBezTo>
                    <a:pt x="22295" y="4809"/>
                    <a:pt x="22250" y="4449"/>
                    <a:pt x="22250" y="4088"/>
                  </a:cubicBezTo>
                  <a:cubicBezTo>
                    <a:pt x="22227" y="3773"/>
                    <a:pt x="22205" y="3458"/>
                    <a:pt x="22205" y="3165"/>
                  </a:cubicBezTo>
                  <a:close/>
                  <a:moveTo>
                    <a:pt x="22430" y="7511"/>
                  </a:moveTo>
                  <a:cubicBezTo>
                    <a:pt x="23511" y="8232"/>
                    <a:pt x="24546" y="9020"/>
                    <a:pt x="25492" y="9830"/>
                  </a:cubicBezTo>
                  <a:cubicBezTo>
                    <a:pt x="25357" y="9943"/>
                    <a:pt x="25019" y="9965"/>
                    <a:pt x="24862" y="9965"/>
                  </a:cubicBezTo>
                  <a:cubicBezTo>
                    <a:pt x="24682" y="9988"/>
                    <a:pt x="24479" y="10033"/>
                    <a:pt x="24321" y="10078"/>
                  </a:cubicBezTo>
                  <a:cubicBezTo>
                    <a:pt x="23398" y="9718"/>
                    <a:pt x="22340" y="9628"/>
                    <a:pt x="21326" y="9605"/>
                  </a:cubicBezTo>
                  <a:cubicBezTo>
                    <a:pt x="20929" y="9598"/>
                    <a:pt x="20531" y="9598"/>
                    <a:pt x="20132" y="9598"/>
                  </a:cubicBezTo>
                  <a:lnTo>
                    <a:pt x="20132" y="9598"/>
                  </a:lnTo>
                  <a:cubicBezTo>
                    <a:pt x="19335" y="9598"/>
                    <a:pt x="18534" y="9598"/>
                    <a:pt x="17724" y="9538"/>
                  </a:cubicBezTo>
                  <a:lnTo>
                    <a:pt x="17701" y="9538"/>
                  </a:lnTo>
                  <a:cubicBezTo>
                    <a:pt x="19255" y="8794"/>
                    <a:pt x="20831" y="8074"/>
                    <a:pt x="22430" y="7511"/>
                  </a:cubicBezTo>
                  <a:close/>
                  <a:moveTo>
                    <a:pt x="25627" y="9920"/>
                  </a:moveTo>
                  <a:cubicBezTo>
                    <a:pt x="25717" y="9988"/>
                    <a:pt x="25807" y="10055"/>
                    <a:pt x="25898" y="10146"/>
                  </a:cubicBezTo>
                  <a:cubicBezTo>
                    <a:pt x="27609" y="11654"/>
                    <a:pt x="29185" y="13298"/>
                    <a:pt x="30649" y="15032"/>
                  </a:cubicBezTo>
                  <a:cubicBezTo>
                    <a:pt x="29185" y="14424"/>
                    <a:pt x="28104" y="13005"/>
                    <a:pt x="26978" y="11902"/>
                  </a:cubicBezTo>
                  <a:cubicBezTo>
                    <a:pt x="26325" y="11226"/>
                    <a:pt x="25582" y="10618"/>
                    <a:pt x="24704" y="10213"/>
                  </a:cubicBezTo>
                  <a:cubicBezTo>
                    <a:pt x="24659" y="10191"/>
                    <a:pt x="24637" y="10191"/>
                    <a:pt x="24569" y="10168"/>
                  </a:cubicBezTo>
                  <a:cubicBezTo>
                    <a:pt x="24682" y="10146"/>
                    <a:pt x="24772" y="10146"/>
                    <a:pt x="24884" y="10101"/>
                  </a:cubicBezTo>
                  <a:cubicBezTo>
                    <a:pt x="25019" y="10078"/>
                    <a:pt x="25132" y="10055"/>
                    <a:pt x="25267" y="10033"/>
                  </a:cubicBezTo>
                  <a:cubicBezTo>
                    <a:pt x="25357" y="9988"/>
                    <a:pt x="25470" y="9988"/>
                    <a:pt x="25560" y="9965"/>
                  </a:cubicBezTo>
                  <a:cubicBezTo>
                    <a:pt x="25582" y="9965"/>
                    <a:pt x="25605" y="9943"/>
                    <a:pt x="25627" y="9920"/>
                  </a:cubicBezTo>
                  <a:close/>
                  <a:moveTo>
                    <a:pt x="26235" y="6002"/>
                  </a:moveTo>
                  <a:cubicBezTo>
                    <a:pt x="26325" y="6047"/>
                    <a:pt x="26393" y="6137"/>
                    <a:pt x="26483" y="6205"/>
                  </a:cubicBezTo>
                  <a:cubicBezTo>
                    <a:pt x="26911" y="6565"/>
                    <a:pt x="27271" y="7016"/>
                    <a:pt x="27541" y="7488"/>
                  </a:cubicBezTo>
                  <a:cubicBezTo>
                    <a:pt x="28172" y="8524"/>
                    <a:pt x="28532" y="9695"/>
                    <a:pt x="28982" y="10821"/>
                  </a:cubicBezTo>
                  <a:cubicBezTo>
                    <a:pt x="29500" y="12082"/>
                    <a:pt x="30063" y="13366"/>
                    <a:pt x="30739" y="14582"/>
                  </a:cubicBezTo>
                  <a:cubicBezTo>
                    <a:pt x="30851" y="14784"/>
                    <a:pt x="30964" y="14987"/>
                    <a:pt x="31054" y="15167"/>
                  </a:cubicBezTo>
                  <a:cubicBezTo>
                    <a:pt x="29388" y="13253"/>
                    <a:pt x="27631" y="11407"/>
                    <a:pt x="25695" y="9763"/>
                  </a:cubicBezTo>
                  <a:cubicBezTo>
                    <a:pt x="25695" y="9718"/>
                    <a:pt x="25717" y="9650"/>
                    <a:pt x="25717" y="9605"/>
                  </a:cubicBezTo>
                  <a:cubicBezTo>
                    <a:pt x="25762" y="9357"/>
                    <a:pt x="25807" y="9087"/>
                    <a:pt x="25830" y="8840"/>
                  </a:cubicBezTo>
                  <a:cubicBezTo>
                    <a:pt x="25988" y="7894"/>
                    <a:pt x="26123" y="6948"/>
                    <a:pt x="26235" y="6002"/>
                  </a:cubicBezTo>
                  <a:close/>
                  <a:moveTo>
                    <a:pt x="20515" y="12694"/>
                  </a:moveTo>
                  <a:cubicBezTo>
                    <a:pt x="21726" y="12694"/>
                    <a:pt x="22915" y="13057"/>
                    <a:pt x="24051" y="13456"/>
                  </a:cubicBezTo>
                  <a:cubicBezTo>
                    <a:pt x="25267" y="13906"/>
                    <a:pt x="26460" y="14469"/>
                    <a:pt x="27541" y="15122"/>
                  </a:cubicBezTo>
                  <a:cubicBezTo>
                    <a:pt x="27721" y="15235"/>
                    <a:pt x="27924" y="15347"/>
                    <a:pt x="28082" y="15460"/>
                  </a:cubicBezTo>
                  <a:cubicBezTo>
                    <a:pt x="26843" y="15572"/>
                    <a:pt x="25582" y="15707"/>
                    <a:pt x="24321" y="15888"/>
                  </a:cubicBezTo>
                  <a:cubicBezTo>
                    <a:pt x="23601" y="16000"/>
                    <a:pt x="22880" y="16135"/>
                    <a:pt x="22182" y="16270"/>
                  </a:cubicBezTo>
                  <a:cubicBezTo>
                    <a:pt x="19502" y="15595"/>
                    <a:pt x="16823" y="14987"/>
                    <a:pt x="14143" y="14446"/>
                  </a:cubicBezTo>
                  <a:cubicBezTo>
                    <a:pt x="13468" y="14311"/>
                    <a:pt x="12815" y="14199"/>
                    <a:pt x="12117" y="14086"/>
                  </a:cubicBezTo>
                  <a:lnTo>
                    <a:pt x="12297" y="13996"/>
                  </a:lnTo>
                  <a:cubicBezTo>
                    <a:pt x="13468" y="13366"/>
                    <a:pt x="14819" y="13546"/>
                    <a:pt x="16102" y="13478"/>
                  </a:cubicBezTo>
                  <a:cubicBezTo>
                    <a:pt x="16733" y="13456"/>
                    <a:pt x="17386" y="13343"/>
                    <a:pt x="18016" y="13163"/>
                  </a:cubicBezTo>
                  <a:cubicBezTo>
                    <a:pt x="18692" y="12983"/>
                    <a:pt x="19367" y="12780"/>
                    <a:pt x="20043" y="12713"/>
                  </a:cubicBezTo>
                  <a:cubicBezTo>
                    <a:pt x="20200" y="12700"/>
                    <a:pt x="20358" y="12694"/>
                    <a:pt x="20515" y="12694"/>
                  </a:cubicBezTo>
                  <a:close/>
                  <a:moveTo>
                    <a:pt x="12072" y="14131"/>
                  </a:moveTo>
                  <a:cubicBezTo>
                    <a:pt x="13333" y="14446"/>
                    <a:pt x="14594" y="14694"/>
                    <a:pt x="15877" y="14942"/>
                  </a:cubicBezTo>
                  <a:cubicBezTo>
                    <a:pt x="17228" y="15257"/>
                    <a:pt x="18579" y="15550"/>
                    <a:pt x="19930" y="15888"/>
                  </a:cubicBezTo>
                  <a:cubicBezTo>
                    <a:pt x="20561" y="16045"/>
                    <a:pt x="21214" y="16180"/>
                    <a:pt x="21867" y="16360"/>
                  </a:cubicBezTo>
                  <a:cubicBezTo>
                    <a:pt x="20336" y="16698"/>
                    <a:pt x="18849" y="17104"/>
                    <a:pt x="17386" y="17621"/>
                  </a:cubicBezTo>
                  <a:cubicBezTo>
                    <a:pt x="15945" y="18139"/>
                    <a:pt x="14549" y="18747"/>
                    <a:pt x="13175" y="19423"/>
                  </a:cubicBezTo>
                  <a:cubicBezTo>
                    <a:pt x="13130" y="19423"/>
                    <a:pt x="13085" y="19400"/>
                    <a:pt x="13062" y="19400"/>
                  </a:cubicBezTo>
                  <a:cubicBezTo>
                    <a:pt x="12905" y="19333"/>
                    <a:pt x="12747" y="19310"/>
                    <a:pt x="12612" y="19288"/>
                  </a:cubicBezTo>
                  <a:cubicBezTo>
                    <a:pt x="11554" y="18995"/>
                    <a:pt x="10495" y="18747"/>
                    <a:pt x="9415" y="18500"/>
                  </a:cubicBezTo>
                  <a:cubicBezTo>
                    <a:pt x="8266" y="18229"/>
                    <a:pt x="7118" y="18049"/>
                    <a:pt x="5969" y="17869"/>
                  </a:cubicBezTo>
                  <a:cubicBezTo>
                    <a:pt x="6014" y="17824"/>
                    <a:pt x="6082" y="17734"/>
                    <a:pt x="6127" y="17689"/>
                  </a:cubicBezTo>
                  <a:cubicBezTo>
                    <a:pt x="6577" y="17239"/>
                    <a:pt x="7095" y="16901"/>
                    <a:pt x="7681" y="16676"/>
                  </a:cubicBezTo>
                  <a:cubicBezTo>
                    <a:pt x="8266" y="16405"/>
                    <a:pt x="8897" y="16248"/>
                    <a:pt x="9460" y="15955"/>
                  </a:cubicBezTo>
                  <a:cubicBezTo>
                    <a:pt x="10405" y="15482"/>
                    <a:pt x="11171" y="14672"/>
                    <a:pt x="12072" y="14131"/>
                  </a:cubicBezTo>
                  <a:close/>
                  <a:moveTo>
                    <a:pt x="5857" y="17982"/>
                  </a:moveTo>
                  <a:cubicBezTo>
                    <a:pt x="7883" y="18297"/>
                    <a:pt x="9887" y="18725"/>
                    <a:pt x="11846" y="19220"/>
                  </a:cubicBezTo>
                  <a:cubicBezTo>
                    <a:pt x="12072" y="19288"/>
                    <a:pt x="12319" y="19378"/>
                    <a:pt x="12545" y="19423"/>
                  </a:cubicBezTo>
                  <a:cubicBezTo>
                    <a:pt x="12657" y="19445"/>
                    <a:pt x="12815" y="19490"/>
                    <a:pt x="12905" y="19535"/>
                  </a:cubicBezTo>
                  <a:lnTo>
                    <a:pt x="12950" y="19535"/>
                  </a:lnTo>
                  <a:cubicBezTo>
                    <a:pt x="12274" y="19896"/>
                    <a:pt x="11576" y="20279"/>
                    <a:pt x="10923" y="20684"/>
                  </a:cubicBezTo>
                  <a:cubicBezTo>
                    <a:pt x="9550" y="21562"/>
                    <a:pt x="8221" y="22530"/>
                    <a:pt x="7005" y="23611"/>
                  </a:cubicBezTo>
                  <a:cubicBezTo>
                    <a:pt x="6195" y="23701"/>
                    <a:pt x="5384" y="23791"/>
                    <a:pt x="4551" y="23904"/>
                  </a:cubicBezTo>
                  <a:cubicBezTo>
                    <a:pt x="4145" y="23949"/>
                    <a:pt x="3718" y="24016"/>
                    <a:pt x="3312" y="24062"/>
                  </a:cubicBezTo>
                  <a:cubicBezTo>
                    <a:pt x="3020" y="24129"/>
                    <a:pt x="2704" y="24152"/>
                    <a:pt x="2389" y="24219"/>
                  </a:cubicBezTo>
                  <a:cubicBezTo>
                    <a:pt x="2412" y="24174"/>
                    <a:pt x="2457" y="24152"/>
                    <a:pt x="2457" y="24107"/>
                  </a:cubicBezTo>
                  <a:cubicBezTo>
                    <a:pt x="2749" y="23566"/>
                    <a:pt x="3155" y="23093"/>
                    <a:pt x="3515" y="22575"/>
                  </a:cubicBezTo>
                  <a:cubicBezTo>
                    <a:pt x="3875" y="22080"/>
                    <a:pt x="4213" y="21562"/>
                    <a:pt x="4438" y="20999"/>
                  </a:cubicBezTo>
                  <a:cubicBezTo>
                    <a:pt x="4708" y="20414"/>
                    <a:pt x="4866" y="19783"/>
                    <a:pt x="5114" y="19198"/>
                  </a:cubicBezTo>
                  <a:cubicBezTo>
                    <a:pt x="5316" y="18747"/>
                    <a:pt x="5541" y="18365"/>
                    <a:pt x="5857" y="17982"/>
                  </a:cubicBezTo>
                  <a:close/>
                  <a:moveTo>
                    <a:pt x="22092" y="16563"/>
                  </a:moveTo>
                  <a:lnTo>
                    <a:pt x="22092" y="16563"/>
                  </a:lnTo>
                  <a:cubicBezTo>
                    <a:pt x="21529" y="17914"/>
                    <a:pt x="20966" y="19288"/>
                    <a:pt x="20403" y="20661"/>
                  </a:cubicBezTo>
                  <a:cubicBezTo>
                    <a:pt x="19818" y="22080"/>
                    <a:pt x="19210" y="23499"/>
                    <a:pt x="18692" y="24917"/>
                  </a:cubicBezTo>
                  <a:cubicBezTo>
                    <a:pt x="18377" y="25007"/>
                    <a:pt x="18039" y="25075"/>
                    <a:pt x="17769" y="25232"/>
                  </a:cubicBezTo>
                  <a:cubicBezTo>
                    <a:pt x="16688" y="25683"/>
                    <a:pt x="15900" y="26493"/>
                    <a:pt x="14954" y="27101"/>
                  </a:cubicBezTo>
                  <a:cubicBezTo>
                    <a:pt x="13941" y="27754"/>
                    <a:pt x="12770" y="27957"/>
                    <a:pt x="11621" y="28002"/>
                  </a:cubicBezTo>
                  <a:cubicBezTo>
                    <a:pt x="12094" y="25840"/>
                    <a:pt x="12612" y="23656"/>
                    <a:pt x="13085" y="21472"/>
                  </a:cubicBezTo>
                  <a:cubicBezTo>
                    <a:pt x="13198" y="20954"/>
                    <a:pt x="13333" y="20391"/>
                    <a:pt x="13445" y="19851"/>
                  </a:cubicBezTo>
                  <a:cubicBezTo>
                    <a:pt x="13468" y="19738"/>
                    <a:pt x="13513" y="19648"/>
                    <a:pt x="13423" y="19558"/>
                  </a:cubicBezTo>
                  <a:cubicBezTo>
                    <a:pt x="14526" y="18995"/>
                    <a:pt x="15652" y="18522"/>
                    <a:pt x="16778" y="18094"/>
                  </a:cubicBezTo>
                  <a:cubicBezTo>
                    <a:pt x="18489" y="17464"/>
                    <a:pt x="20291" y="16946"/>
                    <a:pt x="22092" y="16563"/>
                  </a:cubicBezTo>
                  <a:close/>
                  <a:moveTo>
                    <a:pt x="13198" y="19626"/>
                  </a:moveTo>
                  <a:cubicBezTo>
                    <a:pt x="13220" y="19648"/>
                    <a:pt x="13265" y="19671"/>
                    <a:pt x="13265" y="19716"/>
                  </a:cubicBezTo>
                  <a:cubicBezTo>
                    <a:pt x="13265" y="19738"/>
                    <a:pt x="13220" y="19783"/>
                    <a:pt x="13220" y="19828"/>
                  </a:cubicBezTo>
                  <a:cubicBezTo>
                    <a:pt x="13107" y="20346"/>
                    <a:pt x="12995" y="20864"/>
                    <a:pt x="12882" y="21404"/>
                  </a:cubicBezTo>
                  <a:cubicBezTo>
                    <a:pt x="12657" y="22463"/>
                    <a:pt x="12409" y="23499"/>
                    <a:pt x="12184" y="24579"/>
                  </a:cubicBezTo>
                  <a:cubicBezTo>
                    <a:pt x="11937" y="25728"/>
                    <a:pt x="11689" y="26854"/>
                    <a:pt x="11419" y="28002"/>
                  </a:cubicBezTo>
                  <a:cubicBezTo>
                    <a:pt x="11232" y="28010"/>
                    <a:pt x="11044" y="28013"/>
                    <a:pt x="10855" y="28013"/>
                  </a:cubicBezTo>
                  <a:cubicBezTo>
                    <a:pt x="10139" y="28013"/>
                    <a:pt x="9411" y="27969"/>
                    <a:pt x="8694" y="27969"/>
                  </a:cubicBezTo>
                  <a:cubicBezTo>
                    <a:pt x="8506" y="27969"/>
                    <a:pt x="8318" y="27972"/>
                    <a:pt x="8131" y="27980"/>
                  </a:cubicBezTo>
                  <a:cubicBezTo>
                    <a:pt x="7658" y="28002"/>
                    <a:pt x="7208" y="28070"/>
                    <a:pt x="6735" y="28182"/>
                  </a:cubicBezTo>
                  <a:cubicBezTo>
                    <a:pt x="6893" y="26719"/>
                    <a:pt x="7005" y="25232"/>
                    <a:pt x="7185" y="23724"/>
                  </a:cubicBezTo>
                  <a:cubicBezTo>
                    <a:pt x="8199" y="22801"/>
                    <a:pt x="9279" y="21990"/>
                    <a:pt x="10405" y="21224"/>
                  </a:cubicBezTo>
                  <a:cubicBezTo>
                    <a:pt x="11306" y="20639"/>
                    <a:pt x="12252" y="20098"/>
                    <a:pt x="13198" y="19626"/>
                  </a:cubicBezTo>
                  <a:close/>
                  <a:moveTo>
                    <a:pt x="6870" y="23791"/>
                  </a:moveTo>
                  <a:lnTo>
                    <a:pt x="6870" y="23791"/>
                  </a:lnTo>
                  <a:cubicBezTo>
                    <a:pt x="6510" y="24129"/>
                    <a:pt x="6127" y="24489"/>
                    <a:pt x="5789" y="24850"/>
                  </a:cubicBezTo>
                  <a:cubicBezTo>
                    <a:pt x="4326" y="26426"/>
                    <a:pt x="3087" y="28272"/>
                    <a:pt x="2389" y="30321"/>
                  </a:cubicBezTo>
                  <a:cubicBezTo>
                    <a:pt x="2389" y="30412"/>
                    <a:pt x="2344" y="30547"/>
                    <a:pt x="2299" y="30659"/>
                  </a:cubicBezTo>
                  <a:cubicBezTo>
                    <a:pt x="1781" y="28610"/>
                    <a:pt x="1398" y="26313"/>
                    <a:pt x="2344" y="24377"/>
                  </a:cubicBezTo>
                  <a:cubicBezTo>
                    <a:pt x="2682" y="24377"/>
                    <a:pt x="3042" y="24264"/>
                    <a:pt x="3380" y="24242"/>
                  </a:cubicBezTo>
                  <a:cubicBezTo>
                    <a:pt x="3808" y="24174"/>
                    <a:pt x="4213" y="24129"/>
                    <a:pt x="4618" y="24062"/>
                  </a:cubicBezTo>
                  <a:cubicBezTo>
                    <a:pt x="5384" y="23949"/>
                    <a:pt x="6127" y="23881"/>
                    <a:pt x="6870" y="23791"/>
                  </a:cubicBezTo>
                  <a:close/>
                  <a:moveTo>
                    <a:pt x="7095" y="23881"/>
                  </a:moveTo>
                  <a:cubicBezTo>
                    <a:pt x="6960" y="25300"/>
                    <a:pt x="6780" y="26764"/>
                    <a:pt x="6645" y="28205"/>
                  </a:cubicBezTo>
                  <a:cubicBezTo>
                    <a:pt x="5069" y="28565"/>
                    <a:pt x="3695" y="29398"/>
                    <a:pt x="2637" y="30592"/>
                  </a:cubicBezTo>
                  <a:cubicBezTo>
                    <a:pt x="2569" y="30704"/>
                    <a:pt x="2479" y="30817"/>
                    <a:pt x="2389" y="30907"/>
                  </a:cubicBezTo>
                  <a:cubicBezTo>
                    <a:pt x="3065" y="28903"/>
                    <a:pt x="4145" y="27079"/>
                    <a:pt x="5519" y="25480"/>
                  </a:cubicBezTo>
                  <a:cubicBezTo>
                    <a:pt x="5992" y="24917"/>
                    <a:pt x="6532" y="24377"/>
                    <a:pt x="7095" y="23881"/>
                  </a:cubicBezTo>
                  <a:close/>
                  <a:moveTo>
                    <a:pt x="10585" y="0"/>
                  </a:moveTo>
                  <a:cubicBezTo>
                    <a:pt x="10118" y="0"/>
                    <a:pt x="9647" y="50"/>
                    <a:pt x="9167" y="170"/>
                  </a:cubicBezTo>
                  <a:cubicBezTo>
                    <a:pt x="8491" y="305"/>
                    <a:pt x="7861" y="553"/>
                    <a:pt x="7208" y="823"/>
                  </a:cubicBezTo>
                  <a:cubicBezTo>
                    <a:pt x="4866" y="1814"/>
                    <a:pt x="2614" y="3098"/>
                    <a:pt x="768" y="4854"/>
                  </a:cubicBezTo>
                  <a:lnTo>
                    <a:pt x="92" y="5507"/>
                  </a:lnTo>
                  <a:cubicBezTo>
                    <a:pt x="1" y="5598"/>
                    <a:pt x="87" y="5734"/>
                    <a:pt x="183" y="5734"/>
                  </a:cubicBezTo>
                  <a:cubicBezTo>
                    <a:pt x="206" y="5734"/>
                    <a:pt x="229" y="5727"/>
                    <a:pt x="250" y="5710"/>
                  </a:cubicBezTo>
                  <a:cubicBezTo>
                    <a:pt x="610" y="5529"/>
                    <a:pt x="990" y="5429"/>
                    <a:pt x="1377" y="5429"/>
                  </a:cubicBezTo>
                  <a:cubicBezTo>
                    <a:pt x="1571" y="5429"/>
                    <a:pt x="1766" y="5454"/>
                    <a:pt x="1961" y="5507"/>
                  </a:cubicBezTo>
                  <a:cubicBezTo>
                    <a:pt x="2524" y="5687"/>
                    <a:pt x="2952" y="6070"/>
                    <a:pt x="3312" y="6543"/>
                  </a:cubicBezTo>
                  <a:cubicBezTo>
                    <a:pt x="3695" y="6948"/>
                    <a:pt x="4055" y="7376"/>
                    <a:pt x="4506" y="7691"/>
                  </a:cubicBezTo>
                  <a:cubicBezTo>
                    <a:pt x="4934" y="7961"/>
                    <a:pt x="5406" y="8164"/>
                    <a:pt x="5902" y="8299"/>
                  </a:cubicBezTo>
                  <a:cubicBezTo>
                    <a:pt x="6566" y="8465"/>
                    <a:pt x="7230" y="8515"/>
                    <a:pt x="7898" y="8515"/>
                  </a:cubicBezTo>
                  <a:cubicBezTo>
                    <a:pt x="8408" y="8515"/>
                    <a:pt x="8920" y="8486"/>
                    <a:pt x="9437" y="8457"/>
                  </a:cubicBezTo>
                  <a:cubicBezTo>
                    <a:pt x="9993" y="8401"/>
                    <a:pt x="10549" y="8361"/>
                    <a:pt x="11117" y="8361"/>
                  </a:cubicBezTo>
                  <a:cubicBezTo>
                    <a:pt x="11240" y="8361"/>
                    <a:pt x="11363" y="8363"/>
                    <a:pt x="11486" y="8367"/>
                  </a:cubicBezTo>
                  <a:cubicBezTo>
                    <a:pt x="11801" y="8367"/>
                    <a:pt x="12094" y="8412"/>
                    <a:pt x="12409" y="8479"/>
                  </a:cubicBezTo>
                  <a:lnTo>
                    <a:pt x="12432" y="8479"/>
                  </a:lnTo>
                  <a:cubicBezTo>
                    <a:pt x="12747" y="8524"/>
                    <a:pt x="13085" y="8614"/>
                    <a:pt x="13400" y="8704"/>
                  </a:cubicBezTo>
                  <a:cubicBezTo>
                    <a:pt x="14571" y="9042"/>
                    <a:pt x="15742" y="9515"/>
                    <a:pt x="16980" y="9740"/>
                  </a:cubicBezTo>
                  <a:cubicBezTo>
                    <a:pt x="17920" y="9906"/>
                    <a:pt x="18875" y="9921"/>
                    <a:pt x="19845" y="9921"/>
                  </a:cubicBezTo>
                  <a:cubicBezTo>
                    <a:pt x="20060" y="9921"/>
                    <a:pt x="20276" y="9920"/>
                    <a:pt x="20493" y="9920"/>
                  </a:cubicBezTo>
                  <a:cubicBezTo>
                    <a:pt x="21642" y="9920"/>
                    <a:pt x="22835" y="9943"/>
                    <a:pt x="23961" y="10303"/>
                  </a:cubicBezTo>
                  <a:cubicBezTo>
                    <a:pt x="24929" y="10618"/>
                    <a:pt x="25762" y="11204"/>
                    <a:pt x="26483" y="11879"/>
                  </a:cubicBezTo>
                  <a:cubicBezTo>
                    <a:pt x="27789" y="13118"/>
                    <a:pt x="28937" y="14717"/>
                    <a:pt x="30649" y="15392"/>
                  </a:cubicBezTo>
                  <a:cubicBezTo>
                    <a:pt x="30671" y="15392"/>
                    <a:pt x="30716" y="15437"/>
                    <a:pt x="30739" y="15437"/>
                  </a:cubicBezTo>
                  <a:cubicBezTo>
                    <a:pt x="29951" y="15437"/>
                    <a:pt x="29140" y="15460"/>
                    <a:pt x="28352" y="15505"/>
                  </a:cubicBezTo>
                  <a:cubicBezTo>
                    <a:pt x="27339" y="14784"/>
                    <a:pt x="26235" y="14154"/>
                    <a:pt x="25109" y="13681"/>
                  </a:cubicBezTo>
                  <a:cubicBezTo>
                    <a:pt x="23871" y="13140"/>
                    <a:pt x="22542" y="12690"/>
                    <a:pt x="21191" y="12555"/>
                  </a:cubicBezTo>
                  <a:cubicBezTo>
                    <a:pt x="20987" y="12541"/>
                    <a:pt x="20782" y="12534"/>
                    <a:pt x="20578" y="12534"/>
                  </a:cubicBezTo>
                  <a:cubicBezTo>
                    <a:pt x="20107" y="12534"/>
                    <a:pt x="19636" y="12573"/>
                    <a:pt x="19165" y="12668"/>
                  </a:cubicBezTo>
                  <a:cubicBezTo>
                    <a:pt x="18467" y="12803"/>
                    <a:pt x="17791" y="13073"/>
                    <a:pt x="17048" y="13185"/>
                  </a:cubicBezTo>
                  <a:cubicBezTo>
                    <a:pt x="15765" y="13366"/>
                    <a:pt x="14436" y="13140"/>
                    <a:pt x="13152" y="13456"/>
                  </a:cubicBezTo>
                  <a:cubicBezTo>
                    <a:pt x="11914" y="13748"/>
                    <a:pt x="11058" y="14649"/>
                    <a:pt x="10068" y="15370"/>
                  </a:cubicBezTo>
                  <a:cubicBezTo>
                    <a:pt x="9009" y="16135"/>
                    <a:pt x="7658" y="16293"/>
                    <a:pt x="6577" y="17058"/>
                  </a:cubicBezTo>
                  <a:cubicBezTo>
                    <a:pt x="6104" y="17396"/>
                    <a:pt x="5722" y="17824"/>
                    <a:pt x="5384" y="18297"/>
                  </a:cubicBezTo>
                  <a:cubicBezTo>
                    <a:pt x="5001" y="18837"/>
                    <a:pt x="4776" y="19423"/>
                    <a:pt x="4596" y="20053"/>
                  </a:cubicBezTo>
                  <a:cubicBezTo>
                    <a:pt x="4371" y="20661"/>
                    <a:pt x="4145" y="21314"/>
                    <a:pt x="3808" y="21877"/>
                  </a:cubicBezTo>
                  <a:cubicBezTo>
                    <a:pt x="3425" y="22440"/>
                    <a:pt x="3020" y="22913"/>
                    <a:pt x="2614" y="23454"/>
                  </a:cubicBezTo>
                  <a:cubicBezTo>
                    <a:pt x="1916" y="24467"/>
                    <a:pt x="1556" y="25593"/>
                    <a:pt x="1488" y="26831"/>
                  </a:cubicBezTo>
                  <a:cubicBezTo>
                    <a:pt x="1443" y="28070"/>
                    <a:pt x="1668" y="29308"/>
                    <a:pt x="1939" y="30524"/>
                  </a:cubicBezTo>
                  <a:cubicBezTo>
                    <a:pt x="2029" y="30817"/>
                    <a:pt x="2074" y="31132"/>
                    <a:pt x="2164" y="31447"/>
                  </a:cubicBezTo>
                  <a:cubicBezTo>
                    <a:pt x="2177" y="31513"/>
                    <a:pt x="2244" y="31548"/>
                    <a:pt x="2306" y="31548"/>
                  </a:cubicBezTo>
                  <a:cubicBezTo>
                    <a:pt x="2350" y="31548"/>
                    <a:pt x="2393" y="31530"/>
                    <a:pt x="2412" y="31492"/>
                  </a:cubicBezTo>
                  <a:cubicBezTo>
                    <a:pt x="3650" y="29691"/>
                    <a:pt x="5609" y="28543"/>
                    <a:pt x="7793" y="28340"/>
                  </a:cubicBezTo>
                  <a:cubicBezTo>
                    <a:pt x="8114" y="28314"/>
                    <a:pt x="8438" y="28305"/>
                    <a:pt x="8764" y="28305"/>
                  </a:cubicBezTo>
                  <a:cubicBezTo>
                    <a:pt x="9599" y="28305"/>
                    <a:pt x="10449" y="28365"/>
                    <a:pt x="11291" y="28365"/>
                  </a:cubicBezTo>
                  <a:cubicBezTo>
                    <a:pt x="12433" y="28365"/>
                    <a:pt x="13560" y="28254"/>
                    <a:pt x="14616" y="27732"/>
                  </a:cubicBezTo>
                  <a:cubicBezTo>
                    <a:pt x="15629" y="27214"/>
                    <a:pt x="16418" y="26381"/>
                    <a:pt x="17386" y="25840"/>
                  </a:cubicBezTo>
                  <a:cubicBezTo>
                    <a:pt x="18467" y="25255"/>
                    <a:pt x="19705" y="25165"/>
                    <a:pt x="20854" y="24850"/>
                  </a:cubicBezTo>
                  <a:cubicBezTo>
                    <a:pt x="22723" y="24354"/>
                    <a:pt x="24434" y="23273"/>
                    <a:pt x="25762" y="21855"/>
                  </a:cubicBezTo>
                  <a:cubicBezTo>
                    <a:pt x="27068" y="20436"/>
                    <a:pt x="28059" y="18635"/>
                    <a:pt x="28419" y="16721"/>
                  </a:cubicBezTo>
                  <a:cubicBezTo>
                    <a:pt x="28487" y="16496"/>
                    <a:pt x="28510" y="16248"/>
                    <a:pt x="28532" y="16000"/>
                  </a:cubicBezTo>
                  <a:cubicBezTo>
                    <a:pt x="28558" y="15895"/>
                    <a:pt x="28478" y="15836"/>
                    <a:pt x="28401" y="15836"/>
                  </a:cubicBezTo>
                  <a:cubicBezTo>
                    <a:pt x="28346" y="15836"/>
                    <a:pt x="28294" y="15867"/>
                    <a:pt x="28284" y="15933"/>
                  </a:cubicBezTo>
                  <a:cubicBezTo>
                    <a:pt x="28037" y="17869"/>
                    <a:pt x="27136" y="19716"/>
                    <a:pt x="25898" y="21202"/>
                  </a:cubicBezTo>
                  <a:cubicBezTo>
                    <a:pt x="24637" y="22688"/>
                    <a:pt x="22970" y="23836"/>
                    <a:pt x="21101" y="24444"/>
                  </a:cubicBezTo>
                  <a:cubicBezTo>
                    <a:pt x="20381" y="24669"/>
                    <a:pt x="19593" y="24782"/>
                    <a:pt x="18849" y="24962"/>
                  </a:cubicBezTo>
                  <a:cubicBezTo>
                    <a:pt x="19457" y="23589"/>
                    <a:pt x="19975" y="22215"/>
                    <a:pt x="20538" y="20796"/>
                  </a:cubicBezTo>
                  <a:cubicBezTo>
                    <a:pt x="21101" y="19400"/>
                    <a:pt x="21709" y="17982"/>
                    <a:pt x="22272" y="16586"/>
                  </a:cubicBezTo>
                  <a:cubicBezTo>
                    <a:pt x="22723" y="16496"/>
                    <a:pt x="23173" y="16405"/>
                    <a:pt x="23646" y="16338"/>
                  </a:cubicBezTo>
                  <a:cubicBezTo>
                    <a:pt x="25988" y="15933"/>
                    <a:pt x="28352" y="15775"/>
                    <a:pt x="30716" y="15775"/>
                  </a:cubicBezTo>
                  <a:lnTo>
                    <a:pt x="31572" y="15775"/>
                  </a:lnTo>
                  <a:cubicBezTo>
                    <a:pt x="31730" y="15707"/>
                    <a:pt x="31730" y="15392"/>
                    <a:pt x="31527" y="15392"/>
                  </a:cubicBezTo>
                  <a:cubicBezTo>
                    <a:pt x="31482" y="15347"/>
                    <a:pt x="31459" y="15280"/>
                    <a:pt x="31392" y="15257"/>
                  </a:cubicBezTo>
                  <a:cubicBezTo>
                    <a:pt x="31347" y="15257"/>
                    <a:pt x="31302" y="15235"/>
                    <a:pt x="31279" y="15235"/>
                  </a:cubicBezTo>
                  <a:cubicBezTo>
                    <a:pt x="30649" y="13996"/>
                    <a:pt x="30063" y="12735"/>
                    <a:pt x="29523" y="11452"/>
                  </a:cubicBezTo>
                  <a:cubicBezTo>
                    <a:pt x="29050" y="10303"/>
                    <a:pt x="28645" y="9087"/>
                    <a:pt x="28082" y="7961"/>
                  </a:cubicBezTo>
                  <a:cubicBezTo>
                    <a:pt x="27586" y="6903"/>
                    <a:pt x="26843" y="6002"/>
                    <a:pt x="25807" y="5439"/>
                  </a:cubicBezTo>
                  <a:cubicBezTo>
                    <a:pt x="25244" y="5124"/>
                    <a:pt x="24659" y="4899"/>
                    <a:pt x="24119" y="4584"/>
                  </a:cubicBezTo>
                  <a:cubicBezTo>
                    <a:pt x="23578" y="4291"/>
                    <a:pt x="23150" y="3886"/>
                    <a:pt x="22768" y="3435"/>
                  </a:cubicBezTo>
                  <a:cubicBezTo>
                    <a:pt x="22385" y="3007"/>
                    <a:pt x="22002" y="2557"/>
                    <a:pt x="21552" y="2197"/>
                  </a:cubicBezTo>
                  <a:cubicBezTo>
                    <a:pt x="21079" y="1814"/>
                    <a:pt x="20516" y="1589"/>
                    <a:pt x="19930" y="1409"/>
                  </a:cubicBezTo>
                  <a:cubicBezTo>
                    <a:pt x="19255" y="1251"/>
                    <a:pt x="18557" y="1161"/>
                    <a:pt x="17836" y="1048"/>
                  </a:cubicBezTo>
                  <a:cubicBezTo>
                    <a:pt x="17116" y="936"/>
                    <a:pt x="16373" y="801"/>
                    <a:pt x="15629" y="688"/>
                  </a:cubicBezTo>
                  <a:cubicBezTo>
                    <a:pt x="14188" y="418"/>
                    <a:pt x="12747" y="125"/>
                    <a:pt x="11284" y="35"/>
                  </a:cubicBezTo>
                  <a:cubicBezTo>
                    <a:pt x="11051" y="13"/>
                    <a:pt x="10818" y="0"/>
                    <a:pt x="10585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1167500" y="1838975"/>
            <a:ext cx="32193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4757204" y="1838975"/>
            <a:ext cx="32193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7" name="Google Shape;37;p5"/>
          <p:cNvGrpSpPr/>
          <p:nvPr/>
        </p:nvGrpSpPr>
        <p:grpSpPr>
          <a:xfrm>
            <a:off x="234147" y="4119341"/>
            <a:ext cx="8675706" cy="800152"/>
            <a:chOff x="234147" y="4119341"/>
            <a:chExt cx="8675706" cy="800152"/>
          </a:xfrm>
        </p:grpSpPr>
        <p:sp>
          <p:nvSpPr>
            <p:cNvPr id="38" name="Google Shape;38;p5"/>
            <p:cNvSpPr/>
            <p:nvPr/>
          </p:nvSpPr>
          <p:spPr>
            <a:xfrm rot="5400000">
              <a:off x="422974" y="3930514"/>
              <a:ext cx="708510" cy="1086165"/>
            </a:xfrm>
            <a:custGeom>
              <a:avLst/>
              <a:gdLst/>
              <a:ahLst/>
              <a:cxnLst/>
              <a:rect l="l" t="t" r="r" b="b"/>
              <a:pathLst>
                <a:path w="24616" h="37737" extrusionOk="0">
                  <a:moveTo>
                    <a:pt x="16416" y="409"/>
                  </a:moveTo>
                  <a:lnTo>
                    <a:pt x="16416" y="409"/>
                  </a:lnTo>
                  <a:cubicBezTo>
                    <a:pt x="16101" y="2007"/>
                    <a:pt x="15177" y="3449"/>
                    <a:pt x="14254" y="4777"/>
                  </a:cubicBezTo>
                  <a:cubicBezTo>
                    <a:pt x="13736" y="5498"/>
                    <a:pt x="13218" y="6241"/>
                    <a:pt x="12655" y="6939"/>
                  </a:cubicBezTo>
                  <a:cubicBezTo>
                    <a:pt x="12137" y="7592"/>
                    <a:pt x="11642" y="8200"/>
                    <a:pt x="11192" y="8875"/>
                  </a:cubicBezTo>
                  <a:cubicBezTo>
                    <a:pt x="10989" y="9168"/>
                    <a:pt x="10786" y="9506"/>
                    <a:pt x="10651" y="9799"/>
                  </a:cubicBezTo>
                  <a:cubicBezTo>
                    <a:pt x="10809" y="9168"/>
                    <a:pt x="10989" y="8515"/>
                    <a:pt x="11192" y="7862"/>
                  </a:cubicBezTo>
                  <a:cubicBezTo>
                    <a:pt x="11462" y="7029"/>
                    <a:pt x="11822" y="6173"/>
                    <a:pt x="12318" y="5385"/>
                  </a:cubicBezTo>
                  <a:cubicBezTo>
                    <a:pt x="13038" y="4124"/>
                    <a:pt x="13939" y="2976"/>
                    <a:pt x="14930" y="1895"/>
                  </a:cubicBezTo>
                  <a:cubicBezTo>
                    <a:pt x="15402" y="1400"/>
                    <a:pt x="15920" y="882"/>
                    <a:pt x="16416" y="409"/>
                  </a:cubicBezTo>
                  <a:close/>
                  <a:moveTo>
                    <a:pt x="18420" y="5340"/>
                  </a:moveTo>
                  <a:cubicBezTo>
                    <a:pt x="17519" y="6263"/>
                    <a:pt x="16596" y="7187"/>
                    <a:pt x="15560" y="7997"/>
                  </a:cubicBezTo>
                  <a:cubicBezTo>
                    <a:pt x="14479" y="8875"/>
                    <a:pt x="13308" y="9664"/>
                    <a:pt x="12092" y="10339"/>
                  </a:cubicBezTo>
                  <a:cubicBezTo>
                    <a:pt x="11529" y="10654"/>
                    <a:pt x="10921" y="10902"/>
                    <a:pt x="10404" y="11240"/>
                  </a:cubicBezTo>
                  <a:cubicBezTo>
                    <a:pt x="12115" y="9236"/>
                    <a:pt x="14141" y="7524"/>
                    <a:pt x="16438" y="6241"/>
                  </a:cubicBezTo>
                  <a:cubicBezTo>
                    <a:pt x="17069" y="5858"/>
                    <a:pt x="17744" y="5520"/>
                    <a:pt x="18420" y="5340"/>
                  </a:cubicBezTo>
                  <a:close/>
                  <a:moveTo>
                    <a:pt x="7949" y="1917"/>
                  </a:moveTo>
                  <a:cubicBezTo>
                    <a:pt x="8129" y="2458"/>
                    <a:pt x="8309" y="2998"/>
                    <a:pt x="8467" y="3494"/>
                  </a:cubicBezTo>
                  <a:cubicBezTo>
                    <a:pt x="8670" y="4147"/>
                    <a:pt x="8872" y="4777"/>
                    <a:pt x="9075" y="5408"/>
                  </a:cubicBezTo>
                  <a:cubicBezTo>
                    <a:pt x="9435" y="6736"/>
                    <a:pt x="9705" y="8065"/>
                    <a:pt x="9863" y="9438"/>
                  </a:cubicBezTo>
                  <a:cubicBezTo>
                    <a:pt x="9908" y="10046"/>
                    <a:pt x="9976" y="10699"/>
                    <a:pt x="9976" y="11330"/>
                  </a:cubicBezTo>
                  <a:cubicBezTo>
                    <a:pt x="9435" y="10226"/>
                    <a:pt x="8940" y="9123"/>
                    <a:pt x="8535" y="7997"/>
                  </a:cubicBezTo>
                  <a:cubicBezTo>
                    <a:pt x="8084" y="6714"/>
                    <a:pt x="7837" y="5385"/>
                    <a:pt x="7791" y="4012"/>
                  </a:cubicBezTo>
                  <a:cubicBezTo>
                    <a:pt x="7791" y="3291"/>
                    <a:pt x="7859" y="2638"/>
                    <a:pt x="7949" y="1917"/>
                  </a:cubicBezTo>
                  <a:close/>
                  <a:moveTo>
                    <a:pt x="17879" y="8988"/>
                  </a:moveTo>
                  <a:cubicBezTo>
                    <a:pt x="17519" y="9483"/>
                    <a:pt x="17114" y="9979"/>
                    <a:pt x="16708" y="10429"/>
                  </a:cubicBezTo>
                  <a:cubicBezTo>
                    <a:pt x="16213" y="10947"/>
                    <a:pt x="15718" y="11465"/>
                    <a:pt x="15177" y="11915"/>
                  </a:cubicBezTo>
                  <a:cubicBezTo>
                    <a:pt x="14119" y="12839"/>
                    <a:pt x="12948" y="13649"/>
                    <a:pt x="11687" y="14325"/>
                  </a:cubicBezTo>
                  <a:cubicBezTo>
                    <a:pt x="11102" y="14640"/>
                    <a:pt x="10471" y="14955"/>
                    <a:pt x="9841" y="15180"/>
                  </a:cubicBezTo>
                  <a:cubicBezTo>
                    <a:pt x="10674" y="14167"/>
                    <a:pt x="11529" y="13221"/>
                    <a:pt x="12498" y="12343"/>
                  </a:cubicBezTo>
                  <a:cubicBezTo>
                    <a:pt x="13579" y="11375"/>
                    <a:pt x="14727" y="10564"/>
                    <a:pt x="15965" y="9889"/>
                  </a:cubicBezTo>
                  <a:cubicBezTo>
                    <a:pt x="16596" y="9551"/>
                    <a:pt x="17226" y="9258"/>
                    <a:pt x="17879" y="8988"/>
                  </a:cubicBezTo>
                  <a:close/>
                  <a:moveTo>
                    <a:pt x="6260" y="6511"/>
                  </a:moveTo>
                  <a:lnTo>
                    <a:pt x="6260" y="6511"/>
                  </a:lnTo>
                  <a:cubicBezTo>
                    <a:pt x="6666" y="7659"/>
                    <a:pt x="7183" y="8785"/>
                    <a:pt x="7634" y="9911"/>
                  </a:cubicBezTo>
                  <a:cubicBezTo>
                    <a:pt x="7882" y="10542"/>
                    <a:pt x="8084" y="11172"/>
                    <a:pt x="8242" y="11825"/>
                  </a:cubicBezTo>
                  <a:cubicBezTo>
                    <a:pt x="8422" y="12456"/>
                    <a:pt x="8535" y="13064"/>
                    <a:pt x="8737" y="13649"/>
                  </a:cubicBezTo>
                  <a:cubicBezTo>
                    <a:pt x="8895" y="14212"/>
                    <a:pt x="9097" y="14753"/>
                    <a:pt x="9345" y="15270"/>
                  </a:cubicBezTo>
                  <a:cubicBezTo>
                    <a:pt x="7634" y="13379"/>
                    <a:pt x="6530" y="10925"/>
                    <a:pt x="6283" y="8357"/>
                  </a:cubicBezTo>
                  <a:cubicBezTo>
                    <a:pt x="6238" y="7750"/>
                    <a:pt x="6238" y="7142"/>
                    <a:pt x="6260" y="6511"/>
                  </a:cubicBezTo>
                  <a:close/>
                  <a:moveTo>
                    <a:pt x="17564" y="12816"/>
                  </a:moveTo>
                  <a:lnTo>
                    <a:pt x="17564" y="12816"/>
                  </a:lnTo>
                  <a:cubicBezTo>
                    <a:pt x="15988" y="15135"/>
                    <a:pt x="13961" y="17117"/>
                    <a:pt x="11619" y="18648"/>
                  </a:cubicBezTo>
                  <a:cubicBezTo>
                    <a:pt x="11057" y="19008"/>
                    <a:pt x="10494" y="19346"/>
                    <a:pt x="9908" y="19661"/>
                  </a:cubicBezTo>
                  <a:cubicBezTo>
                    <a:pt x="11237" y="17229"/>
                    <a:pt x="13263" y="15315"/>
                    <a:pt x="15628" y="13897"/>
                  </a:cubicBezTo>
                  <a:cubicBezTo>
                    <a:pt x="16258" y="13492"/>
                    <a:pt x="16889" y="13154"/>
                    <a:pt x="17564" y="12816"/>
                  </a:cubicBezTo>
                  <a:close/>
                  <a:moveTo>
                    <a:pt x="3716" y="9866"/>
                  </a:moveTo>
                  <a:lnTo>
                    <a:pt x="3716" y="9866"/>
                  </a:lnTo>
                  <a:cubicBezTo>
                    <a:pt x="4031" y="10452"/>
                    <a:pt x="4369" y="11037"/>
                    <a:pt x="4729" y="11600"/>
                  </a:cubicBezTo>
                  <a:cubicBezTo>
                    <a:pt x="5179" y="12253"/>
                    <a:pt x="5675" y="12906"/>
                    <a:pt x="6125" y="13537"/>
                  </a:cubicBezTo>
                  <a:cubicBezTo>
                    <a:pt x="6981" y="14843"/>
                    <a:pt x="7769" y="16216"/>
                    <a:pt x="8444" y="17635"/>
                  </a:cubicBezTo>
                  <a:cubicBezTo>
                    <a:pt x="8827" y="18400"/>
                    <a:pt x="9188" y="19143"/>
                    <a:pt x="9458" y="19954"/>
                  </a:cubicBezTo>
                  <a:cubicBezTo>
                    <a:pt x="8287" y="19121"/>
                    <a:pt x="7409" y="17882"/>
                    <a:pt x="6621" y="16667"/>
                  </a:cubicBezTo>
                  <a:cubicBezTo>
                    <a:pt x="5720" y="15270"/>
                    <a:pt x="4797" y="13829"/>
                    <a:pt x="4234" y="12253"/>
                  </a:cubicBezTo>
                  <a:cubicBezTo>
                    <a:pt x="3941" y="11487"/>
                    <a:pt x="3783" y="10677"/>
                    <a:pt x="3716" y="9866"/>
                  </a:cubicBezTo>
                  <a:close/>
                  <a:moveTo>
                    <a:pt x="1049" y="21397"/>
                  </a:moveTo>
                  <a:lnTo>
                    <a:pt x="1049" y="21397"/>
                  </a:lnTo>
                  <a:cubicBezTo>
                    <a:pt x="1326" y="21626"/>
                    <a:pt x="1634" y="21823"/>
                    <a:pt x="1952" y="21999"/>
                  </a:cubicBezTo>
                  <a:lnTo>
                    <a:pt x="1952" y="21999"/>
                  </a:lnTo>
                  <a:cubicBezTo>
                    <a:pt x="1646" y="21809"/>
                    <a:pt x="1351" y="21607"/>
                    <a:pt x="1049" y="21397"/>
                  </a:cubicBezTo>
                  <a:close/>
                  <a:moveTo>
                    <a:pt x="653" y="14978"/>
                  </a:moveTo>
                  <a:lnTo>
                    <a:pt x="653" y="14978"/>
                  </a:lnTo>
                  <a:cubicBezTo>
                    <a:pt x="1216" y="15406"/>
                    <a:pt x="1847" y="15766"/>
                    <a:pt x="2455" y="16149"/>
                  </a:cubicBezTo>
                  <a:cubicBezTo>
                    <a:pt x="3198" y="16554"/>
                    <a:pt x="3918" y="16959"/>
                    <a:pt x="4616" y="17432"/>
                  </a:cubicBezTo>
                  <a:cubicBezTo>
                    <a:pt x="5968" y="18355"/>
                    <a:pt x="7093" y="19571"/>
                    <a:pt x="8152" y="20832"/>
                  </a:cubicBezTo>
                  <a:cubicBezTo>
                    <a:pt x="8670" y="21485"/>
                    <a:pt x="9165" y="22161"/>
                    <a:pt x="9660" y="22836"/>
                  </a:cubicBezTo>
                  <a:cubicBezTo>
                    <a:pt x="6553" y="21733"/>
                    <a:pt x="3828" y="19774"/>
                    <a:pt x="1959" y="17117"/>
                  </a:cubicBezTo>
                  <a:cubicBezTo>
                    <a:pt x="1464" y="16441"/>
                    <a:pt x="1059" y="15721"/>
                    <a:pt x="653" y="14978"/>
                  </a:cubicBezTo>
                  <a:close/>
                  <a:moveTo>
                    <a:pt x="18082" y="15473"/>
                  </a:moveTo>
                  <a:lnTo>
                    <a:pt x="18082" y="15473"/>
                  </a:lnTo>
                  <a:cubicBezTo>
                    <a:pt x="17114" y="17162"/>
                    <a:pt x="16191" y="18873"/>
                    <a:pt x="15200" y="20540"/>
                  </a:cubicBezTo>
                  <a:cubicBezTo>
                    <a:pt x="14704" y="21373"/>
                    <a:pt x="14164" y="22228"/>
                    <a:pt x="13579" y="23039"/>
                  </a:cubicBezTo>
                  <a:cubicBezTo>
                    <a:pt x="13016" y="23805"/>
                    <a:pt x="12385" y="24548"/>
                    <a:pt x="11935" y="25403"/>
                  </a:cubicBezTo>
                  <a:cubicBezTo>
                    <a:pt x="11665" y="25944"/>
                    <a:pt x="11417" y="26529"/>
                    <a:pt x="11327" y="27115"/>
                  </a:cubicBezTo>
                  <a:cubicBezTo>
                    <a:pt x="11327" y="25403"/>
                    <a:pt x="11665" y="23692"/>
                    <a:pt x="12363" y="22116"/>
                  </a:cubicBezTo>
                  <a:cubicBezTo>
                    <a:pt x="13151" y="20314"/>
                    <a:pt x="14344" y="18693"/>
                    <a:pt x="15740" y="17342"/>
                  </a:cubicBezTo>
                  <a:cubicBezTo>
                    <a:pt x="16483" y="16644"/>
                    <a:pt x="17249" y="16036"/>
                    <a:pt x="18082" y="15473"/>
                  </a:cubicBezTo>
                  <a:close/>
                  <a:moveTo>
                    <a:pt x="20491" y="17635"/>
                  </a:moveTo>
                  <a:lnTo>
                    <a:pt x="20491" y="17635"/>
                  </a:lnTo>
                  <a:cubicBezTo>
                    <a:pt x="19748" y="19729"/>
                    <a:pt x="18915" y="21823"/>
                    <a:pt x="17992" y="23872"/>
                  </a:cubicBezTo>
                  <a:cubicBezTo>
                    <a:pt x="17519" y="24931"/>
                    <a:pt x="16979" y="25966"/>
                    <a:pt x="16393" y="26957"/>
                  </a:cubicBezTo>
                  <a:cubicBezTo>
                    <a:pt x="15808" y="27925"/>
                    <a:pt x="15132" y="28894"/>
                    <a:pt x="14479" y="29817"/>
                  </a:cubicBezTo>
                  <a:cubicBezTo>
                    <a:pt x="14141" y="30290"/>
                    <a:pt x="13804" y="30785"/>
                    <a:pt x="13579" y="31348"/>
                  </a:cubicBezTo>
                  <a:cubicBezTo>
                    <a:pt x="13556" y="30515"/>
                    <a:pt x="13579" y="29727"/>
                    <a:pt x="13669" y="28984"/>
                  </a:cubicBezTo>
                  <a:cubicBezTo>
                    <a:pt x="13781" y="27768"/>
                    <a:pt x="13939" y="26574"/>
                    <a:pt x="14232" y="25403"/>
                  </a:cubicBezTo>
                  <a:cubicBezTo>
                    <a:pt x="14794" y="23264"/>
                    <a:pt x="15808" y="21215"/>
                    <a:pt x="17497" y="19706"/>
                  </a:cubicBezTo>
                  <a:cubicBezTo>
                    <a:pt x="18397" y="18896"/>
                    <a:pt x="19456" y="18243"/>
                    <a:pt x="20491" y="17635"/>
                  </a:cubicBezTo>
                  <a:close/>
                  <a:moveTo>
                    <a:pt x="2687" y="27575"/>
                  </a:moveTo>
                  <a:cubicBezTo>
                    <a:pt x="2866" y="27575"/>
                    <a:pt x="3044" y="27579"/>
                    <a:pt x="3220" y="27588"/>
                  </a:cubicBezTo>
                  <a:cubicBezTo>
                    <a:pt x="4144" y="27655"/>
                    <a:pt x="5067" y="27858"/>
                    <a:pt x="5945" y="28151"/>
                  </a:cubicBezTo>
                  <a:cubicBezTo>
                    <a:pt x="7679" y="28759"/>
                    <a:pt x="9300" y="29704"/>
                    <a:pt x="10741" y="30830"/>
                  </a:cubicBezTo>
                  <a:cubicBezTo>
                    <a:pt x="11304" y="31281"/>
                    <a:pt x="11800" y="31731"/>
                    <a:pt x="12318" y="32204"/>
                  </a:cubicBezTo>
                  <a:cubicBezTo>
                    <a:pt x="11147" y="31483"/>
                    <a:pt x="9660" y="31258"/>
                    <a:pt x="8287" y="31055"/>
                  </a:cubicBezTo>
                  <a:cubicBezTo>
                    <a:pt x="6373" y="30785"/>
                    <a:pt x="4549" y="30222"/>
                    <a:pt x="2815" y="29321"/>
                  </a:cubicBezTo>
                  <a:cubicBezTo>
                    <a:pt x="1959" y="28849"/>
                    <a:pt x="1126" y="28286"/>
                    <a:pt x="406" y="27678"/>
                  </a:cubicBezTo>
                  <a:cubicBezTo>
                    <a:pt x="1153" y="27641"/>
                    <a:pt x="1929" y="27575"/>
                    <a:pt x="2687" y="27575"/>
                  </a:cubicBezTo>
                  <a:close/>
                  <a:moveTo>
                    <a:pt x="24252" y="20945"/>
                  </a:moveTo>
                  <a:lnTo>
                    <a:pt x="24252" y="20945"/>
                  </a:lnTo>
                  <a:cubicBezTo>
                    <a:pt x="23261" y="22949"/>
                    <a:pt x="22068" y="24840"/>
                    <a:pt x="20694" y="26574"/>
                  </a:cubicBezTo>
                  <a:cubicBezTo>
                    <a:pt x="19996" y="27520"/>
                    <a:pt x="19208" y="28376"/>
                    <a:pt x="18420" y="29231"/>
                  </a:cubicBezTo>
                  <a:cubicBezTo>
                    <a:pt x="17564" y="30110"/>
                    <a:pt x="16641" y="30898"/>
                    <a:pt x="15853" y="31798"/>
                  </a:cubicBezTo>
                  <a:cubicBezTo>
                    <a:pt x="15493" y="32204"/>
                    <a:pt x="15155" y="32654"/>
                    <a:pt x="14907" y="33172"/>
                  </a:cubicBezTo>
                  <a:cubicBezTo>
                    <a:pt x="15245" y="31506"/>
                    <a:pt x="15853" y="29907"/>
                    <a:pt x="16686" y="28421"/>
                  </a:cubicBezTo>
                  <a:cubicBezTo>
                    <a:pt x="17879" y="26349"/>
                    <a:pt x="19501" y="24593"/>
                    <a:pt x="21347" y="23084"/>
                  </a:cubicBezTo>
                  <a:cubicBezTo>
                    <a:pt x="22270" y="22341"/>
                    <a:pt x="23239" y="21598"/>
                    <a:pt x="24252" y="20945"/>
                  </a:cubicBezTo>
                  <a:close/>
                  <a:moveTo>
                    <a:pt x="2252" y="32361"/>
                  </a:moveTo>
                  <a:lnTo>
                    <a:pt x="2252" y="32361"/>
                  </a:lnTo>
                  <a:cubicBezTo>
                    <a:pt x="5495" y="32384"/>
                    <a:pt x="8895" y="32699"/>
                    <a:pt x="11800" y="34208"/>
                  </a:cubicBezTo>
                  <a:cubicBezTo>
                    <a:pt x="12565" y="34613"/>
                    <a:pt x="13308" y="35064"/>
                    <a:pt x="14164" y="35199"/>
                  </a:cubicBezTo>
                  <a:cubicBezTo>
                    <a:pt x="13569" y="35390"/>
                    <a:pt x="12910" y="35452"/>
                    <a:pt x="12254" y="35452"/>
                  </a:cubicBezTo>
                  <a:cubicBezTo>
                    <a:pt x="12140" y="35452"/>
                    <a:pt x="12026" y="35450"/>
                    <a:pt x="11912" y="35446"/>
                  </a:cubicBezTo>
                  <a:cubicBezTo>
                    <a:pt x="11034" y="35424"/>
                    <a:pt x="10201" y="35311"/>
                    <a:pt x="9345" y="35131"/>
                  </a:cubicBezTo>
                  <a:cubicBezTo>
                    <a:pt x="7656" y="34793"/>
                    <a:pt x="6035" y="34185"/>
                    <a:pt x="4481" y="33442"/>
                  </a:cubicBezTo>
                  <a:cubicBezTo>
                    <a:pt x="3716" y="33104"/>
                    <a:pt x="3018" y="32722"/>
                    <a:pt x="2252" y="32361"/>
                  </a:cubicBezTo>
                  <a:close/>
                  <a:moveTo>
                    <a:pt x="16602" y="1"/>
                  </a:moveTo>
                  <a:cubicBezTo>
                    <a:pt x="16568" y="1"/>
                    <a:pt x="16531" y="15"/>
                    <a:pt x="16506" y="48"/>
                  </a:cubicBezTo>
                  <a:cubicBezTo>
                    <a:pt x="14389" y="2007"/>
                    <a:pt x="12408" y="4282"/>
                    <a:pt x="11327" y="6984"/>
                  </a:cubicBezTo>
                  <a:cubicBezTo>
                    <a:pt x="11057" y="7637"/>
                    <a:pt x="10876" y="8267"/>
                    <a:pt x="10719" y="8943"/>
                  </a:cubicBezTo>
                  <a:cubicBezTo>
                    <a:pt x="10494" y="9664"/>
                    <a:pt x="10313" y="10407"/>
                    <a:pt x="10133" y="11150"/>
                  </a:cubicBezTo>
                  <a:cubicBezTo>
                    <a:pt x="10133" y="8628"/>
                    <a:pt x="9458" y="6128"/>
                    <a:pt x="8692" y="3719"/>
                  </a:cubicBezTo>
                  <a:cubicBezTo>
                    <a:pt x="8467" y="2976"/>
                    <a:pt x="8197" y="2233"/>
                    <a:pt x="7972" y="1467"/>
                  </a:cubicBezTo>
                  <a:cubicBezTo>
                    <a:pt x="7960" y="1433"/>
                    <a:pt x="7915" y="1416"/>
                    <a:pt x="7873" y="1416"/>
                  </a:cubicBezTo>
                  <a:cubicBezTo>
                    <a:pt x="7831" y="1416"/>
                    <a:pt x="7791" y="1433"/>
                    <a:pt x="7791" y="1467"/>
                  </a:cubicBezTo>
                  <a:cubicBezTo>
                    <a:pt x="7544" y="2863"/>
                    <a:pt x="7544" y="4349"/>
                    <a:pt x="7769" y="5723"/>
                  </a:cubicBezTo>
                  <a:cubicBezTo>
                    <a:pt x="7994" y="7051"/>
                    <a:pt x="8444" y="8335"/>
                    <a:pt x="8985" y="9573"/>
                  </a:cubicBezTo>
                  <a:cubicBezTo>
                    <a:pt x="9300" y="10294"/>
                    <a:pt x="9593" y="10970"/>
                    <a:pt x="9931" y="11645"/>
                  </a:cubicBezTo>
                  <a:lnTo>
                    <a:pt x="9931" y="11690"/>
                  </a:lnTo>
                  <a:cubicBezTo>
                    <a:pt x="9931" y="11758"/>
                    <a:pt x="9976" y="11780"/>
                    <a:pt x="9998" y="11780"/>
                  </a:cubicBezTo>
                  <a:cubicBezTo>
                    <a:pt x="9886" y="12388"/>
                    <a:pt x="9773" y="13019"/>
                    <a:pt x="9683" y="13627"/>
                  </a:cubicBezTo>
                  <a:cubicBezTo>
                    <a:pt x="9638" y="14167"/>
                    <a:pt x="9570" y="14685"/>
                    <a:pt x="9525" y="15203"/>
                  </a:cubicBezTo>
                  <a:cubicBezTo>
                    <a:pt x="8962" y="14190"/>
                    <a:pt x="8737" y="13041"/>
                    <a:pt x="8422" y="11915"/>
                  </a:cubicBezTo>
                  <a:cubicBezTo>
                    <a:pt x="8084" y="10654"/>
                    <a:pt x="7566" y="9438"/>
                    <a:pt x="7071" y="8222"/>
                  </a:cubicBezTo>
                  <a:cubicBezTo>
                    <a:pt x="6778" y="7524"/>
                    <a:pt x="6485" y="6826"/>
                    <a:pt x="6283" y="6083"/>
                  </a:cubicBezTo>
                  <a:cubicBezTo>
                    <a:pt x="6273" y="6053"/>
                    <a:pt x="6244" y="6041"/>
                    <a:pt x="6216" y="6041"/>
                  </a:cubicBezTo>
                  <a:cubicBezTo>
                    <a:pt x="6182" y="6041"/>
                    <a:pt x="6148" y="6058"/>
                    <a:pt x="6148" y="6083"/>
                  </a:cubicBezTo>
                  <a:cubicBezTo>
                    <a:pt x="5945" y="7389"/>
                    <a:pt x="6103" y="8785"/>
                    <a:pt x="6418" y="10091"/>
                  </a:cubicBezTo>
                  <a:cubicBezTo>
                    <a:pt x="6756" y="11420"/>
                    <a:pt x="7296" y="12681"/>
                    <a:pt x="8017" y="13807"/>
                  </a:cubicBezTo>
                  <a:cubicBezTo>
                    <a:pt x="8444" y="14460"/>
                    <a:pt x="8917" y="15045"/>
                    <a:pt x="9458" y="15586"/>
                  </a:cubicBezTo>
                  <a:cubicBezTo>
                    <a:pt x="9368" y="16847"/>
                    <a:pt x="9345" y="18130"/>
                    <a:pt x="9435" y="19436"/>
                  </a:cubicBezTo>
                  <a:cubicBezTo>
                    <a:pt x="9210" y="18873"/>
                    <a:pt x="9007" y="18333"/>
                    <a:pt x="8760" y="17792"/>
                  </a:cubicBezTo>
                  <a:cubicBezTo>
                    <a:pt x="8422" y="17094"/>
                    <a:pt x="8084" y="16419"/>
                    <a:pt x="7679" y="15743"/>
                  </a:cubicBezTo>
                  <a:cubicBezTo>
                    <a:pt x="7296" y="15068"/>
                    <a:pt x="6891" y="14415"/>
                    <a:pt x="6440" y="13784"/>
                  </a:cubicBezTo>
                  <a:cubicBezTo>
                    <a:pt x="5990" y="13109"/>
                    <a:pt x="5495" y="12478"/>
                    <a:pt x="5044" y="11825"/>
                  </a:cubicBezTo>
                  <a:cubicBezTo>
                    <a:pt x="4504" y="11082"/>
                    <a:pt x="4076" y="10226"/>
                    <a:pt x="3671" y="9393"/>
                  </a:cubicBezTo>
                  <a:cubicBezTo>
                    <a:pt x="3645" y="9359"/>
                    <a:pt x="3613" y="9344"/>
                    <a:pt x="3582" y="9344"/>
                  </a:cubicBezTo>
                  <a:cubicBezTo>
                    <a:pt x="3534" y="9344"/>
                    <a:pt x="3491" y="9383"/>
                    <a:pt x="3491" y="9438"/>
                  </a:cubicBezTo>
                  <a:cubicBezTo>
                    <a:pt x="3513" y="11127"/>
                    <a:pt x="4144" y="12771"/>
                    <a:pt x="4932" y="14235"/>
                  </a:cubicBezTo>
                  <a:cubicBezTo>
                    <a:pt x="5360" y="14978"/>
                    <a:pt x="5810" y="15743"/>
                    <a:pt x="6283" y="16486"/>
                  </a:cubicBezTo>
                  <a:cubicBezTo>
                    <a:pt x="6711" y="17117"/>
                    <a:pt x="7116" y="17770"/>
                    <a:pt x="7611" y="18400"/>
                  </a:cubicBezTo>
                  <a:cubicBezTo>
                    <a:pt x="8129" y="19076"/>
                    <a:pt x="8737" y="19661"/>
                    <a:pt x="9435" y="20134"/>
                  </a:cubicBezTo>
                  <a:cubicBezTo>
                    <a:pt x="9480" y="20990"/>
                    <a:pt x="9593" y="21823"/>
                    <a:pt x="9705" y="22679"/>
                  </a:cubicBezTo>
                  <a:cubicBezTo>
                    <a:pt x="8782" y="21463"/>
                    <a:pt x="7882" y="20224"/>
                    <a:pt x="6823" y="19121"/>
                  </a:cubicBezTo>
                  <a:cubicBezTo>
                    <a:pt x="6260" y="18536"/>
                    <a:pt x="5630" y="17995"/>
                    <a:pt x="4954" y="17522"/>
                  </a:cubicBezTo>
                  <a:cubicBezTo>
                    <a:pt x="4279" y="17049"/>
                    <a:pt x="3581" y="16667"/>
                    <a:pt x="2838" y="16284"/>
                  </a:cubicBezTo>
                  <a:cubicBezTo>
                    <a:pt x="2004" y="15833"/>
                    <a:pt x="1126" y="15383"/>
                    <a:pt x="451" y="14707"/>
                  </a:cubicBezTo>
                  <a:cubicBezTo>
                    <a:pt x="438" y="14688"/>
                    <a:pt x="422" y="14680"/>
                    <a:pt x="405" y="14680"/>
                  </a:cubicBezTo>
                  <a:cubicBezTo>
                    <a:pt x="364" y="14680"/>
                    <a:pt x="322" y="14733"/>
                    <a:pt x="338" y="14798"/>
                  </a:cubicBezTo>
                  <a:cubicBezTo>
                    <a:pt x="653" y="15586"/>
                    <a:pt x="1104" y="16306"/>
                    <a:pt x="1577" y="16982"/>
                  </a:cubicBezTo>
                  <a:cubicBezTo>
                    <a:pt x="2049" y="17680"/>
                    <a:pt x="2590" y="18333"/>
                    <a:pt x="3175" y="18963"/>
                  </a:cubicBezTo>
                  <a:cubicBezTo>
                    <a:pt x="4369" y="20202"/>
                    <a:pt x="5720" y="21260"/>
                    <a:pt x="7229" y="22048"/>
                  </a:cubicBezTo>
                  <a:cubicBezTo>
                    <a:pt x="8017" y="22476"/>
                    <a:pt x="8872" y="22814"/>
                    <a:pt x="9751" y="23062"/>
                  </a:cubicBezTo>
                  <a:cubicBezTo>
                    <a:pt x="9751" y="23062"/>
                    <a:pt x="9751" y="23084"/>
                    <a:pt x="9773" y="23084"/>
                  </a:cubicBezTo>
                  <a:cubicBezTo>
                    <a:pt x="9796" y="23129"/>
                    <a:pt x="9796" y="23129"/>
                    <a:pt x="9818" y="23129"/>
                  </a:cubicBezTo>
                  <a:cubicBezTo>
                    <a:pt x="10088" y="24660"/>
                    <a:pt x="10449" y="26214"/>
                    <a:pt x="10921" y="27745"/>
                  </a:cubicBezTo>
                  <a:cubicBezTo>
                    <a:pt x="10088" y="26529"/>
                    <a:pt x="8985" y="25516"/>
                    <a:pt x="7769" y="24705"/>
                  </a:cubicBezTo>
                  <a:cubicBezTo>
                    <a:pt x="6305" y="23737"/>
                    <a:pt x="4684" y="23264"/>
                    <a:pt x="3108" y="22566"/>
                  </a:cubicBezTo>
                  <a:cubicBezTo>
                    <a:pt x="2732" y="22393"/>
                    <a:pt x="2335" y="22211"/>
                    <a:pt x="1952" y="21999"/>
                  </a:cubicBezTo>
                  <a:lnTo>
                    <a:pt x="1952" y="21999"/>
                  </a:lnTo>
                  <a:cubicBezTo>
                    <a:pt x="2158" y="22127"/>
                    <a:pt x="2369" y="22249"/>
                    <a:pt x="2590" y="22364"/>
                  </a:cubicBezTo>
                  <a:cubicBezTo>
                    <a:pt x="3355" y="22746"/>
                    <a:pt x="4166" y="23062"/>
                    <a:pt x="4954" y="23377"/>
                  </a:cubicBezTo>
                  <a:cubicBezTo>
                    <a:pt x="5742" y="23715"/>
                    <a:pt x="6508" y="24052"/>
                    <a:pt x="7251" y="24480"/>
                  </a:cubicBezTo>
                  <a:cubicBezTo>
                    <a:pt x="7994" y="24931"/>
                    <a:pt x="8715" y="25448"/>
                    <a:pt x="9345" y="26079"/>
                  </a:cubicBezTo>
                  <a:cubicBezTo>
                    <a:pt x="9976" y="26664"/>
                    <a:pt x="10539" y="27340"/>
                    <a:pt x="11011" y="28038"/>
                  </a:cubicBezTo>
                  <a:cubicBezTo>
                    <a:pt x="9683" y="27115"/>
                    <a:pt x="8084" y="26777"/>
                    <a:pt x="6688" y="26079"/>
                  </a:cubicBezTo>
                  <a:cubicBezTo>
                    <a:pt x="5157" y="25313"/>
                    <a:pt x="3761" y="24323"/>
                    <a:pt x="2545" y="23129"/>
                  </a:cubicBezTo>
                  <a:cubicBezTo>
                    <a:pt x="1982" y="22589"/>
                    <a:pt x="1509" y="22003"/>
                    <a:pt x="1014" y="21373"/>
                  </a:cubicBezTo>
                  <a:lnTo>
                    <a:pt x="1014" y="21373"/>
                  </a:lnTo>
                  <a:cubicBezTo>
                    <a:pt x="1025" y="21381"/>
                    <a:pt x="1037" y="21389"/>
                    <a:pt x="1049" y="21397"/>
                  </a:cubicBezTo>
                  <a:lnTo>
                    <a:pt x="1049" y="21397"/>
                  </a:lnTo>
                  <a:cubicBezTo>
                    <a:pt x="882" y="21259"/>
                    <a:pt x="726" y="21109"/>
                    <a:pt x="586" y="20945"/>
                  </a:cubicBezTo>
                  <a:cubicBezTo>
                    <a:pt x="573" y="20926"/>
                    <a:pt x="553" y="20917"/>
                    <a:pt x="532" y="20917"/>
                  </a:cubicBezTo>
                  <a:cubicBezTo>
                    <a:pt x="479" y="20917"/>
                    <a:pt x="418" y="20970"/>
                    <a:pt x="451" y="21035"/>
                  </a:cubicBezTo>
                  <a:cubicBezTo>
                    <a:pt x="879" y="21778"/>
                    <a:pt x="1464" y="22409"/>
                    <a:pt x="2027" y="23039"/>
                  </a:cubicBezTo>
                  <a:cubicBezTo>
                    <a:pt x="2612" y="23647"/>
                    <a:pt x="3265" y="24255"/>
                    <a:pt x="3963" y="24750"/>
                  </a:cubicBezTo>
                  <a:cubicBezTo>
                    <a:pt x="4639" y="25268"/>
                    <a:pt x="5360" y="25674"/>
                    <a:pt x="6080" y="26079"/>
                  </a:cubicBezTo>
                  <a:cubicBezTo>
                    <a:pt x="6868" y="26507"/>
                    <a:pt x="7679" y="26800"/>
                    <a:pt x="8512" y="27092"/>
                  </a:cubicBezTo>
                  <a:cubicBezTo>
                    <a:pt x="9413" y="27407"/>
                    <a:pt x="10313" y="27745"/>
                    <a:pt x="11102" y="28308"/>
                  </a:cubicBezTo>
                  <a:cubicBezTo>
                    <a:pt x="11124" y="28331"/>
                    <a:pt x="11124" y="28353"/>
                    <a:pt x="11147" y="28376"/>
                  </a:cubicBezTo>
                  <a:cubicBezTo>
                    <a:pt x="11574" y="29614"/>
                    <a:pt x="12070" y="30808"/>
                    <a:pt x="12633" y="31979"/>
                  </a:cubicBezTo>
                  <a:cubicBezTo>
                    <a:pt x="12745" y="32204"/>
                    <a:pt x="12858" y="32406"/>
                    <a:pt x="12971" y="32632"/>
                  </a:cubicBezTo>
                  <a:cubicBezTo>
                    <a:pt x="10471" y="30042"/>
                    <a:pt x="7229" y="27858"/>
                    <a:pt x="3603" y="27453"/>
                  </a:cubicBezTo>
                  <a:cubicBezTo>
                    <a:pt x="3196" y="27412"/>
                    <a:pt x="2783" y="27395"/>
                    <a:pt x="2367" y="27395"/>
                  </a:cubicBezTo>
                  <a:cubicBezTo>
                    <a:pt x="1631" y="27395"/>
                    <a:pt x="883" y="27448"/>
                    <a:pt x="135" y="27520"/>
                  </a:cubicBezTo>
                  <a:cubicBezTo>
                    <a:pt x="68" y="27520"/>
                    <a:pt x="0" y="27655"/>
                    <a:pt x="90" y="27700"/>
                  </a:cubicBezTo>
                  <a:cubicBezTo>
                    <a:pt x="1554" y="28804"/>
                    <a:pt x="3130" y="29727"/>
                    <a:pt x="4842" y="30380"/>
                  </a:cubicBezTo>
                  <a:cubicBezTo>
                    <a:pt x="5720" y="30718"/>
                    <a:pt x="6598" y="30943"/>
                    <a:pt x="7499" y="31123"/>
                  </a:cubicBezTo>
                  <a:cubicBezTo>
                    <a:pt x="8512" y="31303"/>
                    <a:pt x="9548" y="31393"/>
                    <a:pt x="10539" y="31686"/>
                  </a:cubicBezTo>
                  <a:cubicBezTo>
                    <a:pt x="11011" y="31821"/>
                    <a:pt x="11484" y="31979"/>
                    <a:pt x="11912" y="32249"/>
                  </a:cubicBezTo>
                  <a:cubicBezTo>
                    <a:pt x="12160" y="32384"/>
                    <a:pt x="12408" y="32587"/>
                    <a:pt x="12633" y="32744"/>
                  </a:cubicBezTo>
                  <a:cubicBezTo>
                    <a:pt x="12858" y="32947"/>
                    <a:pt x="13128" y="33104"/>
                    <a:pt x="13308" y="33375"/>
                  </a:cubicBezTo>
                  <a:cubicBezTo>
                    <a:pt x="13511" y="33600"/>
                    <a:pt x="13601" y="33870"/>
                    <a:pt x="13759" y="34118"/>
                  </a:cubicBezTo>
                  <a:cubicBezTo>
                    <a:pt x="13939" y="34411"/>
                    <a:pt x="14096" y="34658"/>
                    <a:pt x="14277" y="34951"/>
                  </a:cubicBezTo>
                  <a:cubicBezTo>
                    <a:pt x="14277" y="34973"/>
                    <a:pt x="14299" y="34973"/>
                    <a:pt x="14299" y="34996"/>
                  </a:cubicBezTo>
                  <a:cubicBezTo>
                    <a:pt x="13488" y="34883"/>
                    <a:pt x="12745" y="34501"/>
                    <a:pt x="12047" y="34118"/>
                  </a:cubicBezTo>
                  <a:cubicBezTo>
                    <a:pt x="11327" y="33757"/>
                    <a:pt x="10539" y="33420"/>
                    <a:pt x="9751" y="33195"/>
                  </a:cubicBezTo>
                  <a:cubicBezTo>
                    <a:pt x="8107" y="32722"/>
                    <a:pt x="6418" y="32496"/>
                    <a:pt x="4729" y="32384"/>
                  </a:cubicBezTo>
                  <a:cubicBezTo>
                    <a:pt x="3783" y="32294"/>
                    <a:pt x="2815" y="32271"/>
                    <a:pt x="1824" y="32181"/>
                  </a:cubicBezTo>
                  <a:cubicBezTo>
                    <a:pt x="1712" y="32181"/>
                    <a:pt x="1667" y="32316"/>
                    <a:pt x="1779" y="32384"/>
                  </a:cubicBezTo>
                  <a:cubicBezTo>
                    <a:pt x="3288" y="33285"/>
                    <a:pt x="4932" y="34050"/>
                    <a:pt x="6598" y="34658"/>
                  </a:cubicBezTo>
                  <a:cubicBezTo>
                    <a:pt x="8197" y="35244"/>
                    <a:pt x="9886" y="35649"/>
                    <a:pt x="11597" y="35739"/>
                  </a:cubicBezTo>
                  <a:cubicBezTo>
                    <a:pt x="11806" y="35749"/>
                    <a:pt x="12018" y="35755"/>
                    <a:pt x="12230" y="35755"/>
                  </a:cubicBezTo>
                  <a:cubicBezTo>
                    <a:pt x="12998" y="35755"/>
                    <a:pt x="13773" y="35669"/>
                    <a:pt x="14479" y="35334"/>
                  </a:cubicBezTo>
                  <a:cubicBezTo>
                    <a:pt x="14704" y="35694"/>
                    <a:pt x="14930" y="36032"/>
                    <a:pt x="15177" y="36370"/>
                  </a:cubicBezTo>
                  <a:cubicBezTo>
                    <a:pt x="15515" y="36865"/>
                    <a:pt x="15830" y="37315"/>
                    <a:pt x="16236" y="37698"/>
                  </a:cubicBezTo>
                  <a:cubicBezTo>
                    <a:pt x="16263" y="37725"/>
                    <a:pt x="16293" y="37737"/>
                    <a:pt x="16321" y="37737"/>
                  </a:cubicBezTo>
                  <a:cubicBezTo>
                    <a:pt x="16410" y="37737"/>
                    <a:pt x="16484" y="37626"/>
                    <a:pt x="16416" y="37540"/>
                  </a:cubicBezTo>
                  <a:cubicBezTo>
                    <a:pt x="16168" y="37090"/>
                    <a:pt x="15853" y="36685"/>
                    <a:pt x="15538" y="36257"/>
                  </a:cubicBezTo>
                  <a:cubicBezTo>
                    <a:pt x="15267" y="35874"/>
                    <a:pt x="14975" y="35469"/>
                    <a:pt x="14727" y="35064"/>
                  </a:cubicBezTo>
                  <a:cubicBezTo>
                    <a:pt x="14704" y="34996"/>
                    <a:pt x="14659" y="34951"/>
                    <a:pt x="14614" y="34883"/>
                  </a:cubicBezTo>
                  <a:cubicBezTo>
                    <a:pt x="14637" y="34636"/>
                    <a:pt x="14659" y="34343"/>
                    <a:pt x="14704" y="34095"/>
                  </a:cubicBezTo>
                  <a:cubicBezTo>
                    <a:pt x="14952" y="33330"/>
                    <a:pt x="15402" y="32632"/>
                    <a:pt x="15943" y="32024"/>
                  </a:cubicBezTo>
                  <a:cubicBezTo>
                    <a:pt x="16731" y="31123"/>
                    <a:pt x="17632" y="30335"/>
                    <a:pt x="18465" y="29479"/>
                  </a:cubicBezTo>
                  <a:cubicBezTo>
                    <a:pt x="20041" y="27858"/>
                    <a:pt x="21460" y="26056"/>
                    <a:pt x="22653" y="24097"/>
                  </a:cubicBezTo>
                  <a:cubicBezTo>
                    <a:pt x="23374" y="23017"/>
                    <a:pt x="23959" y="21891"/>
                    <a:pt x="24545" y="20720"/>
                  </a:cubicBezTo>
                  <a:cubicBezTo>
                    <a:pt x="24615" y="20631"/>
                    <a:pt x="24575" y="20571"/>
                    <a:pt x="24522" y="20571"/>
                  </a:cubicBezTo>
                  <a:cubicBezTo>
                    <a:pt x="24507" y="20571"/>
                    <a:pt x="24492" y="20575"/>
                    <a:pt x="24477" y="20585"/>
                  </a:cubicBezTo>
                  <a:cubicBezTo>
                    <a:pt x="22473" y="21891"/>
                    <a:pt x="20559" y="23377"/>
                    <a:pt x="18938" y="25156"/>
                  </a:cubicBezTo>
                  <a:cubicBezTo>
                    <a:pt x="17339" y="26890"/>
                    <a:pt x="16033" y="28939"/>
                    <a:pt x="15267" y="31190"/>
                  </a:cubicBezTo>
                  <a:cubicBezTo>
                    <a:pt x="14952" y="32091"/>
                    <a:pt x="14727" y="33037"/>
                    <a:pt x="14614" y="33960"/>
                  </a:cubicBezTo>
                  <a:cubicBezTo>
                    <a:pt x="14547" y="34118"/>
                    <a:pt x="14502" y="34320"/>
                    <a:pt x="14479" y="34501"/>
                  </a:cubicBezTo>
                  <a:cubicBezTo>
                    <a:pt x="14096" y="33938"/>
                    <a:pt x="13804" y="33330"/>
                    <a:pt x="13466" y="32744"/>
                  </a:cubicBezTo>
                  <a:cubicBezTo>
                    <a:pt x="13466" y="31731"/>
                    <a:pt x="13984" y="30830"/>
                    <a:pt x="14547" y="30020"/>
                  </a:cubicBezTo>
                  <a:cubicBezTo>
                    <a:pt x="15177" y="29119"/>
                    <a:pt x="15830" y="28218"/>
                    <a:pt x="16393" y="27250"/>
                  </a:cubicBezTo>
                  <a:cubicBezTo>
                    <a:pt x="17542" y="25291"/>
                    <a:pt x="18465" y="23174"/>
                    <a:pt x="19343" y="21057"/>
                  </a:cubicBezTo>
                  <a:cubicBezTo>
                    <a:pt x="19838" y="19864"/>
                    <a:pt x="20289" y="18648"/>
                    <a:pt x="20784" y="17432"/>
                  </a:cubicBezTo>
                  <a:cubicBezTo>
                    <a:pt x="20802" y="17361"/>
                    <a:pt x="20750" y="17276"/>
                    <a:pt x="20683" y="17276"/>
                  </a:cubicBezTo>
                  <a:cubicBezTo>
                    <a:pt x="20665" y="17276"/>
                    <a:pt x="20646" y="17283"/>
                    <a:pt x="20627" y="17297"/>
                  </a:cubicBezTo>
                  <a:cubicBezTo>
                    <a:pt x="19613" y="17905"/>
                    <a:pt x="18600" y="18558"/>
                    <a:pt x="17699" y="19324"/>
                  </a:cubicBezTo>
                  <a:cubicBezTo>
                    <a:pt x="16844" y="20022"/>
                    <a:pt x="16101" y="20877"/>
                    <a:pt x="15538" y="21823"/>
                  </a:cubicBezTo>
                  <a:cubicBezTo>
                    <a:pt x="14299" y="23827"/>
                    <a:pt x="13736" y="26169"/>
                    <a:pt x="13511" y="28488"/>
                  </a:cubicBezTo>
                  <a:cubicBezTo>
                    <a:pt x="13398" y="29659"/>
                    <a:pt x="13353" y="30808"/>
                    <a:pt x="13353" y="31956"/>
                  </a:cubicBezTo>
                  <a:cubicBezTo>
                    <a:pt x="13308" y="32091"/>
                    <a:pt x="13286" y="32204"/>
                    <a:pt x="13286" y="32361"/>
                  </a:cubicBezTo>
                  <a:cubicBezTo>
                    <a:pt x="12565" y="30943"/>
                    <a:pt x="11935" y="29457"/>
                    <a:pt x="11394" y="27970"/>
                  </a:cubicBezTo>
                  <a:cubicBezTo>
                    <a:pt x="11507" y="26169"/>
                    <a:pt x="12723" y="24660"/>
                    <a:pt x="13759" y="23264"/>
                  </a:cubicBezTo>
                  <a:cubicBezTo>
                    <a:pt x="14885" y="21711"/>
                    <a:pt x="15830" y="20022"/>
                    <a:pt x="16754" y="18333"/>
                  </a:cubicBezTo>
                  <a:cubicBezTo>
                    <a:pt x="17316" y="17320"/>
                    <a:pt x="17857" y="16306"/>
                    <a:pt x="18420" y="15270"/>
                  </a:cubicBezTo>
                  <a:cubicBezTo>
                    <a:pt x="18437" y="15220"/>
                    <a:pt x="18390" y="15156"/>
                    <a:pt x="18347" y="15156"/>
                  </a:cubicBezTo>
                  <a:cubicBezTo>
                    <a:pt x="18333" y="15156"/>
                    <a:pt x="18318" y="15163"/>
                    <a:pt x="18307" y="15180"/>
                  </a:cubicBezTo>
                  <a:cubicBezTo>
                    <a:pt x="16641" y="16239"/>
                    <a:pt x="15065" y="17567"/>
                    <a:pt x="13871" y="19143"/>
                  </a:cubicBezTo>
                  <a:cubicBezTo>
                    <a:pt x="12655" y="20787"/>
                    <a:pt x="11777" y="22634"/>
                    <a:pt x="11372" y="24638"/>
                  </a:cubicBezTo>
                  <a:cubicBezTo>
                    <a:pt x="11214" y="25448"/>
                    <a:pt x="11147" y="26304"/>
                    <a:pt x="11147" y="27115"/>
                  </a:cubicBezTo>
                  <a:lnTo>
                    <a:pt x="11057" y="26867"/>
                  </a:lnTo>
                  <a:cubicBezTo>
                    <a:pt x="10404" y="24615"/>
                    <a:pt x="9931" y="22273"/>
                    <a:pt x="9796" y="19909"/>
                  </a:cubicBezTo>
                  <a:cubicBezTo>
                    <a:pt x="12385" y="18603"/>
                    <a:pt x="14682" y="16802"/>
                    <a:pt x="16528" y="14595"/>
                  </a:cubicBezTo>
                  <a:cubicBezTo>
                    <a:pt x="17069" y="13942"/>
                    <a:pt x="17542" y="13289"/>
                    <a:pt x="18015" y="12591"/>
                  </a:cubicBezTo>
                  <a:cubicBezTo>
                    <a:pt x="18070" y="12517"/>
                    <a:pt x="18005" y="12444"/>
                    <a:pt x="17930" y="12444"/>
                  </a:cubicBezTo>
                  <a:cubicBezTo>
                    <a:pt x="17913" y="12444"/>
                    <a:pt x="17896" y="12447"/>
                    <a:pt x="17879" y="12456"/>
                  </a:cubicBezTo>
                  <a:cubicBezTo>
                    <a:pt x="15177" y="13717"/>
                    <a:pt x="12633" y="15428"/>
                    <a:pt x="10831" y="17860"/>
                  </a:cubicBezTo>
                  <a:cubicBezTo>
                    <a:pt x="10449" y="18400"/>
                    <a:pt x="10088" y="18986"/>
                    <a:pt x="9773" y="19594"/>
                  </a:cubicBezTo>
                  <a:cubicBezTo>
                    <a:pt x="9683" y="18198"/>
                    <a:pt x="9683" y="16824"/>
                    <a:pt x="9796" y="15406"/>
                  </a:cubicBezTo>
                  <a:cubicBezTo>
                    <a:pt x="11057" y="14910"/>
                    <a:pt x="12295" y="14280"/>
                    <a:pt x="13466" y="13514"/>
                  </a:cubicBezTo>
                  <a:cubicBezTo>
                    <a:pt x="14682" y="12726"/>
                    <a:pt x="15763" y="11780"/>
                    <a:pt x="16754" y="10699"/>
                  </a:cubicBezTo>
                  <a:cubicBezTo>
                    <a:pt x="17316" y="10091"/>
                    <a:pt x="17789" y="9438"/>
                    <a:pt x="18262" y="8785"/>
                  </a:cubicBezTo>
                  <a:cubicBezTo>
                    <a:pt x="18323" y="8725"/>
                    <a:pt x="18275" y="8647"/>
                    <a:pt x="18184" y="8647"/>
                  </a:cubicBezTo>
                  <a:cubicBezTo>
                    <a:pt x="18173" y="8647"/>
                    <a:pt x="18162" y="8648"/>
                    <a:pt x="18150" y="8650"/>
                  </a:cubicBezTo>
                  <a:cubicBezTo>
                    <a:pt x="17497" y="8875"/>
                    <a:pt x="16844" y="9191"/>
                    <a:pt x="16213" y="9528"/>
                  </a:cubicBezTo>
                  <a:cubicBezTo>
                    <a:pt x="15560" y="9866"/>
                    <a:pt x="14952" y="10226"/>
                    <a:pt x="14367" y="10654"/>
                  </a:cubicBezTo>
                  <a:cubicBezTo>
                    <a:pt x="13173" y="11465"/>
                    <a:pt x="12070" y="12388"/>
                    <a:pt x="11124" y="13469"/>
                  </a:cubicBezTo>
                  <a:cubicBezTo>
                    <a:pt x="10674" y="13964"/>
                    <a:pt x="10223" y="14527"/>
                    <a:pt x="9818" y="15090"/>
                  </a:cubicBezTo>
                  <a:cubicBezTo>
                    <a:pt x="9863" y="14865"/>
                    <a:pt x="9863" y="14640"/>
                    <a:pt x="9886" y="14415"/>
                  </a:cubicBezTo>
                  <a:cubicBezTo>
                    <a:pt x="9976" y="13469"/>
                    <a:pt x="10111" y="12501"/>
                    <a:pt x="10268" y="11578"/>
                  </a:cubicBezTo>
                  <a:cubicBezTo>
                    <a:pt x="10831" y="11195"/>
                    <a:pt x="11462" y="10925"/>
                    <a:pt x="12047" y="10632"/>
                  </a:cubicBezTo>
                  <a:cubicBezTo>
                    <a:pt x="12678" y="10294"/>
                    <a:pt x="13286" y="9911"/>
                    <a:pt x="13849" y="9528"/>
                  </a:cubicBezTo>
                  <a:cubicBezTo>
                    <a:pt x="14997" y="8763"/>
                    <a:pt x="16123" y="7885"/>
                    <a:pt x="17136" y="6939"/>
                  </a:cubicBezTo>
                  <a:cubicBezTo>
                    <a:pt x="17744" y="6376"/>
                    <a:pt x="18330" y="5813"/>
                    <a:pt x="18825" y="5182"/>
                  </a:cubicBezTo>
                  <a:cubicBezTo>
                    <a:pt x="18885" y="5122"/>
                    <a:pt x="18838" y="5044"/>
                    <a:pt x="18747" y="5044"/>
                  </a:cubicBezTo>
                  <a:cubicBezTo>
                    <a:pt x="18736" y="5044"/>
                    <a:pt x="18725" y="5045"/>
                    <a:pt x="18713" y="5047"/>
                  </a:cubicBezTo>
                  <a:cubicBezTo>
                    <a:pt x="17339" y="5453"/>
                    <a:pt x="16055" y="6241"/>
                    <a:pt x="14862" y="7029"/>
                  </a:cubicBezTo>
                  <a:cubicBezTo>
                    <a:pt x="13714" y="7795"/>
                    <a:pt x="12610" y="8718"/>
                    <a:pt x="11619" y="9686"/>
                  </a:cubicBezTo>
                  <a:cubicBezTo>
                    <a:pt x="11169" y="10181"/>
                    <a:pt x="10719" y="10654"/>
                    <a:pt x="10336" y="11172"/>
                  </a:cubicBezTo>
                  <a:cubicBezTo>
                    <a:pt x="10358" y="11105"/>
                    <a:pt x="10358" y="11015"/>
                    <a:pt x="10381" y="10925"/>
                  </a:cubicBezTo>
                  <a:cubicBezTo>
                    <a:pt x="10606" y="10249"/>
                    <a:pt x="10944" y="9641"/>
                    <a:pt x="11349" y="9033"/>
                  </a:cubicBezTo>
                  <a:cubicBezTo>
                    <a:pt x="11800" y="8357"/>
                    <a:pt x="12295" y="7750"/>
                    <a:pt x="12813" y="7096"/>
                  </a:cubicBezTo>
                  <a:cubicBezTo>
                    <a:pt x="13871" y="5723"/>
                    <a:pt x="14952" y="4327"/>
                    <a:pt x="15763" y="2773"/>
                  </a:cubicBezTo>
                  <a:cubicBezTo>
                    <a:pt x="16213" y="1962"/>
                    <a:pt x="16551" y="1039"/>
                    <a:pt x="16686" y="116"/>
                  </a:cubicBezTo>
                  <a:cubicBezTo>
                    <a:pt x="16714" y="45"/>
                    <a:pt x="16662" y="1"/>
                    <a:pt x="1660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 rot="10800000">
              <a:off x="7383827" y="4224372"/>
              <a:ext cx="1526026" cy="695121"/>
            </a:xfrm>
            <a:custGeom>
              <a:avLst/>
              <a:gdLst/>
              <a:ahLst/>
              <a:cxnLst/>
              <a:rect l="l" t="t" r="r" b="b"/>
              <a:pathLst>
                <a:path w="60003" h="27332" extrusionOk="0">
                  <a:moveTo>
                    <a:pt x="59807" y="1"/>
                  </a:moveTo>
                  <a:cubicBezTo>
                    <a:pt x="59772" y="1"/>
                    <a:pt x="59737" y="16"/>
                    <a:pt x="59712" y="53"/>
                  </a:cubicBezTo>
                  <a:cubicBezTo>
                    <a:pt x="57055" y="3498"/>
                    <a:pt x="53475" y="6043"/>
                    <a:pt x="49241" y="7169"/>
                  </a:cubicBezTo>
                  <a:cubicBezTo>
                    <a:pt x="48183" y="7461"/>
                    <a:pt x="47080" y="7641"/>
                    <a:pt x="45954" y="7731"/>
                  </a:cubicBezTo>
                  <a:cubicBezTo>
                    <a:pt x="44670" y="7844"/>
                    <a:pt x="43342" y="7844"/>
                    <a:pt x="42036" y="7979"/>
                  </a:cubicBezTo>
                  <a:cubicBezTo>
                    <a:pt x="39874" y="8204"/>
                    <a:pt x="37915" y="8925"/>
                    <a:pt x="36069" y="10096"/>
                  </a:cubicBezTo>
                  <a:cubicBezTo>
                    <a:pt x="32466" y="12438"/>
                    <a:pt x="29831" y="15950"/>
                    <a:pt x="26724" y="18878"/>
                  </a:cubicBezTo>
                  <a:cubicBezTo>
                    <a:pt x="23346" y="22030"/>
                    <a:pt x="19450" y="24755"/>
                    <a:pt x="14969" y="26173"/>
                  </a:cubicBezTo>
                  <a:cubicBezTo>
                    <a:pt x="12999" y="26792"/>
                    <a:pt x="10897" y="27128"/>
                    <a:pt x="8795" y="27128"/>
                  </a:cubicBezTo>
                  <a:cubicBezTo>
                    <a:pt x="6307" y="27128"/>
                    <a:pt x="3819" y="26658"/>
                    <a:pt x="1549" y="25633"/>
                  </a:cubicBezTo>
                  <a:cubicBezTo>
                    <a:pt x="1031" y="25408"/>
                    <a:pt x="536" y="25160"/>
                    <a:pt x="40" y="24890"/>
                  </a:cubicBezTo>
                  <a:cubicBezTo>
                    <a:pt x="35" y="24879"/>
                    <a:pt x="29" y="24875"/>
                    <a:pt x="25" y="24875"/>
                  </a:cubicBezTo>
                  <a:cubicBezTo>
                    <a:pt x="9" y="24875"/>
                    <a:pt x="1" y="24918"/>
                    <a:pt x="18" y="24935"/>
                  </a:cubicBezTo>
                  <a:cubicBezTo>
                    <a:pt x="2676" y="26595"/>
                    <a:pt x="5733" y="27331"/>
                    <a:pt x="8816" y="27331"/>
                  </a:cubicBezTo>
                  <a:cubicBezTo>
                    <a:pt x="10251" y="27331"/>
                    <a:pt x="11692" y="27172"/>
                    <a:pt x="13100" y="26872"/>
                  </a:cubicBezTo>
                  <a:cubicBezTo>
                    <a:pt x="17627" y="25926"/>
                    <a:pt x="21747" y="23494"/>
                    <a:pt x="25260" y="20522"/>
                  </a:cubicBezTo>
                  <a:cubicBezTo>
                    <a:pt x="26994" y="19058"/>
                    <a:pt x="28570" y="17414"/>
                    <a:pt x="30101" y="15793"/>
                  </a:cubicBezTo>
                  <a:cubicBezTo>
                    <a:pt x="31610" y="14217"/>
                    <a:pt x="33096" y="12640"/>
                    <a:pt x="34808" y="11289"/>
                  </a:cubicBezTo>
                  <a:cubicBezTo>
                    <a:pt x="36474" y="9961"/>
                    <a:pt x="38388" y="8880"/>
                    <a:pt x="40460" y="8429"/>
                  </a:cubicBezTo>
                  <a:cubicBezTo>
                    <a:pt x="42982" y="7912"/>
                    <a:pt x="45594" y="8204"/>
                    <a:pt x="48116" y="7731"/>
                  </a:cubicBezTo>
                  <a:cubicBezTo>
                    <a:pt x="52304" y="6966"/>
                    <a:pt x="56312" y="4692"/>
                    <a:pt x="59037" y="1426"/>
                  </a:cubicBezTo>
                  <a:cubicBezTo>
                    <a:pt x="59374" y="1044"/>
                    <a:pt x="59667" y="616"/>
                    <a:pt x="59937" y="188"/>
                  </a:cubicBezTo>
                  <a:cubicBezTo>
                    <a:pt x="60003" y="106"/>
                    <a:pt x="59902" y="1"/>
                    <a:pt x="5980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2579100" y="1629900"/>
            <a:ext cx="3985800" cy="188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58" name="Google Shape;58;p8"/>
          <p:cNvGrpSpPr/>
          <p:nvPr/>
        </p:nvGrpSpPr>
        <p:grpSpPr>
          <a:xfrm>
            <a:off x="241048" y="-161817"/>
            <a:ext cx="8670400" cy="5082118"/>
            <a:chOff x="241048" y="-161817"/>
            <a:chExt cx="8670400" cy="5082118"/>
          </a:xfrm>
        </p:grpSpPr>
        <p:sp>
          <p:nvSpPr>
            <p:cNvPr id="59" name="Google Shape;59;p8"/>
            <p:cNvSpPr/>
            <p:nvPr/>
          </p:nvSpPr>
          <p:spPr>
            <a:xfrm>
              <a:off x="241048" y="3761803"/>
              <a:ext cx="886252" cy="978630"/>
            </a:xfrm>
            <a:custGeom>
              <a:avLst/>
              <a:gdLst/>
              <a:ahLst/>
              <a:cxnLst/>
              <a:rect l="l" t="t" r="r" b="b"/>
              <a:pathLst>
                <a:path w="31717" h="35023" extrusionOk="0">
                  <a:moveTo>
                    <a:pt x="15108" y="455"/>
                  </a:moveTo>
                  <a:cubicBezTo>
                    <a:pt x="15716" y="2482"/>
                    <a:pt x="15896" y="4576"/>
                    <a:pt x="15693" y="6693"/>
                  </a:cubicBezTo>
                  <a:cubicBezTo>
                    <a:pt x="15603" y="7458"/>
                    <a:pt x="15491" y="8179"/>
                    <a:pt x="15356" y="8922"/>
                  </a:cubicBezTo>
                  <a:cubicBezTo>
                    <a:pt x="14613" y="7639"/>
                    <a:pt x="13937" y="6378"/>
                    <a:pt x="13217" y="5117"/>
                  </a:cubicBezTo>
                  <a:cubicBezTo>
                    <a:pt x="14252" y="3946"/>
                    <a:pt x="14928" y="2482"/>
                    <a:pt x="15063" y="861"/>
                  </a:cubicBezTo>
                  <a:cubicBezTo>
                    <a:pt x="15063" y="726"/>
                    <a:pt x="15108" y="590"/>
                    <a:pt x="15108" y="455"/>
                  </a:cubicBezTo>
                  <a:close/>
                  <a:moveTo>
                    <a:pt x="15333" y="636"/>
                  </a:moveTo>
                  <a:lnTo>
                    <a:pt x="15333" y="636"/>
                  </a:lnTo>
                  <a:cubicBezTo>
                    <a:pt x="16932" y="2009"/>
                    <a:pt x="18553" y="3653"/>
                    <a:pt x="18936" y="5792"/>
                  </a:cubicBezTo>
                  <a:cubicBezTo>
                    <a:pt x="18643" y="5995"/>
                    <a:pt x="18418" y="6265"/>
                    <a:pt x="18170" y="6535"/>
                  </a:cubicBezTo>
                  <a:cubicBezTo>
                    <a:pt x="17855" y="6805"/>
                    <a:pt x="17540" y="7121"/>
                    <a:pt x="17247" y="7391"/>
                  </a:cubicBezTo>
                  <a:cubicBezTo>
                    <a:pt x="16684" y="7909"/>
                    <a:pt x="16121" y="8449"/>
                    <a:pt x="15558" y="8922"/>
                  </a:cubicBezTo>
                  <a:cubicBezTo>
                    <a:pt x="15671" y="8449"/>
                    <a:pt x="15739" y="7931"/>
                    <a:pt x="15806" y="7436"/>
                  </a:cubicBezTo>
                  <a:cubicBezTo>
                    <a:pt x="16076" y="5297"/>
                    <a:pt x="16031" y="3090"/>
                    <a:pt x="15446" y="1018"/>
                  </a:cubicBezTo>
                  <a:cubicBezTo>
                    <a:pt x="15401" y="861"/>
                    <a:pt x="15356" y="748"/>
                    <a:pt x="15333" y="636"/>
                  </a:cubicBezTo>
                  <a:close/>
                  <a:moveTo>
                    <a:pt x="18981" y="5905"/>
                  </a:moveTo>
                  <a:cubicBezTo>
                    <a:pt x="18959" y="5972"/>
                    <a:pt x="18981" y="6017"/>
                    <a:pt x="18981" y="6085"/>
                  </a:cubicBezTo>
                  <a:cubicBezTo>
                    <a:pt x="19071" y="6693"/>
                    <a:pt x="19004" y="7323"/>
                    <a:pt x="18981" y="7931"/>
                  </a:cubicBezTo>
                  <a:cubicBezTo>
                    <a:pt x="18959" y="8562"/>
                    <a:pt x="18981" y="9170"/>
                    <a:pt x="19116" y="9755"/>
                  </a:cubicBezTo>
                  <a:cubicBezTo>
                    <a:pt x="19274" y="10386"/>
                    <a:pt x="19499" y="10994"/>
                    <a:pt x="19634" y="11624"/>
                  </a:cubicBezTo>
                  <a:cubicBezTo>
                    <a:pt x="19747" y="12097"/>
                    <a:pt x="19769" y="12547"/>
                    <a:pt x="19747" y="13020"/>
                  </a:cubicBezTo>
                  <a:cubicBezTo>
                    <a:pt x="17923" y="13921"/>
                    <a:pt x="16054" y="14754"/>
                    <a:pt x="14140" y="15475"/>
                  </a:cubicBezTo>
                  <a:cubicBezTo>
                    <a:pt x="13915" y="15565"/>
                    <a:pt x="13689" y="15655"/>
                    <a:pt x="13442" y="15722"/>
                  </a:cubicBezTo>
                  <a:cubicBezTo>
                    <a:pt x="13329" y="15790"/>
                    <a:pt x="13194" y="15812"/>
                    <a:pt x="13081" y="15880"/>
                  </a:cubicBezTo>
                  <a:lnTo>
                    <a:pt x="13036" y="15880"/>
                  </a:lnTo>
                  <a:cubicBezTo>
                    <a:pt x="13419" y="15159"/>
                    <a:pt x="13712" y="14461"/>
                    <a:pt x="14027" y="13763"/>
                  </a:cubicBezTo>
                  <a:cubicBezTo>
                    <a:pt x="14680" y="12277"/>
                    <a:pt x="15176" y="10701"/>
                    <a:pt x="15513" y="9080"/>
                  </a:cubicBezTo>
                  <a:cubicBezTo>
                    <a:pt x="16144" y="8562"/>
                    <a:pt x="16752" y="8021"/>
                    <a:pt x="17382" y="7458"/>
                  </a:cubicBezTo>
                  <a:cubicBezTo>
                    <a:pt x="17698" y="7166"/>
                    <a:pt x="17990" y="6895"/>
                    <a:pt x="18306" y="6580"/>
                  </a:cubicBezTo>
                  <a:cubicBezTo>
                    <a:pt x="18531" y="6355"/>
                    <a:pt x="18778" y="6152"/>
                    <a:pt x="18981" y="5905"/>
                  </a:cubicBezTo>
                  <a:close/>
                  <a:moveTo>
                    <a:pt x="13149" y="5229"/>
                  </a:moveTo>
                  <a:lnTo>
                    <a:pt x="15356" y="9125"/>
                  </a:lnTo>
                  <a:cubicBezTo>
                    <a:pt x="15063" y="10431"/>
                    <a:pt x="14658" y="11759"/>
                    <a:pt x="14140" y="13020"/>
                  </a:cubicBezTo>
                  <a:cubicBezTo>
                    <a:pt x="13757" y="14034"/>
                    <a:pt x="13284" y="15002"/>
                    <a:pt x="12789" y="15948"/>
                  </a:cubicBezTo>
                  <a:cubicBezTo>
                    <a:pt x="12766" y="15948"/>
                    <a:pt x="12721" y="15948"/>
                    <a:pt x="12699" y="15925"/>
                  </a:cubicBezTo>
                  <a:cubicBezTo>
                    <a:pt x="12676" y="15903"/>
                    <a:pt x="12676" y="15835"/>
                    <a:pt x="12654" y="15812"/>
                  </a:cubicBezTo>
                  <a:cubicBezTo>
                    <a:pt x="12451" y="15317"/>
                    <a:pt x="12226" y="14822"/>
                    <a:pt x="12023" y="14326"/>
                  </a:cubicBezTo>
                  <a:cubicBezTo>
                    <a:pt x="11595" y="13336"/>
                    <a:pt x="11190" y="12322"/>
                    <a:pt x="10762" y="11309"/>
                  </a:cubicBezTo>
                  <a:cubicBezTo>
                    <a:pt x="10312" y="10251"/>
                    <a:pt x="9861" y="9147"/>
                    <a:pt x="9411" y="8066"/>
                  </a:cubicBezTo>
                  <a:cubicBezTo>
                    <a:pt x="10289" y="7436"/>
                    <a:pt x="11280" y="6828"/>
                    <a:pt x="12113" y="6197"/>
                  </a:cubicBezTo>
                  <a:cubicBezTo>
                    <a:pt x="12473" y="5905"/>
                    <a:pt x="12811" y="5567"/>
                    <a:pt x="13149" y="5229"/>
                  </a:cubicBezTo>
                  <a:close/>
                  <a:moveTo>
                    <a:pt x="9298" y="8156"/>
                  </a:moveTo>
                  <a:cubicBezTo>
                    <a:pt x="10177" y="10206"/>
                    <a:pt x="11010" y="12277"/>
                    <a:pt x="11888" y="14349"/>
                  </a:cubicBezTo>
                  <a:cubicBezTo>
                    <a:pt x="12113" y="14867"/>
                    <a:pt x="12316" y="15385"/>
                    <a:pt x="12541" y="15903"/>
                  </a:cubicBezTo>
                  <a:cubicBezTo>
                    <a:pt x="12564" y="15993"/>
                    <a:pt x="12631" y="16105"/>
                    <a:pt x="12699" y="16128"/>
                  </a:cubicBezTo>
                  <a:cubicBezTo>
                    <a:pt x="12136" y="17186"/>
                    <a:pt x="11505" y="18267"/>
                    <a:pt x="10830" y="19280"/>
                  </a:cubicBezTo>
                  <a:cubicBezTo>
                    <a:pt x="9771" y="20789"/>
                    <a:pt x="8623" y="22253"/>
                    <a:pt x="7362" y="23604"/>
                  </a:cubicBezTo>
                  <a:cubicBezTo>
                    <a:pt x="7024" y="22140"/>
                    <a:pt x="6686" y="20676"/>
                    <a:pt x="6349" y="19258"/>
                  </a:cubicBezTo>
                  <a:cubicBezTo>
                    <a:pt x="6011" y="17749"/>
                    <a:pt x="5673" y="16263"/>
                    <a:pt x="5313" y="14777"/>
                  </a:cubicBezTo>
                  <a:cubicBezTo>
                    <a:pt x="5538" y="14529"/>
                    <a:pt x="5718" y="14259"/>
                    <a:pt x="5898" y="13989"/>
                  </a:cubicBezTo>
                  <a:cubicBezTo>
                    <a:pt x="6506" y="12998"/>
                    <a:pt x="6686" y="11872"/>
                    <a:pt x="7114" y="10814"/>
                  </a:cubicBezTo>
                  <a:cubicBezTo>
                    <a:pt x="7565" y="9688"/>
                    <a:pt x="8375" y="8854"/>
                    <a:pt x="9298" y="8156"/>
                  </a:cubicBezTo>
                  <a:close/>
                  <a:moveTo>
                    <a:pt x="19724" y="13133"/>
                  </a:moveTo>
                  <a:cubicBezTo>
                    <a:pt x="19724" y="13245"/>
                    <a:pt x="19724" y="13336"/>
                    <a:pt x="19679" y="13448"/>
                  </a:cubicBezTo>
                  <a:cubicBezTo>
                    <a:pt x="19567" y="14079"/>
                    <a:pt x="19341" y="14642"/>
                    <a:pt x="19004" y="15159"/>
                  </a:cubicBezTo>
                  <a:cubicBezTo>
                    <a:pt x="18666" y="15700"/>
                    <a:pt x="18283" y="16218"/>
                    <a:pt x="17968" y="16781"/>
                  </a:cubicBezTo>
                  <a:cubicBezTo>
                    <a:pt x="17472" y="17726"/>
                    <a:pt x="17315" y="18807"/>
                    <a:pt x="16909" y="19776"/>
                  </a:cubicBezTo>
                  <a:cubicBezTo>
                    <a:pt x="15693" y="20271"/>
                    <a:pt x="14500" y="20789"/>
                    <a:pt x="13329" y="21307"/>
                  </a:cubicBezTo>
                  <a:cubicBezTo>
                    <a:pt x="12068" y="21825"/>
                    <a:pt x="10762" y="22365"/>
                    <a:pt x="9479" y="22883"/>
                  </a:cubicBezTo>
                  <a:cubicBezTo>
                    <a:pt x="8848" y="23131"/>
                    <a:pt x="8240" y="23356"/>
                    <a:pt x="7610" y="23604"/>
                  </a:cubicBezTo>
                  <a:cubicBezTo>
                    <a:pt x="8645" y="22455"/>
                    <a:pt x="9636" y="21239"/>
                    <a:pt x="10537" y="19978"/>
                  </a:cubicBezTo>
                  <a:cubicBezTo>
                    <a:pt x="11415" y="18740"/>
                    <a:pt x="12226" y="17411"/>
                    <a:pt x="12924" y="16060"/>
                  </a:cubicBezTo>
                  <a:cubicBezTo>
                    <a:pt x="12969" y="16038"/>
                    <a:pt x="13014" y="16038"/>
                    <a:pt x="13036" y="16015"/>
                  </a:cubicBezTo>
                  <a:cubicBezTo>
                    <a:pt x="13194" y="15948"/>
                    <a:pt x="13329" y="15903"/>
                    <a:pt x="13487" y="15835"/>
                  </a:cubicBezTo>
                  <a:cubicBezTo>
                    <a:pt x="14500" y="15475"/>
                    <a:pt x="15558" y="15047"/>
                    <a:pt x="16527" y="14642"/>
                  </a:cubicBezTo>
                  <a:cubicBezTo>
                    <a:pt x="17607" y="14191"/>
                    <a:pt x="18666" y="13673"/>
                    <a:pt x="19724" y="13133"/>
                  </a:cubicBezTo>
                  <a:close/>
                  <a:moveTo>
                    <a:pt x="31141" y="20519"/>
                  </a:moveTo>
                  <a:lnTo>
                    <a:pt x="31141" y="20519"/>
                  </a:lnTo>
                  <a:cubicBezTo>
                    <a:pt x="30915" y="20901"/>
                    <a:pt x="30713" y="21307"/>
                    <a:pt x="30465" y="21667"/>
                  </a:cubicBezTo>
                  <a:cubicBezTo>
                    <a:pt x="30127" y="22140"/>
                    <a:pt x="29790" y="22590"/>
                    <a:pt x="29407" y="23041"/>
                  </a:cubicBezTo>
                  <a:cubicBezTo>
                    <a:pt x="29001" y="23491"/>
                    <a:pt x="28619" y="23941"/>
                    <a:pt x="28191" y="24369"/>
                  </a:cubicBezTo>
                  <a:cubicBezTo>
                    <a:pt x="28506" y="23333"/>
                    <a:pt x="28754" y="22253"/>
                    <a:pt x="28911" y="21194"/>
                  </a:cubicBezTo>
                  <a:cubicBezTo>
                    <a:pt x="29058" y="21205"/>
                    <a:pt x="29193" y="21211"/>
                    <a:pt x="29320" y="21211"/>
                  </a:cubicBezTo>
                  <a:cubicBezTo>
                    <a:pt x="29446" y="21211"/>
                    <a:pt x="29564" y="21205"/>
                    <a:pt x="29677" y="21194"/>
                  </a:cubicBezTo>
                  <a:cubicBezTo>
                    <a:pt x="30217" y="21127"/>
                    <a:pt x="30713" y="20901"/>
                    <a:pt x="31118" y="20541"/>
                  </a:cubicBezTo>
                  <a:lnTo>
                    <a:pt x="31141" y="20519"/>
                  </a:lnTo>
                  <a:close/>
                  <a:moveTo>
                    <a:pt x="31253" y="20676"/>
                  </a:moveTo>
                  <a:cubicBezTo>
                    <a:pt x="30983" y="22253"/>
                    <a:pt x="30420" y="23806"/>
                    <a:pt x="29699" y="25270"/>
                  </a:cubicBezTo>
                  <a:cubicBezTo>
                    <a:pt x="29204" y="25045"/>
                    <a:pt x="28686" y="24820"/>
                    <a:pt x="28191" y="24617"/>
                  </a:cubicBezTo>
                  <a:cubicBezTo>
                    <a:pt x="28574" y="24234"/>
                    <a:pt x="28979" y="23829"/>
                    <a:pt x="29317" y="23446"/>
                  </a:cubicBezTo>
                  <a:cubicBezTo>
                    <a:pt x="30037" y="22635"/>
                    <a:pt x="30780" y="21690"/>
                    <a:pt x="31253" y="20676"/>
                  </a:cubicBezTo>
                  <a:close/>
                  <a:moveTo>
                    <a:pt x="16909" y="19843"/>
                  </a:moveTo>
                  <a:lnTo>
                    <a:pt x="16819" y="20001"/>
                  </a:lnTo>
                  <a:cubicBezTo>
                    <a:pt x="16234" y="21194"/>
                    <a:pt x="15018" y="21847"/>
                    <a:pt x="14005" y="22635"/>
                  </a:cubicBezTo>
                  <a:cubicBezTo>
                    <a:pt x="13464" y="23018"/>
                    <a:pt x="13014" y="23469"/>
                    <a:pt x="12631" y="23986"/>
                  </a:cubicBezTo>
                  <a:cubicBezTo>
                    <a:pt x="12181" y="24504"/>
                    <a:pt x="11753" y="25067"/>
                    <a:pt x="11212" y="25518"/>
                  </a:cubicBezTo>
                  <a:cubicBezTo>
                    <a:pt x="10154" y="26396"/>
                    <a:pt x="8826" y="26914"/>
                    <a:pt x="7497" y="27251"/>
                  </a:cubicBezTo>
                  <a:cubicBezTo>
                    <a:pt x="6259" y="27589"/>
                    <a:pt x="4975" y="27814"/>
                    <a:pt x="3669" y="27882"/>
                  </a:cubicBezTo>
                  <a:cubicBezTo>
                    <a:pt x="3444" y="27927"/>
                    <a:pt x="3241" y="27927"/>
                    <a:pt x="3016" y="27927"/>
                  </a:cubicBezTo>
                  <a:cubicBezTo>
                    <a:pt x="4007" y="27161"/>
                    <a:pt x="4975" y="26306"/>
                    <a:pt x="5898" y="25405"/>
                  </a:cubicBezTo>
                  <a:cubicBezTo>
                    <a:pt x="6439" y="24910"/>
                    <a:pt x="6912" y="24392"/>
                    <a:pt x="7407" y="23874"/>
                  </a:cubicBezTo>
                  <a:cubicBezTo>
                    <a:pt x="9974" y="22883"/>
                    <a:pt x="12518" y="21847"/>
                    <a:pt x="15040" y="20721"/>
                  </a:cubicBezTo>
                  <a:cubicBezTo>
                    <a:pt x="15671" y="20429"/>
                    <a:pt x="16279" y="20158"/>
                    <a:pt x="16909" y="19843"/>
                  </a:cubicBezTo>
                  <a:close/>
                  <a:moveTo>
                    <a:pt x="26874" y="20833"/>
                  </a:moveTo>
                  <a:cubicBezTo>
                    <a:pt x="27306" y="20833"/>
                    <a:pt x="27737" y="20911"/>
                    <a:pt x="28168" y="21014"/>
                  </a:cubicBezTo>
                  <a:cubicBezTo>
                    <a:pt x="28393" y="21082"/>
                    <a:pt x="28641" y="21127"/>
                    <a:pt x="28866" y="21172"/>
                  </a:cubicBezTo>
                  <a:cubicBezTo>
                    <a:pt x="28686" y="22298"/>
                    <a:pt x="28439" y="23423"/>
                    <a:pt x="28078" y="24504"/>
                  </a:cubicBezTo>
                  <a:cubicBezTo>
                    <a:pt x="27718" y="24887"/>
                    <a:pt x="27335" y="25225"/>
                    <a:pt x="26975" y="25563"/>
                  </a:cubicBezTo>
                  <a:cubicBezTo>
                    <a:pt x="25759" y="26621"/>
                    <a:pt x="24408" y="27522"/>
                    <a:pt x="23012" y="28310"/>
                  </a:cubicBezTo>
                  <a:cubicBezTo>
                    <a:pt x="23237" y="27747"/>
                    <a:pt x="23507" y="27206"/>
                    <a:pt x="23732" y="26689"/>
                  </a:cubicBezTo>
                  <a:cubicBezTo>
                    <a:pt x="24025" y="26036"/>
                    <a:pt x="24295" y="25405"/>
                    <a:pt x="24565" y="24775"/>
                  </a:cubicBezTo>
                  <a:cubicBezTo>
                    <a:pt x="25083" y="23491"/>
                    <a:pt x="25624" y="22230"/>
                    <a:pt x="26052" y="20969"/>
                  </a:cubicBezTo>
                  <a:cubicBezTo>
                    <a:pt x="26187" y="20879"/>
                    <a:pt x="26322" y="20856"/>
                    <a:pt x="26479" y="20856"/>
                  </a:cubicBezTo>
                  <a:cubicBezTo>
                    <a:pt x="26611" y="20841"/>
                    <a:pt x="26743" y="20833"/>
                    <a:pt x="26874" y="20833"/>
                  </a:cubicBezTo>
                  <a:close/>
                  <a:moveTo>
                    <a:pt x="28101" y="24707"/>
                  </a:moveTo>
                  <a:cubicBezTo>
                    <a:pt x="28641" y="24932"/>
                    <a:pt x="29137" y="25157"/>
                    <a:pt x="29654" y="25383"/>
                  </a:cubicBezTo>
                  <a:cubicBezTo>
                    <a:pt x="29429" y="25900"/>
                    <a:pt x="29137" y="26396"/>
                    <a:pt x="28866" y="26914"/>
                  </a:cubicBezTo>
                  <a:cubicBezTo>
                    <a:pt x="28191" y="28107"/>
                    <a:pt x="27448" y="29301"/>
                    <a:pt x="26322" y="30134"/>
                  </a:cubicBezTo>
                  <a:cubicBezTo>
                    <a:pt x="26277" y="30179"/>
                    <a:pt x="26254" y="30201"/>
                    <a:pt x="26187" y="30246"/>
                  </a:cubicBezTo>
                  <a:cubicBezTo>
                    <a:pt x="25624" y="29931"/>
                    <a:pt x="25061" y="29661"/>
                    <a:pt x="24520" y="29346"/>
                  </a:cubicBezTo>
                  <a:cubicBezTo>
                    <a:pt x="24003" y="29075"/>
                    <a:pt x="23485" y="28738"/>
                    <a:pt x="22922" y="28467"/>
                  </a:cubicBezTo>
                  <a:cubicBezTo>
                    <a:pt x="24160" y="27814"/>
                    <a:pt x="25376" y="27026"/>
                    <a:pt x="26502" y="26126"/>
                  </a:cubicBezTo>
                  <a:cubicBezTo>
                    <a:pt x="27065" y="25653"/>
                    <a:pt x="27605" y="25180"/>
                    <a:pt x="28101" y="24707"/>
                  </a:cubicBezTo>
                  <a:close/>
                  <a:moveTo>
                    <a:pt x="25962" y="20969"/>
                  </a:moveTo>
                  <a:cubicBezTo>
                    <a:pt x="25421" y="22208"/>
                    <a:pt x="24948" y="23469"/>
                    <a:pt x="24408" y="24707"/>
                  </a:cubicBezTo>
                  <a:cubicBezTo>
                    <a:pt x="24160" y="25337"/>
                    <a:pt x="23890" y="25945"/>
                    <a:pt x="23597" y="26598"/>
                  </a:cubicBezTo>
                  <a:cubicBezTo>
                    <a:pt x="23349" y="27184"/>
                    <a:pt x="23102" y="27814"/>
                    <a:pt x="22787" y="28400"/>
                  </a:cubicBezTo>
                  <a:cubicBezTo>
                    <a:pt x="22201" y="28715"/>
                    <a:pt x="21593" y="29008"/>
                    <a:pt x="20985" y="29278"/>
                  </a:cubicBezTo>
                  <a:cubicBezTo>
                    <a:pt x="19792" y="29773"/>
                    <a:pt x="18553" y="30201"/>
                    <a:pt x="17315" y="30472"/>
                  </a:cubicBezTo>
                  <a:lnTo>
                    <a:pt x="17315" y="30449"/>
                  </a:lnTo>
                  <a:cubicBezTo>
                    <a:pt x="17427" y="30134"/>
                    <a:pt x="17607" y="29864"/>
                    <a:pt x="17743" y="29571"/>
                  </a:cubicBezTo>
                  <a:cubicBezTo>
                    <a:pt x="17878" y="29278"/>
                    <a:pt x="18035" y="28963"/>
                    <a:pt x="18193" y="28648"/>
                  </a:cubicBezTo>
                  <a:lnTo>
                    <a:pt x="19049" y="26779"/>
                  </a:lnTo>
                  <a:cubicBezTo>
                    <a:pt x="19319" y="26148"/>
                    <a:pt x="19634" y="25518"/>
                    <a:pt x="19859" y="24842"/>
                  </a:cubicBezTo>
                  <a:cubicBezTo>
                    <a:pt x="19972" y="24820"/>
                    <a:pt x="20062" y="24775"/>
                    <a:pt x="20129" y="24729"/>
                  </a:cubicBezTo>
                  <a:cubicBezTo>
                    <a:pt x="20737" y="24437"/>
                    <a:pt x="21255" y="24054"/>
                    <a:pt x="21773" y="23649"/>
                  </a:cubicBezTo>
                  <a:cubicBezTo>
                    <a:pt x="22764" y="22861"/>
                    <a:pt x="23687" y="21960"/>
                    <a:pt x="24813" y="21397"/>
                  </a:cubicBezTo>
                  <a:cubicBezTo>
                    <a:pt x="25173" y="21194"/>
                    <a:pt x="25579" y="21059"/>
                    <a:pt x="25962" y="20969"/>
                  </a:cubicBezTo>
                  <a:close/>
                  <a:moveTo>
                    <a:pt x="2310" y="29662"/>
                  </a:moveTo>
                  <a:cubicBezTo>
                    <a:pt x="3548" y="29662"/>
                    <a:pt x="4819" y="30011"/>
                    <a:pt x="6011" y="30201"/>
                  </a:cubicBezTo>
                  <a:cubicBezTo>
                    <a:pt x="6565" y="30282"/>
                    <a:pt x="7143" y="30347"/>
                    <a:pt x="7716" y="30347"/>
                  </a:cubicBezTo>
                  <a:cubicBezTo>
                    <a:pt x="8099" y="30347"/>
                    <a:pt x="8479" y="30318"/>
                    <a:pt x="8848" y="30246"/>
                  </a:cubicBezTo>
                  <a:cubicBezTo>
                    <a:pt x="8916" y="30246"/>
                    <a:pt x="8938" y="30224"/>
                    <a:pt x="8983" y="30224"/>
                  </a:cubicBezTo>
                  <a:lnTo>
                    <a:pt x="8758" y="30449"/>
                  </a:lnTo>
                  <a:cubicBezTo>
                    <a:pt x="8690" y="30539"/>
                    <a:pt x="8600" y="30652"/>
                    <a:pt x="8488" y="30719"/>
                  </a:cubicBezTo>
                  <a:cubicBezTo>
                    <a:pt x="8420" y="30787"/>
                    <a:pt x="8308" y="30877"/>
                    <a:pt x="8285" y="30967"/>
                  </a:cubicBezTo>
                  <a:cubicBezTo>
                    <a:pt x="8263" y="30989"/>
                    <a:pt x="8263" y="31012"/>
                    <a:pt x="8263" y="31034"/>
                  </a:cubicBezTo>
                  <a:cubicBezTo>
                    <a:pt x="8150" y="31034"/>
                    <a:pt x="8037" y="31012"/>
                    <a:pt x="7925" y="31012"/>
                  </a:cubicBezTo>
                  <a:cubicBezTo>
                    <a:pt x="5651" y="30764"/>
                    <a:pt x="3421" y="30336"/>
                    <a:pt x="1192" y="29773"/>
                  </a:cubicBezTo>
                  <a:cubicBezTo>
                    <a:pt x="1560" y="29695"/>
                    <a:pt x="1933" y="29662"/>
                    <a:pt x="2310" y="29662"/>
                  </a:cubicBezTo>
                  <a:close/>
                  <a:moveTo>
                    <a:pt x="19747" y="24910"/>
                  </a:moveTo>
                  <a:lnTo>
                    <a:pt x="19747" y="24910"/>
                  </a:lnTo>
                  <a:cubicBezTo>
                    <a:pt x="19544" y="25292"/>
                    <a:pt x="19409" y="25720"/>
                    <a:pt x="19206" y="26126"/>
                  </a:cubicBezTo>
                  <a:cubicBezTo>
                    <a:pt x="18981" y="26598"/>
                    <a:pt x="18756" y="27094"/>
                    <a:pt x="18553" y="27589"/>
                  </a:cubicBezTo>
                  <a:cubicBezTo>
                    <a:pt x="18103" y="28558"/>
                    <a:pt x="17653" y="29526"/>
                    <a:pt x="17180" y="30494"/>
                  </a:cubicBezTo>
                  <a:cubicBezTo>
                    <a:pt x="15626" y="30877"/>
                    <a:pt x="14027" y="31057"/>
                    <a:pt x="12428" y="31147"/>
                  </a:cubicBezTo>
                  <a:cubicBezTo>
                    <a:pt x="13352" y="29683"/>
                    <a:pt x="14275" y="28220"/>
                    <a:pt x="15108" y="26711"/>
                  </a:cubicBezTo>
                  <a:cubicBezTo>
                    <a:pt x="16144" y="26148"/>
                    <a:pt x="17292" y="25810"/>
                    <a:pt x="18418" y="25405"/>
                  </a:cubicBezTo>
                  <a:cubicBezTo>
                    <a:pt x="18868" y="25270"/>
                    <a:pt x="19296" y="25090"/>
                    <a:pt x="19747" y="24910"/>
                  </a:cubicBezTo>
                  <a:close/>
                  <a:moveTo>
                    <a:pt x="14974" y="26795"/>
                  </a:moveTo>
                  <a:cubicBezTo>
                    <a:pt x="14148" y="28290"/>
                    <a:pt x="13298" y="29763"/>
                    <a:pt x="12316" y="31147"/>
                  </a:cubicBezTo>
                  <a:cubicBezTo>
                    <a:pt x="11969" y="31166"/>
                    <a:pt x="11618" y="31174"/>
                    <a:pt x="11266" y="31174"/>
                  </a:cubicBezTo>
                  <a:cubicBezTo>
                    <a:pt x="10338" y="31174"/>
                    <a:pt x="9396" y="31116"/>
                    <a:pt x="8465" y="31034"/>
                  </a:cubicBezTo>
                  <a:cubicBezTo>
                    <a:pt x="8488" y="30877"/>
                    <a:pt x="8803" y="30652"/>
                    <a:pt x="8871" y="30539"/>
                  </a:cubicBezTo>
                  <a:cubicBezTo>
                    <a:pt x="9028" y="30404"/>
                    <a:pt x="9141" y="30291"/>
                    <a:pt x="9253" y="30111"/>
                  </a:cubicBezTo>
                  <a:cubicBezTo>
                    <a:pt x="10222" y="29886"/>
                    <a:pt x="11122" y="29391"/>
                    <a:pt x="11978" y="28828"/>
                  </a:cubicBezTo>
                  <a:cubicBezTo>
                    <a:pt x="12991" y="28152"/>
                    <a:pt x="13915" y="27409"/>
                    <a:pt x="14950" y="26801"/>
                  </a:cubicBezTo>
                  <a:cubicBezTo>
                    <a:pt x="14950" y="26801"/>
                    <a:pt x="14962" y="26801"/>
                    <a:pt x="14974" y="26795"/>
                  </a:cubicBezTo>
                  <a:close/>
                  <a:moveTo>
                    <a:pt x="22787" y="28535"/>
                  </a:moveTo>
                  <a:cubicBezTo>
                    <a:pt x="23327" y="28873"/>
                    <a:pt x="23890" y="29120"/>
                    <a:pt x="24453" y="29413"/>
                  </a:cubicBezTo>
                  <a:cubicBezTo>
                    <a:pt x="25016" y="29683"/>
                    <a:pt x="25534" y="29999"/>
                    <a:pt x="26074" y="30291"/>
                  </a:cubicBezTo>
                  <a:cubicBezTo>
                    <a:pt x="25016" y="31102"/>
                    <a:pt x="23710" y="31642"/>
                    <a:pt x="22494" y="32228"/>
                  </a:cubicBezTo>
                  <a:cubicBezTo>
                    <a:pt x="21751" y="32588"/>
                    <a:pt x="20985" y="32948"/>
                    <a:pt x="20242" y="33331"/>
                  </a:cubicBezTo>
                  <a:lnTo>
                    <a:pt x="18733" y="31980"/>
                  </a:lnTo>
                  <a:cubicBezTo>
                    <a:pt x="18486" y="31710"/>
                    <a:pt x="18193" y="31462"/>
                    <a:pt x="17945" y="31215"/>
                  </a:cubicBezTo>
                  <a:lnTo>
                    <a:pt x="17607" y="30877"/>
                  </a:lnTo>
                  <a:lnTo>
                    <a:pt x="17427" y="30697"/>
                  </a:lnTo>
                  <a:lnTo>
                    <a:pt x="17360" y="30629"/>
                  </a:lnTo>
                  <a:cubicBezTo>
                    <a:pt x="19229" y="30134"/>
                    <a:pt x="21075" y="29458"/>
                    <a:pt x="22787" y="28535"/>
                  </a:cubicBezTo>
                  <a:close/>
                  <a:moveTo>
                    <a:pt x="832" y="29886"/>
                  </a:moveTo>
                  <a:lnTo>
                    <a:pt x="832" y="29886"/>
                  </a:lnTo>
                  <a:cubicBezTo>
                    <a:pt x="3286" y="30517"/>
                    <a:pt x="5786" y="30989"/>
                    <a:pt x="8308" y="31215"/>
                  </a:cubicBezTo>
                  <a:lnTo>
                    <a:pt x="8398" y="31372"/>
                  </a:lnTo>
                  <a:lnTo>
                    <a:pt x="8735" y="32048"/>
                  </a:lnTo>
                  <a:cubicBezTo>
                    <a:pt x="9163" y="32903"/>
                    <a:pt x="9614" y="33782"/>
                    <a:pt x="10064" y="34592"/>
                  </a:cubicBezTo>
                  <a:lnTo>
                    <a:pt x="9726" y="34592"/>
                  </a:lnTo>
                  <a:cubicBezTo>
                    <a:pt x="9163" y="34525"/>
                    <a:pt x="8623" y="34367"/>
                    <a:pt x="8082" y="34142"/>
                  </a:cubicBezTo>
                  <a:cubicBezTo>
                    <a:pt x="7002" y="33647"/>
                    <a:pt x="6011" y="32903"/>
                    <a:pt x="5020" y="32250"/>
                  </a:cubicBezTo>
                  <a:cubicBezTo>
                    <a:pt x="3872" y="31530"/>
                    <a:pt x="2656" y="30787"/>
                    <a:pt x="1417" y="30201"/>
                  </a:cubicBezTo>
                  <a:cubicBezTo>
                    <a:pt x="1215" y="30089"/>
                    <a:pt x="989" y="29999"/>
                    <a:pt x="832" y="29886"/>
                  </a:cubicBezTo>
                  <a:close/>
                  <a:moveTo>
                    <a:pt x="8488" y="31237"/>
                  </a:moveTo>
                  <a:lnTo>
                    <a:pt x="8488" y="31237"/>
                  </a:lnTo>
                  <a:cubicBezTo>
                    <a:pt x="9365" y="31314"/>
                    <a:pt x="10253" y="31349"/>
                    <a:pt x="11136" y="31349"/>
                  </a:cubicBezTo>
                  <a:cubicBezTo>
                    <a:pt x="11546" y="31349"/>
                    <a:pt x="11954" y="31341"/>
                    <a:pt x="12361" y="31327"/>
                  </a:cubicBezTo>
                  <a:cubicBezTo>
                    <a:pt x="12811" y="31890"/>
                    <a:pt x="13307" y="32431"/>
                    <a:pt x="13757" y="32994"/>
                  </a:cubicBezTo>
                  <a:cubicBezTo>
                    <a:pt x="13982" y="33264"/>
                    <a:pt x="14207" y="33579"/>
                    <a:pt x="14455" y="33849"/>
                  </a:cubicBezTo>
                  <a:cubicBezTo>
                    <a:pt x="14658" y="34097"/>
                    <a:pt x="14838" y="34345"/>
                    <a:pt x="15040" y="34592"/>
                  </a:cubicBezTo>
                  <a:cubicBezTo>
                    <a:pt x="14455" y="34457"/>
                    <a:pt x="13892" y="34300"/>
                    <a:pt x="13329" y="34277"/>
                  </a:cubicBezTo>
                  <a:cubicBezTo>
                    <a:pt x="13213" y="34264"/>
                    <a:pt x="13098" y="34259"/>
                    <a:pt x="12983" y="34259"/>
                  </a:cubicBezTo>
                  <a:cubicBezTo>
                    <a:pt x="12498" y="34259"/>
                    <a:pt x="12028" y="34357"/>
                    <a:pt x="11573" y="34412"/>
                  </a:cubicBezTo>
                  <a:cubicBezTo>
                    <a:pt x="11122" y="34502"/>
                    <a:pt x="10672" y="34592"/>
                    <a:pt x="10199" y="34592"/>
                  </a:cubicBezTo>
                  <a:cubicBezTo>
                    <a:pt x="9839" y="33804"/>
                    <a:pt x="9411" y="33039"/>
                    <a:pt x="9028" y="32273"/>
                  </a:cubicBezTo>
                  <a:cubicBezTo>
                    <a:pt x="8938" y="32093"/>
                    <a:pt x="8826" y="31890"/>
                    <a:pt x="8735" y="31710"/>
                  </a:cubicBezTo>
                  <a:cubicBezTo>
                    <a:pt x="8690" y="31642"/>
                    <a:pt x="8645" y="31530"/>
                    <a:pt x="8600" y="31440"/>
                  </a:cubicBezTo>
                  <a:cubicBezTo>
                    <a:pt x="8578" y="31372"/>
                    <a:pt x="8510" y="31327"/>
                    <a:pt x="8488" y="31237"/>
                  </a:cubicBezTo>
                  <a:close/>
                  <a:moveTo>
                    <a:pt x="17180" y="30652"/>
                  </a:moveTo>
                  <a:cubicBezTo>
                    <a:pt x="18103" y="31575"/>
                    <a:pt x="19071" y="32498"/>
                    <a:pt x="20084" y="33376"/>
                  </a:cubicBezTo>
                  <a:cubicBezTo>
                    <a:pt x="19612" y="33624"/>
                    <a:pt x="19116" y="33849"/>
                    <a:pt x="18621" y="34097"/>
                  </a:cubicBezTo>
                  <a:cubicBezTo>
                    <a:pt x="18035" y="34390"/>
                    <a:pt x="17405" y="34660"/>
                    <a:pt x="16729" y="34750"/>
                  </a:cubicBezTo>
                  <a:cubicBezTo>
                    <a:pt x="16600" y="34766"/>
                    <a:pt x="16473" y="34773"/>
                    <a:pt x="16346" y="34773"/>
                  </a:cubicBezTo>
                  <a:cubicBezTo>
                    <a:pt x="15942" y="34773"/>
                    <a:pt x="15547" y="34700"/>
                    <a:pt x="15153" y="34615"/>
                  </a:cubicBezTo>
                  <a:cubicBezTo>
                    <a:pt x="14928" y="34367"/>
                    <a:pt x="14770" y="34074"/>
                    <a:pt x="14545" y="33804"/>
                  </a:cubicBezTo>
                  <a:cubicBezTo>
                    <a:pt x="14320" y="33489"/>
                    <a:pt x="14050" y="33196"/>
                    <a:pt x="13825" y="32903"/>
                  </a:cubicBezTo>
                  <a:cubicBezTo>
                    <a:pt x="13374" y="32363"/>
                    <a:pt x="12969" y="31823"/>
                    <a:pt x="12473" y="31282"/>
                  </a:cubicBezTo>
                  <a:lnTo>
                    <a:pt x="13757" y="31215"/>
                  </a:lnTo>
                  <a:cubicBezTo>
                    <a:pt x="14905" y="31102"/>
                    <a:pt x="16054" y="30922"/>
                    <a:pt x="17180" y="30652"/>
                  </a:cubicBezTo>
                  <a:close/>
                  <a:moveTo>
                    <a:pt x="15041" y="1"/>
                  </a:moveTo>
                  <a:cubicBezTo>
                    <a:pt x="14955" y="1"/>
                    <a:pt x="14860" y="59"/>
                    <a:pt x="14860" y="140"/>
                  </a:cubicBezTo>
                  <a:cubicBezTo>
                    <a:pt x="14905" y="2324"/>
                    <a:pt x="14005" y="4396"/>
                    <a:pt x="12316" y="5792"/>
                  </a:cubicBezTo>
                  <a:cubicBezTo>
                    <a:pt x="10582" y="7256"/>
                    <a:pt x="8218" y="8134"/>
                    <a:pt x="7092" y="10206"/>
                  </a:cubicBezTo>
                  <a:cubicBezTo>
                    <a:pt x="6574" y="11219"/>
                    <a:pt x="6416" y="12345"/>
                    <a:pt x="5921" y="13358"/>
                  </a:cubicBezTo>
                  <a:cubicBezTo>
                    <a:pt x="5380" y="14461"/>
                    <a:pt x="4435" y="15250"/>
                    <a:pt x="3692" y="16173"/>
                  </a:cubicBezTo>
                  <a:cubicBezTo>
                    <a:pt x="2453" y="17681"/>
                    <a:pt x="1687" y="19528"/>
                    <a:pt x="1440" y="21442"/>
                  </a:cubicBezTo>
                  <a:cubicBezTo>
                    <a:pt x="1192" y="23356"/>
                    <a:pt x="1417" y="25383"/>
                    <a:pt x="2205" y="27161"/>
                  </a:cubicBezTo>
                  <a:cubicBezTo>
                    <a:pt x="2318" y="27387"/>
                    <a:pt x="2431" y="27589"/>
                    <a:pt x="2543" y="27814"/>
                  </a:cubicBezTo>
                  <a:cubicBezTo>
                    <a:pt x="2574" y="27860"/>
                    <a:pt x="2620" y="27880"/>
                    <a:pt x="2664" y="27880"/>
                  </a:cubicBezTo>
                  <a:cubicBezTo>
                    <a:pt x="2750" y="27880"/>
                    <a:pt x="2828" y="27806"/>
                    <a:pt x="2768" y="27702"/>
                  </a:cubicBezTo>
                  <a:cubicBezTo>
                    <a:pt x="1868" y="25968"/>
                    <a:pt x="1507" y="23941"/>
                    <a:pt x="1665" y="22005"/>
                  </a:cubicBezTo>
                  <a:cubicBezTo>
                    <a:pt x="1845" y="20068"/>
                    <a:pt x="2521" y="18154"/>
                    <a:pt x="3692" y="16601"/>
                  </a:cubicBezTo>
                  <a:cubicBezTo>
                    <a:pt x="4164" y="15993"/>
                    <a:pt x="4727" y="15452"/>
                    <a:pt x="5245" y="14867"/>
                  </a:cubicBezTo>
                  <a:cubicBezTo>
                    <a:pt x="5561" y="16330"/>
                    <a:pt x="5921" y="17794"/>
                    <a:pt x="6259" y="19213"/>
                  </a:cubicBezTo>
                  <a:cubicBezTo>
                    <a:pt x="6596" y="20721"/>
                    <a:pt x="6934" y="22185"/>
                    <a:pt x="7294" y="23671"/>
                  </a:cubicBezTo>
                  <a:cubicBezTo>
                    <a:pt x="6979" y="24009"/>
                    <a:pt x="6641" y="24347"/>
                    <a:pt x="6349" y="24684"/>
                  </a:cubicBezTo>
                  <a:cubicBezTo>
                    <a:pt x="4682" y="26351"/>
                    <a:pt x="2858" y="27859"/>
                    <a:pt x="899" y="29211"/>
                  </a:cubicBezTo>
                  <a:cubicBezTo>
                    <a:pt x="674" y="29391"/>
                    <a:pt x="426" y="29548"/>
                    <a:pt x="201" y="29728"/>
                  </a:cubicBezTo>
                  <a:cubicBezTo>
                    <a:pt x="0" y="29838"/>
                    <a:pt x="96" y="30007"/>
                    <a:pt x="211" y="30007"/>
                  </a:cubicBezTo>
                  <a:cubicBezTo>
                    <a:pt x="238" y="30007"/>
                    <a:pt x="266" y="29997"/>
                    <a:pt x="291" y="29976"/>
                  </a:cubicBezTo>
                  <a:cubicBezTo>
                    <a:pt x="323" y="29992"/>
                    <a:pt x="366" y="30008"/>
                    <a:pt x="421" y="30008"/>
                  </a:cubicBezTo>
                  <a:cubicBezTo>
                    <a:pt x="443" y="30008"/>
                    <a:pt x="468" y="30005"/>
                    <a:pt x="494" y="29999"/>
                  </a:cubicBezTo>
                  <a:cubicBezTo>
                    <a:pt x="517" y="29976"/>
                    <a:pt x="539" y="29976"/>
                    <a:pt x="607" y="29976"/>
                  </a:cubicBezTo>
                  <a:cubicBezTo>
                    <a:pt x="1800" y="30629"/>
                    <a:pt x="3016" y="31327"/>
                    <a:pt x="4209" y="32048"/>
                  </a:cubicBezTo>
                  <a:cubicBezTo>
                    <a:pt x="5268" y="32701"/>
                    <a:pt x="6281" y="33466"/>
                    <a:pt x="7384" y="34074"/>
                  </a:cubicBezTo>
                  <a:cubicBezTo>
                    <a:pt x="8259" y="34550"/>
                    <a:pt x="9182" y="34849"/>
                    <a:pt x="10167" y="34849"/>
                  </a:cubicBezTo>
                  <a:cubicBezTo>
                    <a:pt x="10348" y="34849"/>
                    <a:pt x="10532" y="34838"/>
                    <a:pt x="10717" y="34817"/>
                  </a:cubicBezTo>
                  <a:cubicBezTo>
                    <a:pt x="11325" y="34727"/>
                    <a:pt x="11933" y="34592"/>
                    <a:pt x="12586" y="34525"/>
                  </a:cubicBezTo>
                  <a:cubicBezTo>
                    <a:pt x="12694" y="34517"/>
                    <a:pt x="12801" y="34513"/>
                    <a:pt x="12907" y="34513"/>
                  </a:cubicBezTo>
                  <a:cubicBezTo>
                    <a:pt x="13401" y="34513"/>
                    <a:pt x="13883" y="34594"/>
                    <a:pt x="14365" y="34705"/>
                  </a:cubicBezTo>
                  <a:cubicBezTo>
                    <a:pt x="14928" y="34817"/>
                    <a:pt x="15491" y="34975"/>
                    <a:pt x="16076" y="35020"/>
                  </a:cubicBezTo>
                  <a:cubicBezTo>
                    <a:pt x="16129" y="35022"/>
                    <a:pt x="16182" y="35023"/>
                    <a:pt x="16234" y="35023"/>
                  </a:cubicBezTo>
                  <a:cubicBezTo>
                    <a:pt x="16805" y="35023"/>
                    <a:pt x="17339" y="34911"/>
                    <a:pt x="17855" y="34705"/>
                  </a:cubicBezTo>
                  <a:cubicBezTo>
                    <a:pt x="18508" y="34457"/>
                    <a:pt x="19161" y="34119"/>
                    <a:pt x="19769" y="33804"/>
                  </a:cubicBezTo>
                  <a:cubicBezTo>
                    <a:pt x="20445" y="33466"/>
                    <a:pt x="21120" y="33151"/>
                    <a:pt x="21796" y="32813"/>
                  </a:cubicBezTo>
                  <a:cubicBezTo>
                    <a:pt x="23102" y="32205"/>
                    <a:pt x="24475" y="31597"/>
                    <a:pt x="25714" y="30854"/>
                  </a:cubicBezTo>
                  <a:cubicBezTo>
                    <a:pt x="26299" y="30472"/>
                    <a:pt x="26862" y="30021"/>
                    <a:pt x="27380" y="29526"/>
                  </a:cubicBezTo>
                  <a:cubicBezTo>
                    <a:pt x="27853" y="29008"/>
                    <a:pt x="28236" y="28445"/>
                    <a:pt x="28596" y="27859"/>
                  </a:cubicBezTo>
                  <a:cubicBezTo>
                    <a:pt x="29925" y="25698"/>
                    <a:pt x="31028" y="23356"/>
                    <a:pt x="31523" y="20856"/>
                  </a:cubicBezTo>
                  <a:cubicBezTo>
                    <a:pt x="31591" y="20541"/>
                    <a:pt x="31636" y="20226"/>
                    <a:pt x="31704" y="19888"/>
                  </a:cubicBezTo>
                  <a:cubicBezTo>
                    <a:pt x="31716" y="19800"/>
                    <a:pt x="31652" y="19754"/>
                    <a:pt x="31584" y="19754"/>
                  </a:cubicBezTo>
                  <a:cubicBezTo>
                    <a:pt x="31531" y="19754"/>
                    <a:pt x="31476" y="19783"/>
                    <a:pt x="31456" y="19843"/>
                  </a:cubicBezTo>
                  <a:cubicBezTo>
                    <a:pt x="31208" y="20384"/>
                    <a:pt x="30758" y="20789"/>
                    <a:pt x="30150" y="20992"/>
                  </a:cubicBezTo>
                  <a:cubicBezTo>
                    <a:pt x="29919" y="21066"/>
                    <a:pt x="29688" y="21094"/>
                    <a:pt x="29456" y="21094"/>
                  </a:cubicBezTo>
                  <a:cubicBezTo>
                    <a:pt x="29125" y="21094"/>
                    <a:pt x="28793" y="21035"/>
                    <a:pt x="28461" y="20969"/>
                  </a:cubicBezTo>
                  <a:cubicBezTo>
                    <a:pt x="27943" y="20856"/>
                    <a:pt x="27403" y="20721"/>
                    <a:pt x="26840" y="20721"/>
                  </a:cubicBezTo>
                  <a:cubicBezTo>
                    <a:pt x="26322" y="20721"/>
                    <a:pt x="25826" y="20856"/>
                    <a:pt x="25331" y="21014"/>
                  </a:cubicBezTo>
                  <a:cubicBezTo>
                    <a:pt x="24250" y="21442"/>
                    <a:pt x="23304" y="22208"/>
                    <a:pt x="22404" y="22928"/>
                  </a:cubicBezTo>
                  <a:cubicBezTo>
                    <a:pt x="21886" y="23356"/>
                    <a:pt x="21368" y="23806"/>
                    <a:pt x="20782" y="24167"/>
                  </a:cubicBezTo>
                  <a:cubicBezTo>
                    <a:pt x="20535" y="24347"/>
                    <a:pt x="20242" y="24482"/>
                    <a:pt x="19972" y="24617"/>
                  </a:cubicBezTo>
                  <a:cubicBezTo>
                    <a:pt x="19972" y="24617"/>
                    <a:pt x="19927" y="24617"/>
                    <a:pt x="19927" y="24662"/>
                  </a:cubicBezTo>
                  <a:cubicBezTo>
                    <a:pt x="19657" y="24797"/>
                    <a:pt x="19341" y="24910"/>
                    <a:pt x="19026" y="25022"/>
                  </a:cubicBezTo>
                  <a:cubicBezTo>
                    <a:pt x="17878" y="25450"/>
                    <a:pt x="16639" y="25720"/>
                    <a:pt x="15513" y="26261"/>
                  </a:cubicBezTo>
                  <a:cubicBezTo>
                    <a:pt x="14455" y="26756"/>
                    <a:pt x="13487" y="27477"/>
                    <a:pt x="12541" y="28152"/>
                  </a:cubicBezTo>
                  <a:cubicBezTo>
                    <a:pt x="11573" y="28828"/>
                    <a:pt x="10582" y="29458"/>
                    <a:pt x="9501" y="29841"/>
                  </a:cubicBezTo>
                  <a:cubicBezTo>
                    <a:pt x="8911" y="30015"/>
                    <a:pt x="8313" y="30086"/>
                    <a:pt x="7717" y="30086"/>
                  </a:cubicBezTo>
                  <a:cubicBezTo>
                    <a:pt x="7312" y="30086"/>
                    <a:pt x="6907" y="30053"/>
                    <a:pt x="6506" y="29999"/>
                  </a:cubicBezTo>
                  <a:cubicBezTo>
                    <a:pt x="5169" y="29812"/>
                    <a:pt x="3793" y="29384"/>
                    <a:pt x="2427" y="29384"/>
                  </a:cubicBezTo>
                  <a:cubicBezTo>
                    <a:pt x="1976" y="29384"/>
                    <a:pt x="1526" y="29431"/>
                    <a:pt x="1079" y="29548"/>
                  </a:cubicBezTo>
                  <a:cubicBezTo>
                    <a:pt x="1057" y="29548"/>
                    <a:pt x="1012" y="29571"/>
                    <a:pt x="989" y="29571"/>
                  </a:cubicBezTo>
                  <a:cubicBezTo>
                    <a:pt x="1642" y="29098"/>
                    <a:pt x="2295" y="28625"/>
                    <a:pt x="2903" y="28152"/>
                  </a:cubicBezTo>
                  <a:cubicBezTo>
                    <a:pt x="4142" y="28152"/>
                    <a:pt x="5403" y="28040"/>
                    <a:pt x="6619" y="27769"/>
                  </a:cubicBezTo>
                  <a:cubicBezTo>
                    <a:pt x="7947" y="27499"/>
                    <a:pt x="9298" y="27094"/>
                    <a:pt x="10447" y="26418"/>
                  </a:cubicBezTo>
                  <a:cubicBezTo>
                    <a:pt x="11032" y="26081"/>
                    <a:pt x="11573" y="25675"/>
                    <a:pt x="12046" y="25157"/>
                  </a:cubicBezTo>
                  <a:cubicBezTo>
                    <a:pt x="12541" y="24617"/>
                    <a:pt x="12946" y="24031"/>
                    <a:pt x="13487" y="23536"/>
                  </a:cubicBezTo>
                  <a:cubicBezTo>
                    <a:pt x="14410" y="22590"/>
                    <a:pt x="15648" y="22027"/>
                    <a:pt x="16527" y="21059"/>
                  </a:cubicBezTo>
                  <a:cubicBezTo>
                    <a:pt x="17337" y="20091"/>
                    <a:pt x="17540" y="18875"/>
                    <a:pt x="17945" y="17726"/>
                  </a:cubicBezTo>
                  <a:cubicBezTo>
                    <a:pt x="18351" y="16488"/>
                    <a:pt x="19364" y="15565"/>
                    <a:pt x="19814" y="14326"/>
                  </a:cubicBezTo>
                  <a:cubicBezTo>
                    <a:pt x="20017" y="13763"/>
                    <a:pt x="20107" y="13200"/>
                    <a:pt x="20107" y="12615"/>
                  </a:cubicBezTo>
                  <a:cubicBezTo>
                    <a:pt x="20107" y="11962"/>
                    <a:pt x="19927" y="11331"/>
                    <a:pt x="19747" y="10723"/>
                  </a:cubicBezTo>
                  <a:cubicBezTo>
                    <a:pt x="19544" y="10070"/>
                    <a:pt x="19364" y="9462"/>
                    <a:pt x="19341" y="8787"/>
                  </a:cubicBezTo>
                  <a:cubicBezTo>
                    <a:pt x="19319" y="8134"/>
                    <a:pt x="19409" y="7458"/>
                    <a:pt x="19409" y="6805"/>
                  </a:cubicBezTo>
                  <a:cubicBezTo>
                    <a:pt x="19409" y="5567"/>
                    <a:pt x="19026" y="4441"/>
                    <a:pt x="18351" y="3405"/>
                  </a:cubicBezTo>
                  <a:cubicBezTo>
                    <a:pt x="17675" y="2369"/>
                    <a:pt x="16774" y="1469"/>
                    <a:pt x="15851" y="636"/>
                  </a:cubicBezTo>
                  <a:cubicBezTo>
                    <a:pt x="15626" y="455"/>
                    <a:pt x="15378" y="230"/>
                    <a:pt x="15131" y="28"/>
                  </a:cubicBezTo>
                  <a:cubicBezTo>
                    <a:pt x="15106" y="9"/>
                    <a:pt x="15074" y="1"/>
                    <a:pt x="1504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8086382" y="3836400"/>
              <a:ext cx="707033" cy="1083901"/>
            </a:xfrm>
            <a:custGeom>
              <a:avLst/>
              <a:gdLst/>
              <a:ahLst/>
              <a:cxnLst/>
              <a:rect l="l" t="t" r="r" b="b"/>
              <a:pathLst>
                <a:path w="24616" h="37737" extrusionOk="0">
                  <a:moveTo>
                    <a:pt x="16416" y="409"/>
                  </a:moveTo>
                  <a:lnTo>
                    <a:pt x="16416" y="409"/>
                  </a:lnTo>
                  <a:cubicBezTo>
                    <a:pt x="16101" y="2007"/>
                    <a:pt x="15177" y="3449"/>
                    <a:pt x="14254" y="4777"/>
                  </a:cubicBezTo>
                  <a:cubicBezTo>
                    <a:pt x="13736" y="5498"/>
                    <a:pt x="13218" y="6241"/>
                    <a:pt x="12655" y="6939"/>
                  </a:cubicBezTo>
                  <a:cubicBezTo>
                    <a:pt x="12137" y="7592"/>
                    <a:pt x="11642" y="8200"/>
                    <a:pt x="11192" y="8875"/>
                  </a:cubicBezTo>
                  <a:cubicBezTo>
                    <a:pt x="10989" y="9168"/>
                    <a:pt x="10786" y="9506"/>
                    <a:pt x="10651" y="9799"/>
                  </a:cubicBezTo>
                  <a:cubicBezTo>
                    <a:pt x="10809" y="9168"/>
                    <a:pt x="10989" y="8515"/>
                    <a:pt x="11192" y="7862"/>
                  </a:cubicBezTo>
                  <a:cubicBezTo>
                    <a:pt x="11462" y="7029"/>
                    <a:pt x="11822" y="6173"/>
                    <a:pt x="12318" y="5385"/>
                  </a:cubicBezTo>
                  <a:cubicBezTo>
                    <a:pt x="13038" y="4124"/>
                    <a:pt x="13939" y="2976"/>
                    <a:pt x="14930" y="1895"/>
                  </a:cubicBezTo>
                  <a:cubicBezTo>
                    <a:pt x="15402" y="1400"/>
                    <a:pt x="15920" y="882"/>
                    <a:pt x="16416" y="409"/>
                  </a:cubicBezTo>
                  <a:close/>
                  <a:moveTo>
                    <a:pt x="18420" y="5340"/>
                  </a:moveTo>
                  <a:cubicBezTo>
                    <a:pt x="17519" y="6263"/>
                    <a:pt x="16596" y="7187"/>
                    <a:pt x="15560" y="7997"/>
                  </a:cubicBezTo>
                  <a:cubicBezTo>
                    <a:pt x="14479" y="8875"/>
                    <a:pt x="13308" y="9664"/>
                    <a:pt x="12092" y="10339"/>
                  </a:cubicBezTo>
                  <a:cubicBezTo>
                    <a:pt x="11529" y="10654"/>
                    <a:pt x="10921" y="10902"/>
                    <a:pt x="10404" y="11240"/>
                  </a:cubicBezTo>
                  <a:cubicBezTo>
                    <a:pt x="12115" y="9236"/>
                    <a:pt x="14141" y="7524"/>
                    <a:pt x="16438" y="6241"/>
                  </a:cubicBezTo>
                  <a:cubicBezTo>
                    <a:pt x="17069" y="5858"/>
                    <a:pt x="17744" y="5520"/>
                    <a:pt x="18420" y="5340"/>
                  </a:cubicBezTo>
                  <a:close/>
                  <a:moveTo>
                    <a:pt x="7949" y="1917"/>
                  </a:moveTo>
                  <a:cubicBezTo>
                    <a:pt x="8129" y="2458"/>
                    <a:pt x="8309" y="2998"/>
                    <a:pt x="8467" y="3494"/>
                  </a:cubicBezTo>
                  <a:cubicBezTo>
                    <a:pt x="8670" y="4147"/>
                    <a:pt x="8872" y="4777"/>
                    <a:pt x="9075" y="5408"/>
                  </a:cubicBezTo>
                  <a:cubicBezTo>
                    <a:pt x="9435" y="6736"/>
                    <a:pt x="9705" y="8065"/>
                    <a:pt x="9863" y="9438"/>
                  </a:cubicBezTo>
                  <a:cubicBezTo>
                    <a:pt x="9908" y="10046"/>
                    <a:pt x="9976" y="10699"/>
                    <a:pt x="9976" y="11330"/>
                  </a:cubicBezTo>
                  <a:cubicBezTo>
                    <a:pt x="9435" y="10226"/>
                    <a:pt x="8940" y="9123"/>
                    <a:pt x="8535" y="7997"/>
                  </a:cubicBezTo>
                  <a:cubicBezTo>
                    <a:pt x="8084" y="6714"/>
                    <a:pt x="7837" y="5385"/>
                    <a:pt x="7791" y="4012"/>
                  </a:cubicBezTo>
                  <a:cubicBezTo>
                    <a:pt x="7791" y="3291"/>
                    <a:pt x="7859" y="2638"/>
                    <a:pt x="7949" y="1917"/>
                  </a:cubicBezTo>
                  <a:close/>
                  <a:moveTo>
                    <a:pt x="17879" y="8988"/>
                  </a:moveTo>
                  <a:cubicBezTo>
                    <a:pt x="17519" y="9483"/>
                    <a:pt x="17114" y="9979"/>
                    <a:pt x="16708" y="10429"/>
                  </a:cubicBezTo>
                  <a:cubicBezTo>
                    <a:pt x="16213" y="10947"/>
                    <a:pt x="15718" y="11465"/>
                    <a:pt x="15177" y="11915"/>
                  </a:cubicBezTo>
                  <a:cubicBezTo>
                    <a:pt x="14119" y="12839"/>
                    <a:pt x="12948" y="13649"/>
                    <a:pt x="11687" y="14325"/>
                  </a:cubicBezTo>
                  <a:cubicBezTo>
                    <a:pt x="11102" y="14640"/>
                    <a:pt x="10471" y="14955"/>
                    <a:pt x="9841" y="15180"/>
                  </a:cubicBezTo>
                  <a:cubicBezTo>
                    <a:pt x="10674" y="14167"/>
                    <a:pt x="11529" y="13221"/>
                    <a:pt x="12498" y="12343"/>
                  </a:cubicBezTo>
                  <a:cubicBezTo>
                    <a:pt x="13579" y="11375"/>
                    <a:pt x="14727" y="10564"/>
                    <a:pt x="15965" y="9889"/>
                  </a:cubicBezTo>
                  <a:cubicBezTo>
                    <a:pt x="16596" y="9551"/>
                    <a:pt x="17226" y="9258"/>
                    <a:pt x="17879" y="8988"/>
                  </a:cubicBezTo>
                  <a:close/>
                  <a:moveTo>
                    <a:pt x="6260" y="6511"/>
                  </a:moveTo>
                  <a:lnTo>
                    <a:pt x="6260" y="6511"/>
                  </a:lnTo>
                  <a:cubicBezTo>
                    <a:pt x="6666" y="7659"/>
                    <a:pt x="7183" y="8785"/>
                    <a:pt x="7634" y="9911"/>
                  </a:cubicBezTo>
                  <a:cubicBezTo>
                    <a:pt x="7882" y="10542"/>
                    <a:pt x="8084" y="11172"/>
                    <a:pt x="8242" y="11825"/>
                  </a:cubicBezTo>
                  <a:cubicBezTo>
                    <a:pt x="8422" y="12456"/>
                    <a:pt x="8535" y="13064"/>
                    <a:pt x="8737" y="13649"/>
                  </a:cubicBezTo>
                  <a:cubicBezTo>
                    <a:pt x="8895" y="14212"/>
                    <a:pt x="9097" y="14753"/>
                    <a:pt x="9345" y="15270"/>
                  </a:cubicBezTo>
                  <a:cubicBezTo>
                    <a:pt x="7634" y="13379"/>
                    <a:pt x="6530" y="10925"/>
                    <a:pt x="6283" y="8357"/>
                  </a:cubicBezTo>
                  <a:cubicBezTo>
                    <a:pt x="6238" y="7750"/>
                    <a:pt x="6238" y="7142"/>
                    <a:pt x="6260" y="6511"/>
                  </a:cubicBezTo>
                  <a:close/>
                  <a:moveTo>
                    <a:pt x="17564" y="12816"/>
                  </a:moveTo>
                  <a:lnTo>
                    <a:pt x="17564" y="12816"/>
                  </a:lnTo>
                  <a:cubicBezTo>
                    <a:pt x="15988" y="15135"/>
                    <a:pt x="13961" y="17117"/>
                    <a:pt x="11619" y="18648"/>
                  </a:cubicBezTo>
                  <a:cubicBezTo>
                    <a:pt x="11057" y="19008"/>
                    <a:pt x="10494" y="19346"/>
                    <a:pt x="9908" y="19661"/>
                  </a:cubicBezTo>
                  <a:cubicBezTo>
                    <a:pt x="11237" y="17229"/>
                    <a:pt x="13263" y="15315"/>
                    <a:pt x="15628" y="13897"/>
                  </a:cubicBezTo>
                  <a:cubicBezTo>
                    <a:pt x="16258" y="13492"/>
                    <a:pt x="16889" y="13154"/>
                    <a:pt x="17564" y="12816"/>
                  </a:cubicBezTo>
                  <a:close/>
                  <a:moveTo>
                    <a:pt x="3716" y="9866"/>
                  </a:moveTo>
                  <a:lnTo>
                    <a:pt x="3716" y="9866"/>
                  </a:lnTo>
                  <a:cubicBezTo>
                    <a:pt x="4031" y="10452"/>
                    <a:pt x="4369" y="11037"/>
                    <a:pt x="4729" y="11600"/>
                  </a:cubicBezTo>
                  <a:cubicBezTo>
                    <a:pt x="5179" y="12253"/>
                    <a:pt x="5675" y="12906"/>
                    <a:pt x="6125" y="13537"/>
                  </a:cubicBezTo>
                  <a:cubicBezTo>
                    <a:pt x="6981" y="14843"/>
                    <a:pt x="7769" y="16216"/>
                    <a:pt x="8444" y="17635"/>
                  </a:cubicBezTo>
                  <a:cubicBezTo>
                    <a:pt x="8827" y="18400"/>
                    <a:pt x="9188" y="19143"/>
                    <a:pt x="9458" y="19954"/>
                  </a:cubicBezTo>
                  <a:cubicBezTo>
                    <a:pt x="8287" y="19121"/>
                    <a:pt x="7409" y="17882"/>
                    <a:pt x="6621" y="16667"/>
                  </a:cubicBezTo>
                  <a:cubicBezTo>
                    <a:pt x="5720" y="15270"/>
                    <a:pt x="4797" y="13829"/>
                    <a:pt x="4234" y="12253"/>
                  </a:cubicBezTo>
                  <a:cubicBezTo>
                    <a:pt x="3941" y="11487"/>
                    <a:pt x="3783" y="10677"/>
                    <a:pt x="3716" y="9866"/>
                  </a:cubicBezTo>
                  <a:close/>
                  <a:moveTo>
                    <a:pt x="1049" y="21397"/>
                  </a:moveTo>
                  <a:lnTo>
                    <a:pt x="1049" y="21397"/>
                  </a:lnTo>
                  <a:cubicBezTo>
                    <a:pt x="1326" y="21626"/>
                    <a:pt x="1634" y="21823"/>
                    <a:pt x="1952" y="21999"/>
                  </a:cubicBezTo>
                  <a:lnTo>
                    <a:pt x="1952" y="21999"/>
                  </a:lnTo>
                  <a:cubicBezTo>
                    <a:pt x="1646" y="21809"/>
                    <a:pt x="1351" y="21607"/>
                    <a:pt x="1049" y="21397"/>
                  </a:cubicBezTo>
                  <a:close/>
                  <a:moveTo>
                    <a:pt x="653" y="14978"/>
                  </a:moveTo>
                  <a:lnTo>
                    <a:pt x="653" y="14978"/>
                  </a:lnTo>
                  <a:cubicBezTo>
                    <a:pt x="1216" y="15406"/>
                    <a:pt x="1847" y="15766"/>
                    <a:pt x="2455" y="16149"/>
                  </a:cubicBezTo>
                  <a:cubicBezTo>
                    <a:pt x="3198" y="16554"/>
                    <a:pt x="3918" y="16959"/>
                    <a:pt x="4616" y="17432"/>
                  </a:cubicBezTo>
                  <a:cubicBezTo>
                    <a:pt x="5968" y="18355"/>
                    <a:pt x="7093" y="19571"/>
                    <a:pt x="8152" y="20832"/>
                  </a:cubicBezTo>
                  <a:cubicBezTo>
                    <a:pt x="8670" y="21485"/>
                    <a:pt x="9165" y="22161"/>
                    <a:pt x="9660" y="22836"/>
                  </a:cubicBezTo>
                  <a:cubicBezTo>
                    <a:pt x="6553" y="21733"/>
                    <a:pt x="3828" y="19774"/>
                    <a:pt x="1959" y="17117"/>
                  </a:cubicBezTo>
                  <a:cubicBezTo>
                    <a:pt x="1464" y="16441"/>
                    <a:pt x="1059" y="15721"/>
                    <a:pt x="653" y="14978"/>
                  </a:cubicBezTo>
                  <a:close/>
                  <a:moveTo>
                    <a:pt x="18082" y="15473"/>
                  </a:moveTo>
                  <a:lnTo>
                    <a:pt x="18082" y="15473"/>
                  </a:lnTo>
                  <a:cubicBezTo>
                    <a:pt x="17114" y="17162"/>
                    <a:pt x="16191" y="18873"/>
                    <a:pt x="15200" y="20540"/>
                  </a:cubicBezTo>
                  <a:cubicBezTo>
                    <a:pt x="14704" y="21373"/>
                    <a:pt x="14164" y="22228"/>
                    <a:pt x="13579" y="23039"/>
                  </a:cubicBezTo>
                  <a:cubicBezTo>
                    <a:pt x="13016" y="23805"/>
                    <a:pt x="12385" y="24548"/>
                    <a:pt x="11935" y="25403"/>
                  </a:cubicBezTo>
                  <a:cubicBezTo>
                    <a:pt x="11665" y="25944"/>
                    <a:pt x="11417" y="26529"/>
                    <a:pt x="11327" y="27115"/>
                  </a:cubicBezTo>
                  <a:cubicBezTo>
                    <a:pt x="11327" y="25403"/>
                    <a:pt x="11665" y="23692"/>
                    <a:pt x="12363" y="22116"/>
                  </a:cubicBezTo>
                  <a:cubicBezTo>
                    <a:pt x="13151" y="20314"/>
                    <a:pt x="14344" y="18693"/>
                    <a:pt x="15740" y="17342"/>
                  </a:cubicBezTo>
                  <a:cubicBezTo>
                    <a:pt x="16483" y="16644"/>
                    <a:pt x="17249" y="16036"/>
                    <a:pt x="18082" y="15473"/>
                  </a:cubicBezTo>
                  <a:close/>
                  <a:moveTo>
                    <a:pt x="20491" y="17635"/>
                  </a:moveTo>
                  <a:lnTo>
                    <a:pt x="20491" y="17635"/>
                  </a:lnTo>
                  <a:cubicBezTo>
                    <a:pt x="19748" y="19729"/>
                    <a:pt x="18915" y="21823"/>
                    <a:pt x="17992" y="23872"/>
                  </a:cubicBezTo>
                  <a:cubicBezTo>
                    <a:pt x="17519" y="24931"/>
                    <a:pt x="16979" y="25966"/>
                    <a:pt x="16393" y="26957"/>
                  </a:cubicBezTo>
                  <a:cubicBezTo>
                    <a:pt x="15808" y="27925"/>
                    <a:pt x="15132" y="28894"/>
                    <a:pt x="14479" y="29817"/>
                  </a:cubicBezTo>
                  <a:cubicBezTo>
                    <a:pt x="14141" y="30290"/>
                    <a:pt x="13804" y="30785"/>
                    <a:pt x="13579" y="31348"/>
                  </a:cubicBezTo>
                  <a:cubicBezTo>
                    <a:pt x="13556" y="30515"/>
                    <a:pt x="13579" y="29727"/>
                    <a:pt x="13669" y="28984"/>
                  </a:cubicBezTo>
                  <a:cubicBezTo>
                    <a:pt x="13781" y="27768"/>
                    <a:pt x="13939" y="26574"/>
                    <a:pt x="14232" y="25403"/>
                  </a:cubicBezTo>
                  <a:cubicBezTo>
                    <a:pt x="14794" y="23264"/>
                    <a:pt x="15808" y="21215"/>
                    <a:pt x="17497" y="19706"/>
                  </a:cubicBezTo>
                  <a:cubicBezTo>
                    <a:pt x="18397" y="18896"/>
                    <a:pt x="19456" y="18243"/>
                    <a:pt x="20491" y="17635"/>
                  </a:cubicBezTo>
                  <a:close/>
                  <a:moveTo>
                    <a:pt x="2687" y="27575"/>
                  </a:moveTo>
                  <a:cubicBezTo>
                    <a:pt x="2866" y="27575"/>
                    <a:pt x="3044" y="27579"/>
                    <a:pt x="3220" y="27588"/>
                  </a:cubicBezTo>
                  <a:cubicBezTo>
                    <a:pt x="4144" y="27655"/>
                    <a:pt x="5067" y="27858"/>
                    <a:pt x="5945" y="28151"/>
                  </a:cubicBezTo>
                  <a:cubicBezTo>
                    <a:pt x="7679" y="28759"/>
                    <a:pt x="9300" y="29704"/>
                    <a:pt x="10741" y="30830"/>
                  </a:cubicBezTo>
                  <a:cubicBezTo>
                    <a:pt x="11304" y="31281"/>
                    <a:pt x="11800" y="31731"/>
                    <a:pt x="12318" y="32204"/>
                  </a:cubicBezTo>
                  <a:cubicBezTo>
                    <a:pt x="11147" y="31483"/>
                    <a:pt x="9660" y="31258"/>
                    <a:pt x="8287" y="31055"/>
                  </a:cubicBezTo>
                  <a:cubicBezTo>
                    <a:pt x="6373" y="30785"/>
                    <a:pt x="4549" y="30222"/>
                    <a:pt x="2815" y="29321"/>
                  </a:cubicBezTo>
                  <a:cubicBezTo>
                    <a:pt x="1959" y="28849"/>
                    <a:pt x="1126" y="28286"/>
                    <a:pt x="406" y="27678"/>
                  </a:cubicBezTo>
                  <a:cubicBezTo>
                    <a:pt x="1153" y="27641"/>
                    <a:pt x="1929" y="27575"/>
                    <a:pt x="2687" y="27575"/>
                  </a:cubicBezTo>
                  <a:close/>
                  <a:moveTo>
                    <a:pt x="24252" y="20945"/>
                  </a:moveTo>
                  <a:lnTo>
                    <a:pt x="24252" y="20945"/>
                  </a:lnTo>
                  <a:cubicBezTo>
                    <a:pt x="23261" y="22949"/>
                    <a:pt x="22068" y="24840"/>
                    <a:pt x="20694" y="26574"/>
                  </a:cubicBezTo>
                  <a:cubicBezTo>
                    <a:pt x="19996" y="27520"/>
                    <a:pt x="19208" y="28376"/>
                    <a:pt x="18420" y="29231"/>
                  </a:cubicBezTo>
                  <a:cubicBezTo>
                    <a:pt x="17564" y="30110"/>
                    <a:pt x="16641" y="30898"/>
                    <a:pt x="15853" y="31798"/>
                  </a:cubicBezTo>
                  <a:cubicBezTo>
                    <a:pt x="15493" y="32204"/>
                    <a:pt x="15155" y="32654"/>
                    <a:pt x="14907" y="33172"/>
                  </a:cubicBezTo>
                  <a:cubicBezTo>
                    <a:pt x="15245" y="31506"/>
                    <a:pt x="15853" y="29907"/>
                    <a:pt x="16686" y="28421"/>
                  </a:cubicBezTo>
                  <a:cubicBezTo>
                    <a:pt x="17879" y="26349"/>
                    <a:pt x="19501" y="24593"/>
                    <a:pt x="21347" y="23084"/>
                  </a:cubicBezTo>
                  <a:cubicBezTo>
                    <a:pt x="22270" y="22341"/>
                    <a:pt x="23239" y="21598"/>
                    <a:pt x="24252" y="20945"/>
                  </a:cubicBezTo>
                  <a:close/>
                  <a:moveTo>
                    <a:pt x="2252" y="32361"/>
                  </a:moveTo>
                  <a:lnTo>
                    <a:pt x="2252" y="32361"/>
                  </a:lnTo>
                  <a:cubicBezTo>
                    <a:pt x="5495" y="32384"/>
                    <a:pt x="8895" y="32699"/>
                    <a:pt x="11800" y="34208"/>
                  </a:cubicBezTo>
                  <a:cubicBezTo>
                    <a:pt x="12565" y="34613"/>
                    <a:pt x="13308" y="35064"/>
                    <a:pt x="14164" y="35199"/>
                  </a:cubicBezTo>
                  <a:cubicBezTo>
                    <a:pt x="13569" y="35390"/>
                    <a:pt x="12910" y="35452"/>
                    <a:pt x="12254" y="35452"/>
                  </a:cubicBezTo>
                  <a:cubicBezTo>
                    <a:pt x="12140" y="35452"/>
                    <a:pt x="12026" y="35450"/>
                    <a:pt x="11912" y="35446"/>
                  </a:cubicBezTo>
                  <a:cubicBezTo>
                    <a:pt x="11034" y="35424"/>
                    <a:pt x="10201" y="35311"/>
                    <a:pt x="9345" y="35131"/>
                  </a:cubicBezTo>
                  <a:cubicBezTo>
                    <a:pt x="7656" y="34793"/>
                    <a:pt x="6035" y="34185"/>
                    <a:pt x="4481" y="33442"/>
                  </a:cubicBezTo>
                  <a:cubicBezTo>
                    <a:pt x="3716" y="33104"/>
                    <a:pt x="3018" y="32722"/>
                    <a:pt x="2252" y="32361"/>
                  </a:cubicBezTo>
                  <a:close/>
                  <a:moveTo>
                    <a:pt x="16602" y="1"/>
                  </a:moveTo>
                  <a:cubicBezTo>
                    <a:pt x="16568" y="1"/>
                    <a:pt x="16531" y="15"/>
                    <a:pt x="16506" y="48"/>
                  </a:cubicBezTo>
                  <a:cubicBezTo>
                    <a:pt x="14389" y="2007"/>
                    <a:pt x="12408" y="4282"/>
                    <a:pt x="11327" y="6984"/>
                  </a:cubicBezTo>
                  <a:cubicBezTo>
                    <a:pt x="11057" y="7637"/>
                    <a:pt x="10876" y="8267"/>
                    <a:pt x="10719" y="8943"/>
                  </a:cubicBezTo>
                  <a:cubicBezTo>
                    <a:pt x="10494" y="9664"/>
                    <a:pt x="10313" y="10407"/>
                    <a:pt x="10133" y="11150"/>
                  </a:cubicBezTo>
                  <a:cubicBezTo>
                    <a:pt x="10133" y="8628"/>
                    <a:pt x="9458" y="6128"/>
                    <a:pt x="8692" y="3719"/>
                  </a:cubicBezTo>
                  <a:cubicBezTo>
                    <a:pt x="8467" y="2976"/>
                    <a:pt x="8197" y="2233"/>
                    <a:pt x="7972" y="1467"/>
                  </a:cubicBezTo>
                  <a:cubicBezTo>
                    <a:pt x="7960" y="1433"/>
                    <a:pt x="7915" y="1416"/>
                    <a:pt x="7873" y="1416"/>
                  </a:cubicBezTo>
                  <a:cubicBezTo>
                    <a:pt x="7831" y="1416"/>
                    <a:pt x="7791" y="1433"/>
                    <a:pt x="7791" y="1467"/>
                  </a:cubicBezTo>
                  <a:cubicBezTo>
                    <a:pt x="7544" y="2863"/>
                    <a:pt x="7544" y="4349"/>
                    <a:pt x="7769" y="5723"/>
                  </a:cubicBezTo>
                  <a:cubicBezTo>
                    <a:pt x="7994" y="7051"/>
                    <a:pt x="8444" y="8335"/>
                    <a:pt x="8985" y="9573"/>
                  </a:cubicBezTo>
                  <a:cubicBezTo>
                    <a:pt x="9300" y="10294"/>
                    <a:pt x="9593" y="10970"/>
                    <a:pt x="9931" y="11645"/>
                  </a:cubicBezTo>
                  <a:lnTo>
                    <a:pt x="9931" y="11690"/>
                  </a:lnTo>
                  <a:cubicBezTo>
                    <a:pt x="9931" y="11758"/>
                    <a:pt x="9976" y="11780"/>
                    <a:pt x="9998" y="11780"/>
                  </a:cubicBezTo>
                  <a:cubicBezTo>
                    <a:pt x="9886" y="12388"/>
                    <a:pt x="9773" y="13019"/>
                    <a:pt x="9683" y="13627"/>
                  </a:cubicBezTo>
                  <a:cubicBezTo>
                    <a:pt x="9638" y="14167"/>
                    <a:pt x="9570" y="14685"/>
                    <a:pt x="9525" y="15203"/>
                  </a:cubicBezTo>
                  <a:cubicBezTo>
                    <a:pt x="8962" y="14190"/>
                    <a:pt x="8737" y="13041"/>
                    <a:pt x="8422" y="11915"/>
                  </a:cubicBezTo>
                  <a:cubicBezTo>
                    <a:pt x="8084" y="10654"/>
                    <a:pt x="7566" y="9438"/>
                    <a:pt x="7071" y="8222"/>
                  </a:cubicBezTo>
                  <a:cubicBezTo>
                    <a:pt x="6778" y="7524"/>
                    <a:pt x="6485" y="6826"/>
                    <a:pt x="6283" y="6083"/>
                  </a:cubicBezTo>
                  <a:cubicBezTo>
                    <a:pt x="6273" y="6053"/>
                    <a:pt x="6244" y="6041"/>
                    <a:pt x="6216" y="6041"/>
                  </a:cubicBezTo>
                  <a:cubicBezTo>
                    <a:pt x="6182" y="6041"/>
                    <a:pt x="6148" y="6058"/>
                    <a:pt x="6148" y="6083"/>
                  </a:cubicBezTo>
                  <a:cubicBezTo>
                    <a:pt x="5945" y="7389"/>
                    <a:pt x="6103" y="8785"/>
                    <a:pt x="6418" y="10091"/>
                  </a:cubicBezTo>
                  <a:cubicBezTo>
                    <a:pt x="6756" y="11420"/>
                    <a:pt x="7296" y="12681"/>
                    <a:pt x="8017" y="13807"/>
                  </a:cubicBezTo>
                  <a:cubicBezTo>
                    <a:pt x="8444" y="14460"/>
                    <a:pt x="8917" y="15045"/>
                    <a:pt x="9458" y="15586"/>
                  </a:cubicBezTo>
                  <a:cubicBezTo>
                    <a:pt x="9368" y="16847"/>
                    <a:pt x="9345" y="18130"/>
                    <a:pt x="9435" y="19436"/>
                  </a:cubicBezTo>
                  <a:cubicBezTo>
                    <a:pt x="9210" y="18873"/>
                    <a:pt x="9007" y="18333"/>
                    <a:pt x="8760" y="17792"/>
                  </a:cubicBezTo>
                  <a:cubicBezTo>
                    <a:pt x="8422" y="17094"/>
                    <a:pt x="8084" y="16419"/>
                    <a:pt x="7679" y="15743"/>
                  </a:cubicBezTo>
                  <a:cubicBezTo>
                    <a:pt x="7296" y="15068"/>
                    <a:pt x="6891" y="14415"/>
                    <a:pt x="6440" y="13784"/>
                  </a:cubicBezTo>
                  <a:cubicBezTo>
                    <a:pt x="5990" y="13109"/>
                    <a:pt x="5495" y="12478"/>
                    <a:pt x="5044" y="11825"/>
                  </a:cubicBezTo>
                  <a:cubicBezTo>
                    <a:pt x="4504" y="11082"/>
                    <a:pt x="4076" y="10226"/>
                    <a:pt x="3671" y="9393"/>
                  </a:cubicBezTo>
                  <a:cubicBezTo>
                    <a:pt x="3645" y="9359"/>
                    <a:pt x="3613" y="9344"/>
                    <a:pt x="3582" y="9344"/>
                  </a:cubicBezTo>
                  <a:cubicBezTo>
                    <a:pt x="3534" y="9344"/>
                    <a:pt x="3491" y="9383"/>
                    <a:pt x="3491" y="9438"/>
                  </a:cubicBezTo>
                  <a:cubicBezTo>
                    <a:pt x="3513" y="11127"/>
                    <a:pt x="4144" y="12771"/>
                    <a:pt x="4932" y="14235"/>
                  </a:cubicBezTo>
                  <a:cubicBezTo>
                    <a:pt x="5360" y="14978"/>
                    <a:pt x="5810" y="15743"/>
                    <a:pt x="6283" y="16486"/>
                  </a:cubicBezTo>
                  <a:cubicBezTo>
                    <a:pt x="6711" y="17117"/>
                    <a:pt x="7116" y="17770"/>
                    <a:pt x="7611" y="18400"/>
                  </a:cubicBezTo>
                  <a:cubicBezTo>
                    <a:pt x="8129" y="19076"/>
                    <a:pt x="8737" y="19661"/>
                    <a:pt x="9435" y="20134"/>
                  </a:cubicBezTo>
                  <a:cubicBezTo>
                    <a:pt x="9480" y="20990"/>
                    <a:pt x="9593" y="21823"/>
                    <a:pt x="9705" y="22679"/>
                  </a:cubicBezTo>
                  <a:cubicBezTo>
                    <a:pt x="8782" y="21463"/>
                    <a:pt x="7882" y="20224"/>
                    <a:pt x="6823" y="19121"/>
                  </a:cubicBezTo>
                  <a:cubicBezTo>
                    <a:pt x="6260" y="18536"/>
                    <a:pt x="5630" y="17995"/>
                    <a:pt x="4954" y="17522"/>
                  </a:cubicBezTo>
                  <a:cubicBezTo>
                    <a:pt x="4279" y="17049"/>
                    <a:pt x="3581" y="16667"/>
                    <a:pt x="2838" y="16284"/>
                  </a:cubicBezTo>
                  <a:cubicBezTo>
                    <a:pt x="2004" y="15833"/>
                    <a:pt x="1126" y="15383"/>
                    <a:pt x="451" y="14707"/>
                  </a:cubicBezTo>
                  <a:cubicBezTo>
                    <a:pt x="438" y="14688"/>
                    <a:pt x="422" y="14680"/>
                    <a:pt x="405" y="14680"/>
                  </a:cubicBezTo>
                  <a:cubicBezTo>
                    <a:pt x="364" y="14680"/>
                    <a:pt x="322" y="14733"/>
                    <a:pt x="338" y="14798"/>
                  </a:cubicBezTo>
                  <a:cubicBezTo>
                    <a:pt x="653" y="15586"/>
                    <a:pt x="1104" y="16306"/>
                    <a:pt x="1577" y="16982"/>
                  </a:cubicBezTo>
                  <a:cubicBezTo>
                    <a:pt x="2049" y="17680"/>
                    <a:pt x="2590" y="18333"/>
                    <a:pt x="3175" y="18963"/>
                  </a:cubicBezTo>
                  <a:cubicBezTo>
                    <a:pt x="4369" y="20202"/>
                    <a:pt x="5720" y="21260"/>
                    <a:pt x="7229" y="22048"/>
                  </a:cubicBezTo>
                  <a:cubicBezTo>
                    <a:pt x="8017" y="22476"/>
                    <a:pt x="8872" y="22814"/>
                    <a:pt x="9751" y="23062"/>
                  </a:cubicBezTo>
                  <a:cubicBezTo>
                    <a:pt x="9751" y="23062"/>
                    <a:pt x="9751" y="23084"/>
                    <a:pt x="9773" y="23084"/>
                  </a:cubicBezTo>
                  <a:cubicBezTo>
                    <a:pt x="9796" y="23129"/>
                    <a:pt x="9796" y="23129"/>
                    <a:pt x="9818" y="23129"/>
                  </a:cubicBezTo>
                  <a:cubicBezTo>
                    <a:pt x="10088" y="24660"/>
                    <a:pt x="10449" y="26214"/>
                    <a:pt x="10921" y="27745"/>
                  </a:cubicBezTo>
                  <a:cubicBezTo>
                    <a:pt x="10088" y="26529"/>
                    <a:pt x="8985" y="25516"/>
                    <a:pt x="7769" y="24705"/>
                  </a:cubicBezTo>
                  <a:cubicBezTo>
                    <a:pt x="6305" y="23737"/>
                    <a:pt x="4684" y="23264"/>
                    <a:pt x="3108" y="22566"/>
                  </a:cubicBezTo>
                  <a:cubicBezTo>
                    <a:pt x="2732" y="22393"/>
                    <a:pt x="2335" y="22211"/>
                    <a:pt x="1952" y="21999"/>
                  </a:cubicBezTo>
                  <a:lnTo>
                    <a:pt x="1952" y="21999"/>
                  </a:lnTo>
                  <a:cubicBezTo>
                    <a:pt x="2158" y="22127"/>
                    <a:pt x="2369" y="22249"/>
                    <a:pt x="2590" y="22364"/>
                  </a:cubicBezTo>
                  <a:cubicBezTo>
                    <a:pt x="3355" y="22746"/>
                    <a:pt x="4166" y="23062"/>
                    <a:pt x="4954" y="23377"/>
                  </a:cubicBezTo>
                  <a:cubicBezTo>
                    <a:pt x="5742" y="23715"/>
                    <a:pt x="6508" y="24052"/>
                    <a:pt x="7251" y="24480"/>
                  </a:cubicBezTo>
                  <a:cubicBezTo>
                    <a:pt x="7994" y="24931"/>
                    <a:pt x="8715" y="25448"/>
                    <a:pt x="9345" y="26079"/>
                  </a:cubicBezTo>
                  <a:cubicBezTo>
                    <a:pt x="9976" y="26664"/>
                    <a:pt x="10539" y="27340"/>
                    <a:pt x="11011" y="28038"/>
                  </a:cubicBezTo>
                  <a:cubicBezTo>
                    <a:pt x="9683" y="27115"/>
                    <a:pt x="8084" y="26777"/>
                    <a:pt x="6688" y="26079"/>
                  </a:cubicBezTo>
                  <a:cubicBezTo>
                    <a:pt x="5157" y="25313"/>
                    <a:pt x="3761" y="24323"/>
                    <a:pt x="2545" y="23129"/>
                  </a:cubicBezTo>
                  <a:cubicBezTo>
                    <a:pt x="1982" y="22589"/>
                    <a:pt x="1509" y="22003"/>
                    <a:pt x="1014" y="21373"/>
                  </a:cubicBezTo>
                  <a:lnTo>
                    <a:pt x="1014" y="21373"/>
                  </a:lnTo>
                  <a:cubicBezTo>
                    <a:pt x="1025" y="21381"/>
                    <a:pt x="1037" y="21389"/>
                    <a:pt x="1049" y="21397"/>
                  </a:cubicBezTo>
                  <a:lnTo>
                    <a:pt x="1049" y="21397"/>
                  </a:lnTo>
                  <a:cubicBezTo>
                    <a:pt x="882" y="21259"/>
                    <a:pt x="726" y="21109"/>
                    <a:pt x="586" y="20945"/>
                  </a:cubicBezTo>
                  <a:cubicBezTo>
                    <a:pt x="573" y="20926"/>
                    <a:pt x="553" y="20917"/>
                    <a:pt x="532" y="20917"/>
                  </a:cubicBezTo>
                  <a:cubicBezTo>
                    <a:pt x="479" y="20917"/>
                    <a:pt x="418" y="20970"/>
                    <a:pt x="451" y="21035"/>
                  </a:cubicBezTo>
                  <a:cubicBezTo>
                    <a:pt x="879" y="21778"/>
                    <a:pt x="1464" y="22409"/>
                    <a:pt x="2027" y="23039"/>
                  </a:cubicBezTo>
                  <a:cubicBezTo>
                    <a:pt x="2612" y="23647"/>
                    <a:pt x="3265" y="24255"/>
                    <a:pt x="3963" y="24750"/>
                  </a:cubicBezTo>
                  <a:cubicBezTo>
                    <a:pt x="4639" y="25268"/>
                    <a:pt x="5360" y="25674"/>
                    <a:pt x="6080" y="26079"/>
                  </a:cubicBezTo>
                  <a:cubicBezTo>
                    <a:pt x="6868" y="26507"/>
                    <a:pt x="7679" y="26800"/>
                    <a:pt x="8512" y="27092"/>
                  </a:cubicBezTo>
                  <a:cubicBezTo>
                    <a:pt x="9413" y="27407"/>
                    <a:pt x="10313" y="27745"/>
                    <a:pt x="11102" y="28308"/>
                  </a:cubicBezTo>
                  <a:cubicBezTo>
                    <a:pt x="11124" y="28331"/>
                    <a:pt x="11124" y="28353"/>
                    <a:pt x="11147" y="28376"/>
                  </a:cubicBezTo>
                  <a:cubicBezTo>
                    <a:pt x="11574" y="29614"/>
                    <a:pt x="12070" y="30808"/>
                    <a:pt x="12633" y="31979"/>
                  </a:cubicBezTo>
                  <a:cubicBezTo>
                    <a:pt x="12745" y="32204"/>
                    <a:pt x="12858" y="32406"/>
                    <a:pt x="12971" y="32632"/>
                  </a:cubicBezTo>
                  <a:cubicBezTo>
                    <a:pt x="10471" y="30042"/>
                    <a:pt x="7229" y="27858"/>
                    <a:pt x="3603" y="27453"/>
                  </a:cubicBezTo>
                  <a:cubicBezTo>
                    <a:pt x="3196" y="27412"/>
                    <a:pt x="2783" y="27395"/>
                    <a:pt x="2367" y="27395"/>
                  </a:cubicBezTo>
                  <a:cubicBezTo>
                    <a:pt x="1631" y="27395"/>
                    <a:pt x="883" y="27448"/>
                    <a:pt x="135" y="27520"/>
                  </a:cubicBezTo>
                  <a:cubicBezTo>
                    <a:pt x="68" y="27520"/>
                    <a:pt x="0" y="27655"/>
                    <a:pt x="90" y="27700"/>
                  </a:cubicBezTo>
                  <a:cubicBezTo>
                    <a:pt x="1554" y="28804"/>
                    <a:pt x="3130" y="29727"/>
                    <a:pt x="4842" y="30380"/>
                  </a:cubicBezTo>
                  <a:cubicBezTo>
                    <a:pt x="5720" y="30718"/>
                    <a:pt x="6598" y="30943"/>
                    <a:pt x="7499" y="31123"/>
                  </a:cubicBezTo>
                  <a:cubicBezTo>
                    <a:pt x="8512" y="31303"/>
                    <a:pt x="9548" y="31393"/>
                    <a:pt x="10539" y="31686"/>
                  </a:cubicBezTo>
                  <a:cubicBezTo>
                    <a:pt x="11011" y="31821"/>
                    <a:pt x="11484" y="31979"/>
                    <a:pt x="11912" y="32249"/>
                  </a:cubicBezTo>
                  <a:cubicBezTo>
                    <a:pt x="12160" y="32384"/>
                    <a:pt x="12408" y="32587"/>
                    <a:pt x="12633" y="32744"/>
                  </a:cubicBezTo>
                  <a:cubicBezTo>
                    <a:pt x="12858" y="32947"/>
                    <a:pt x="13128" y="33104"/>
                    <a:pt x="13308" y="33375"/>
                  </a:cubicBezTo>
                  <a:cubicBezTo>
                    <a:pt x="13511" y="33600"/>
                    <a:pt x="13601" y="33870"/>
                    <a:pt x="13759" y="34118"/>
                  </a:cubicBezTo>
                  <a:cubicBezTo>
                    <a:pt x="13939" y="34411"/>
                    <a:pt x="14096" y="34658"/>
                    <a:pt x="14277" y="34951"/>
                  </a:cubicBezTo>
                  <a:cubicBezTo>
                    <a:pt x="14277" y="34973"/>
                    <a:pt x="14299" y="34973"/>
                    <a:pt x="14299" y="34996"/>
                  </a:cubicBezTo>
                  <a:cubicBezTo>
                    <a:pt x="13488" y="34883"/>
                    <a:pt x="12745" y="34501"/>
                    <a:pt x="12047" y="34118"/>
                  </a:cubicBezTo>
                  <a:cubicBezTo>
                    <a:pt x="11327" y="33757"/>
                    <a:pt x="10539" y="33420"/>
                    <a:pt x="9751" y="33195"/>
                  </a:cubicBezTo>
                  <a:cubicBezTo>
                    <a:pt x="8107" y="32722"/>
                    <a:pt x="6418" y="32496"/>
                    <a:pt x="4729" y="32384"/>
                  </a:cubicBezTo>
                  <a:cubicBezTo>
                    <a:pt x="3783" y="32294"/>
                    <a:pt x="2815" y="32271"/>
                    <a:pt x="1824" y="32181"/>
                  </a:cubicBezTo>
                  <a:cubicBezTo>
                    <a:pt x="1712" y="32181"/>
                    <a:pt x="1667" y="32316"/>
                    <a:pt x="1779" y="32384"/>
                  </a:cubicBezTo>
                  <a:cubicBezTo>
                    <a:pt x="3288" y="33285"/>
                    <a:pt x="4932" y="34050"/>
                    <a:pt x="6598" y="34658"/>
                  </a:cubicBezTo>
                  <a:cubicBezTo>
                    <a:pt x="8197" y="35244"/>
                    <a:pt x="9886" y="35649"/>
                    <a:pt x="11597" y="35739"/>
                  </a:cubicBezTo>
                  <a:cubicBezTo>
                    <a:pt x="11806" y="35749"/>
                    <a:pt x="12018" y="35755"/>
                    <a:pt x="12230" y="35755"/>
                  </a:cubicBezTo>
                  <a:cubicBezTo>
                    <a:pt x="12998" y="35755"/>
                    <a:pt x="13773" y="35669"/>
                    <a:pt x="14479" y="35334"/>
                  </a:cubicBezTo>
                  <a:cubicBezTo>
                    <a:pt x="14704" y="35694"/>
                    <a:pt x="14930" y="36032"/>
                    <a:pt x="15177" y="36370"/>
                  </a:cubicBezTo>
                  <a:cubicBezTo>
                    <a:pt x="15515" y="36865"/>
                    <a:pt x="15830" y="37315"/>
                    <a:pt x="16236" y="37698"/>
                  </a:cubicBezTo>
                  <a:cubicBezTo>
                    <a:pt x="16263" y="37725"/>
                    <a:pt x="16293" y="37737"/>
                    <a:pt x="16321" y="37737"/>
                  </a:cubicBezTo>
                  <a:cubicBezTo>
                    <a:pt x="16410" y="37737"/>
                    <a:pt x="16484" y="37626"/>
                    <a:pt x="16416" y="37540"/>
                  </a:cubicBezTo>
                  <a:cubicBezTo>
                    <a:pt x="16168" y="37090"/>
                    <a:pt x="15853" y="36685"/>
                    <a:pt x="15538" y="36257"/>
                  </a:cubicBezTo>
                  <a:cubicBezTo>
                    <a:pt x="15267" y="35874"/>
                    <a:pt x="14975" y="35469"/>
                    <a:pt x="14727" y="35064"/>
                  </a:cubicBezTo>
                  <a:cubicBezTo>
                    <a:pt x="14704" y="34996"/>
                    <a:pt x="14659" y="34951"/>
                    <a:pt x="14614" y="34883"/>
                  </a:cubicBezTo>
                  <a:cubicBezTo>
                    <a:pt x="14637" y="34636"/>
                    <a:pt x="14659" y="34343"/>
                    <a:pt x="14704" y="34095"/>
                  </a:cubicBezTo>
                  <a:cubicBezTo>
                    <a:pt x="14952" y="33330"/>
                    <a:pt x="15402" y="32632"/>
                    <a:pt x="15943" y="32024"/>
                  </a:cubicBezTo>
                  <a:cubicBezTo>
                    <a:pt x="16731" y="31123"/>
                    <a:pt x="17632" y="30335"/>
                    <a:pt x="18465" y="29479"/>
                  </a:cubicBezTo>
                  <a:cubicBezTo>
                    <a:pt x="20041" y="27858"/>
                    <a:pt x="21460" y="26056"/>
                    <a:pt x="22653" y="24097"/>
                  </a:cubicBezTo>
                  <a:cubicBezTo>
                    <a:pt x="23374" y="23017"/>
                    <a:pt x="23959" y="21891"/>
                    <a:pt x="24545" y="20720"/>
                  </a:cubicBezTo>
                  <a:cubicBezTo>
                    <a:pt x="24615" y="20631"/>
                    <a:pt x="24575" y="20571"/>
                    <a:pt x="24522" y="20571"/>
                  </a:cubicBezTo>
                  <a:cubicBezTo>
                    <a:pt x="24507" y="20571"/>
                    <a:pt x="24492" y="20575"/>
                    <a:pt x="24477" y="20585"/>
                  </a:cubicBezTo>
                  <a:cubicBezTo>
                    <a:pt x="22473" y="21891"/>
                    <a:pt x="20559" y="23377"/>
                    <a:pt x="18938" y="25156"/>
                  </a:cubicBezTo>
                  <a:cubicBezTo>
                    <a:pt x="17339" y="26890"/>
                    <a:pt x="16033" y="28939"/>
                    <a:pt x="15267" y="31190"/>
                  </a:cubicBezTo>
                  <a:cubicBezTo>
                    <a:pt x="14952" y="32091"/>
                    <a:pt x="14727" y="33037"/>
                    <a:pt x="14614" y="33960"/>
                  </a:cubicBezTo>
                  <a:cubicBezTo>
                    <a:pt x="14547" y="34118"/>
                    <a:pt x="14502" y="34320"/>
                    <a:pt x="14479" y="34501"/>
                  </a:cubicBezTo>
                  <a:cubicBezTo>
                    <a:pt x="14096" y="33938"/>
                    <a:pt x="13804" y="33330"/>
                    <a:pt x="13466" y="32744"/>
                  </a:cubicBezTo>
                  <a:cubicBezTo>
                    <a:pt x="13466" y="31731"/>
                    <a:pt x="13984" y="30830"/>
                    <a:pt x="14547" y="30020"/>
                  </a:cubicBezTo>
                  <a:cubicBezTo>
                    <a:pt x="15177" y="29119"/>
                    <a:pt x="15830" y="28218"/>
                    <a:pt x="16393" y="27250"/>
                  </a:cubicBezTo>
                  <a:cubicBezTo>
                    <a:pt x="17542" y="25291"/>
                    <a:pt x="18465" y="23174"/>
                    <a:pt x="19343" y="21057"/>
                  </a:cubicBezTo>
                  <a:cubicBezTo>
                    <a:pt x="19838" y="19864"/>
                    <a:pt x="20289" y="18648"/>
                    <a:pt x="20784" y="17432"/>
                  </a:cubicBezTo>
                  <a:cubicBezTo>
                    <a:pt x="20802" y="17361"/>
                    <a:pt x="20750" y="17276"/>
                    <a:pt x="20683" y="17276"/>
                  </a:cubicBezTo>
                  <a:cubicBezTo>
                    <a:pt x="20665" y="17276"/>
                    <a:pt x="20646" y="17283"/>
                    <a:pt x="20627" y="17297"/>
                  </a:cubicBezTo>
                  <a:cubicBezTo>
                    <a:pt x="19613" y="17905"/>
                    <a:pt x="18600" y="18558"/>
                    <a:pt x="17699" y="19324"/>
                  </a:cubicBezTo>
                  <a:cubicBezTo>
                    <a:pt x="16844" y="20022"/>
                    <a:pt x="16101" y="20877"/>
                    <a:pt x="15538" y="21823"/>
                  </a:cubicBezTo>
                  <a:cubicBezTo>
                    <a:pt x="14299" y="23827"/>
                    <a:pt x="13736" y="26169"/>
                    <a:pt x="13511" y="28488"/>
                  </a:cubicBezTo>
                  <a:cubicBezTo>
                    <a:pt x="13398" y="29659"/>
                    <a:pt x="13353" y="30808"/>
                    <a:pt x="13353" y="31956"/>
                  </a:cubicBezTo>
                  <a:cubicBezTo>
                    <a:pt x="13308" y="32091"/>
                    <a:pt x="13286" y="32204"/>
                    <a:pt x="13286" y="32361"/>
                  </a:cubicBezTo>
                  <a:cubicBezTo>
                    <a:pt x="12565" y="30943"/>
                    <a:pt x="11935" y="29457"/>
                    <a:pt x="11394" y="27970"/>
                  </a:cubicBezTo>
                  <a:cubicBezTo>
                    <a:pt x="11507" y="26169"/>
                    <a:pt x="12723" y="24660"/>
                    <a:pt x="13759" y="23264"/>
                  </a:cubicBezTo>
                  <a:cubicBezTo>
                    <a:pt x="14885" y="21711"/>
                    <a:pt x="15830" y="20022"/>
                    <a:pt x="16754" y="18333"/>
                  </a:cubicBezTo>
                  <a:cubicBezTo>
                    <a:pt x="17316" y="17320"/>
                    <a:pt x="17857" y="16306"/>
                    <a:pt x="18420" y="15270"/>
                  </a:cubicBezTo>
                  <a:cubicBezTo>
                    <a:pt x="18437" y="15220"/>
                    <a:pt x="18390" y="15156"/>
                    <a:pt x="18347" y="15156"/>
                  </a:cubicBezTo>
                  <a:cubicBezTo>
                    <a:pt x="18333" y="15156"/>
                    <a:pt x="18318" y="15163"/>
                    <a:pt x="18307" y="15180"/>
                  </a:cubicBezTo>
                  <a:cubicBezTo>
                    <a:pt x="16641" y="16239"/>
                    <a:pt x="15065" y="17567"/>
                    <a:pt x="13871" y="19143"/>
                  </a:cubicBezTo>
                  <a:cubicBezTo>
                    <a:pt x="12655" y="20787"/>
                    <a:pt x="11777" y="22634"/>
                    <a:pt x="11372" y="24638"/>
                  </a:cubicBezTo>
                  <a:cubicBezTo>
                    <a:pt x="11214" y="25448"/>
                    <a:pt x="11147" y="26304"/>
                    <a:pt x="11147" y="27115"/>
                  </a:cubicBezTo>
                  <a:lnTo>
                    <a:pt x="11057" y="26867"/>
                  </a:lnTo>
                  <a:cubicBezTo>
                    <a:pt x="10404" y="24615"/>
                    <a:pt x="9931" y="22273"/>
                    <a:pt x="9796" y="19909"/>
                  </a:cubicBezTo>
                  <a:cubicBezTo>
                    <a:pt x="12385" y="18603"/>
                    <a:pt x="14682" y="16802"/>
                    <a:pt x="16528" y="14595"/>
                  </a:cubicBezTo>
                  <a:cubicBezTo>
                    <a:pt x="17069" y="13942"/>
                    <a:pt x="17542" y="13289"/>
                    <a:pt x="18015" y="12591"/>
                  </a:cubicBezTo>
                  <a:cubicBezTo>
                    <a:pt x="18070" y="12517"/>
                    <a:pt x="18005" y="12444"/>
                    <a:pt x="17930" y="12444"/>
                  </a:cubicBezTo>
                  <a:cubicBezTo>
                    <a:pt x="17913" y="12444"/>
                    <a:pt x="17896" y="12447"/>
                    <a:pt x="17879" y="12456"/>
                  </a:cubicBezTo>
                  <a:cubicBezTo>
                    <a:pt x="15177" y="13717"/>
                    <a:pt x="12633" y="15428"/>
                    <a:pt x="10831" y="17860"/>
                  </a:cubicBezTo>
                  <a:cubicBezTo>
                    <a:pt x="10449" y="18400"/>
                    <a:pt x="10088" y="18986"/>
                    <a:pt x="9773" y="19594"/>
                  </a:cubicBezTo>
                  <a:cubicBezTo>
                    <a:pt x="9683" y="18198"/>
                    <a:pt x="9683" y="16824"/>
                    <a:pt x="9796" y="15406"/>
                  </a:cubicBezTo>
                  <a:cubicBezTo>
                    <a:pt x="11057" y="14910"/>
                    <a:pt x="12295" y="14280"/>
                    <a:pt x="13466" y="13514"/>
                  </a:cubicBezTo>
                  <a:cubicBezTo>
                    <a:pt x="14682" y="12726"/>
                    <a:pt x="15763" y="11780"/>
                    <a:pt x="16754" y="10699"/>
                  </a:cubicBezTo>
                  <a:cubicBezTo>
                    <a:pt x="17316" y="10091"/>
                    <a:pt x="17789" y="9438"/>
                    <a:pt x="18262" y="8785"/>
                  </a:cubicBezTo>
                  <a:cubicBezTo>
                    <a:pt x="18323" y="8725"/>
                    <a:pt x="18275" y="8647"/>
                    <a:pt x="18184" y="8647"/>
                  </a:cubicBezTo>
                  <a:cubicBezTo>
                    <a:pt x="18173" y="8647"/>
                    <a:pt x="18162" y="8648"/>
                    <a:pt x="18150" y="8650"/>
                  </a:cubicBezTo>
                  <a:cubicBezTo>
                    <a:pt x="17497" y="8875"/>
                    <a:pt x="16844" y="9191"/>
                    <a:pt x="16213" y="9528"/>
                  </a:cubicBezTo>
                  <a:cubicBezTo>
                    <a:pt x="15560" y="9866"/>
                    <a:pt x="14952" y="10226"/>
                    <a:pt x="14367" y="10654"/>
                  </a:cubicBezTo>
                  <a:cubicBezTo>
                    <a:pt x="13173" y="11465"/>
                    <a:pt x="12070" y="12388"/>
                    <a:pt x="11124" y="13469"/>
                  </a:cubicBezTo>
                  <a:cubicBezTo>
                    <a:pt x="10674" y="13964"/>
                    <a:pt x="10223" y="14527"/>
                    <a:pt x="9818" y="15090"/>
                  </a:cubicBezTo>
                  <a:cubicBezTo>
                    <a:pt x="9863" y="14865"/>
                    <a:pt x="9863" y="14640"/>
                    <a:pt x="9886" y="14415"/>
                  </a:cubicBezTo>
                  <a:cubicBezTo>
                    <a:pt x="9976" y="13469"/>
                    <a:pt x="10111" y="12501"/>
                    <a:pt x="10268" y="11578"/>
                  </a:cubicBezTo>
                  <a:cubicBezTo>
                    <a:pt x="10831" y="11195"/>
                    <a:pt x="11462" y="10925"/>
                    <a:pt x="12047" y="10632"/>
                  </a:cubicBezTo>
                  <a:cubicBezTo>
                    <a:pt x="12678" y="10294"/>
                    <a:pt x="13286" y="9911"/>
                    <a:pt x="13849" y="9528"/>
                  </a:cubicBezTo>
                  <a:cubicBezTo>
                    <a:pt x="14997" y="8763"/>
                    <a:pt x="16123" y="7885"/>
                    <a:pt x="17136" y="6939"/>
                  </a:cubicBezTo>
                  <a:cubicBezTo>
                    <a:pt x="17744" y="6376"/>
                    <a:pt x="18330" y="5813"/>
                    <a:pt x="18825" y="5182"/>
                  </a:cubicBezTo>
                  <a:cubicBezTo>
                    <a:pt x="18885" y="5122"/>
                    <a:pt x="18838" y="5044"/>
                    <a:pt x="18747" y="5044"/>
                  </a:cubicBezTo>
                  <a:cubicBezTo>
                    <a:pt x="18736" y="5044"/>
                    <a:pt x="18725" y="5045"/>
                    <a:pt x="18713" y="5047"/>
                  </a:cubicBezTo>
                  <a:cubicBezTo>
                    <a:pt x="17339" y="5453"/>
                    <a:pt x="16055" y="6241"/>
                    <a:pt x="14862" y="7029"/>
                  </a:cubicBezTo>
                  <a:cubicBezTo>
                    <a:pt x="13714" y="7795"/>
                    <a:pt x="12610" y="8718"/>
                    <a:pt x="11619" y="9686"/>
                  </a:cubicBezTo>
                  <a:cubicBezTo>
                    <a:pt x="11169" y="10181"/>
                    <a:pt x="10719" y="10654"/>
                    <a:pt x="10336" y="11172"/>
                  </a:cubicBezTo>
                  <a:cubicBezTo>
                    <a:pt x="10358" y="11105"/>
                    <a:pt x="10358" y="11015"/>
                    <a:pt x="10381" y="10925"/>
                  </a:cubicBezTo>
                  <a:cubicBezTo>
                    <a:pt x="10606" y="10249"/>
                    <a:pt x="10944" y="9641"/>
                    <a:pt x="11349" y="9033"/>
                  </a:cubicBezTo>
                  <a:cubicBezTo>
                    <a:pt x="11800" y="8357"/>
                    <a:pt x="12295" y="7750"/>
                    <a:pt x="12813" y="7096"/>
                  </a:cubicBezTo>
                  <a:cubicBezTo>
                    <a:pt x="13871" y="5723"/>
                    <a:pt x="14952" y="4327"/>
                    <a:pt x="15763" y="2773"/>
                  </a:cubicBezTo>
                  <a:cubicBezTo>
                    <a:pt x="16213" y="1962"/>
                    <a:pt x="16551" y="1039"/>
                    <a:pt x="16686" y="116"/>
                  </a:cubicBezTo>
                  <a:cubicBezTo>
                    <a:pt x="16714" y="45"/>
                    <a:pt x="16662" y="1"/>
                    <a:pt x="1660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242053" y="227597"/>
              <a:ext cx="1526026" cy="695121"/>
            </a:xfrm>
            <a:custGeom>
              <a:avLst/>
              <a:gdLst/>
              <a:ahLst/>
              <a:cxnLst/>
              <a:rect l="l" t="t" r="r" b="b"/>
              <a:pathLst>
                <a:path w="60003" h="27332" extrusionOk="0">
                  <a:moveTo>
                    <a:pt x="59807" y="1"/>
                  </a:moveTo>
                  <a:cubicBezTo>
                    <a:pt x="59772" y="1"/>
                    <a:pt x="59737" y="16"/>
                    <a:pt x="59712" y="53"/>
                  </a:cubicBezTo>
                  <a:cubicBezTo>
                    <a:pt x="57055" y="3498"/>
                    <a:pt x="53475" y="6043"/>
                    <a:pt x="49241" y="7169"/>
                  </a:cubicBezTo>
                  <a:cubicBezTo>
                    <a:pt x="48183" y="7461"/>
                    <a:pt x="47080" y="7641"/>
                    <a:pt x="45954" y="7731"/>
                  </a:cubicBezTo>
                  <a:cubicBezTo>
                    <a:pt x="44670" y="7844"/>
                    <a:pt x="43342" y="7844"/>
                    <a:pt x="42036" y="7979"/>
                  </a:cubicBezTo>
                  <a:cubicBezTo>
                    <a:pt x="39874" y="8204"/>
                    <a:pt x="37915" y="8925"/>
                    <a:pt x="36069" y="10096"/>
                  </a:cubicBezTo>
                  <a:cubicBezTo>
                    <a:pt x="32466" y="12438"/>
                    <a:pt x="29831" y="15950"/>
                    <a:pt x="26724" y="18878"/>
                  </a:cubicBezTo>
                  <a:cubicBezTo>
                    <a:pt x="23346" y="22030"/>
                    <a:pt x="19450" y="24755"/>
                    <a:pt x="14969" y="26173"/>
                  </a:cubicBezTo>
                  <a:cubicBezTo>
                    <a:pt x="12999" y="26792"/>
                    <a:pt x="10897" y="27128"/>
                    <a:pt x="8795" y="27128"/>
                  </a:cubicBezTo>
                  <a:cubicBezTo>
                    <a:pt x="6307" y="27128"/>
                    <a:pt x="3819" y="26658"/>
                    <a:pt x="1549" y="25633"/>
                  </a:cubicBezTo>
                  <a:cubicBezTo>
                    <a:pt x="1031" y="25408"/>
                    <a:pt x="536" y="25160"/>
                    <a:pt x="40" y="24890"/>
                  </a:cubicBezTo>
                  <a:cubicBezTo>
                    <a:pt x="35" y="24879"/>
                    <a:pt x="29" y="24875"/>
                    <a:pt x="25" y="24875"/>
                  </a:cubicBezTo>
                  <a:cubicBezTo>
                    <a:pt x="9" y="24875"/>
                    <a:pt x="1" y="24918"/>
                    <a:pt x="18" y="24935"/>
                  </a:cubicBezTo>
                  <a:cubicBezTo>
                    <a:pt x="2676" y="26595"/>
                    <a:pt x="5733" y="27331"/>
                    <a:pt x="8816" y="27331"/>
                  </a:cubicBezTo>
                  <a:cubicBezTo>
                    <a:pt x="10251" y="27331"/>
                    <a:pt x="11692" y="27172"/>
                    <a:pt x="13100" y="26872"/>
                  </a:cubicBezTo>
                  <a:cubicBezTo>
                    <a:pt x="17627" y="25926"/>
                    <a:pt x="21747" y="23494"/>
                    <a:pt x="25260" y="20522"/>
                  </a:cubicBezTo>
                  <a:cubicBezTo>
                    <a:pt x="26994" y="19058"/>
                    <a:pt x="28570" y="17414"/>
                    <a:pt x="30101" y="15793"/>
                  </a:cubicBezTo>
                  <a:cubicBezTo>
                    <a:pt x="31610" y="14217"/>
                    <a:pt x="33096" y="12640"/>
                    <a:pt x="34808" y="11289"/>
                  </a:cubicBezTo>
                  <a:cubicBezTo>
                    <a:pt x="36474" y="9961"/>
                    <a:pt x="38388" y="8880"/>
                    <a:pt x="40460" y="8429"/>
                  </a:cubicBezTo>
                  <a:cubicBezTo>
                    <a:pt x="42982" y="7912"/>
                    <a:pt x="45594" y="8204"/>
                    <a:pt x="48116" y="7731"/>
                  </a:cubicBezTo>
                  <a:cubicBezTo>
                    <a:pt x="52304" y="6966"/>
                    <a:pt x="56312" y="4692"/>
                    <a:pt x="59037" y="1426"/>
                  </a:cubicBezTo>
                  <a:cubicBezTo>
                    <a:pt x="59374" y="1044"/>
                    <a:pt x="59667" y="616"/>
                    <a:pt x="59937" y="188"/>
                  </a:cubicBezTo>
                  <a:cubicBezTo>
                    <a:pt x="60003" y="106"/>
                    <a:pt x="59902" y="1"/>
                    <a:pt x="5980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 rot="-8100000">
              <a:off x="7052411" y="411912"/>
              <a:ext cx="1900375" cy="670241"/>
            </a:xfrm>
            <a:custGeom>
              <a:avLst/>
              <a:gdLst/>
              <a:ahLst/>
              <a:cxnLst/>
              <a:rect l="l" t="t" r="r" b="b"/>
              <a:pathLst>
                <a:path w="77652" h="27387" extrusionOk="0">
                  <a:moveTo>
                    <a:pt x="42758" y="221"/>
                  </a:moveTo>
                  <a:cubicBezTo>
                    <a:pt x="42867" y="221"/>
                    <a:pt x="42977" y="233"/>
                    <a:pt x="43087" y="260"/>
                  </a:cubicBezTo>
                  <a:cubicBezTo>
                    <a:pt x="43785" y="418"/>
                    <a:pt x="44213" y="1116"/>
                    <a:pt x="44303" y="1836"/>
                  </a:cubicBezTo>
                  <a:cubicBezTo>
                    <a:pt x="44506" y="3300"/>
                    <a:pt x="43290" y="4313"/>
                    <a:pt x="42119" y="5011"/>
                  </a:cubicBezTo>
                  <a:cubicBezTo>
                    <a:pt x="41263" y="3998"/>
                    <a:pt x="40610" y="2669"/>
                    <a:pt x="41128" y="1431"/>
                  </a:cubicBezTo>
                  <a:cubicBezTo>
                    <a:pt x="41382" y="766"/>
                    <a:pt x="42043" y="221"/>
                    <a:pt x="42758" y="221"/>
                  </a:cubicBezTo>
                  <a:close/>
                  <a:moveTo>
                    <a:pt x="42786" y="0"/>
                  </a:moveTo>
                  <a:cubicBezTo>
                    <a:pt x="42623" y="0"/>
                    <a:pt x="42453" y="25"/>
                    <a:pt x="42276" y="80"/>
                  </a:cubicBezTo>
                  <a:cubicBezTo>
                    <a:pt x="40745" y="598"/>
                    <a:pt x="40520" y="2354"/>
                    <a:pt x="41038" y="3660"/>
                  </a:cubicBezTo>
                  <a:cubicBezTo>
                    <a:pt x="41263" y="4201"/>
                    <a:pt x="41533" y="4674"/>
                    <a:pt x="41894" y="5124"/>
                  </a:cubicBezTo>
                  <a:cubicBezTo>
                    <a:pt x="41826" y="5169"/>
                    <a:pt x="41736" y="5214"/>
                    <a:pt x="41646" y="5259"/>
                  </a:cubicBezTo>
                  <a:cubicBezTo>
                    <a:pt x="38674" y="6835"/>
                    <a:pt x="35296" y="7376"/>
                    <a:pt x="31963" y="7736"/>
                  </a:cubicBezTo>
                  <a:cubicBezTo>
                    <a:pt x="28698" y="8096"/>
                    <a:pt x="25411" y="8299"/>
                    <a:pt x="22236" y="9110"/>
                  </a:cubicBezTo>
                  <a:cubicBezTo>
                    <a:pt x="19353" y="9853"/>
                    <a:pt x="16629" y="11091"/>
                    <a:pt x="14084" y="12667"/>
                  </a:cubicBezTo>
                  <a:cubicBezTo>
                    <a:pt x="8950" y="15865"/>
                    <a:pt x="4694" y="20413"/>
                    <a:pt x="1294" y="25367"/>
                  </a:cubicBezTo>
                  <a:cubicBezTo>
                    <a:pt x="866" y="25953"/>
                    <a:pt x="461" y="26561"/>
                    <a:pt x="78" y="27191"/>
                  </a:cubicBezTo>
                  <a:cubicBezTo>
                    <a:pt x="1" y="27300"/>
                    <a:pt x="104" y="27387"/>
                    <a:pt x="206" y="27387"/>
                  </a:cubicBezTo>
                  <a:cubicBezTo>
                    <a:pt x="252" y="27387"/>
                    <a:pt x="298" y="27369"/>
                    <a:pt x="326" y="27326"/>
                  </a:cubicBezTo>
                  <a:cubicBezTo>
                    <a:pt x="3771" y="21877"/>
                    <a:pt x="8095" y="16833"/>
                    <a:pt x="13499" y="13275"/>
                  </a:cubicBezTo>
                  <a:cubicBezTo>
                    <a:pt x="16178" y="11541"/>
                    <a:pt x="19083" y="10190"/>
                    <a:pt x="22168" y="9380"/>
                  </a:cubicBezTo>
                  <a:cubicBezTo>
                    <a:pt x="25568" y="8479"/>
                    <a:pt x="29149" y="8321"/>
                    <a:pt x="32639" y="7961"/>
                  </a:cubicBezTo>
                  <a:cubicBezTo>
                    <a:pt x="35881" y="7601"/>
                    <a:pt x="39237" y="7015"/>
                    <a:pt x="42074" y="5372"/>
                  </a:cubicBezTo>
                  <a:cubicBezTo>
                    <a:pt x="42682" y="6070"/>
                    <a:pt x="43447" y="6700"/>
                    <a:pt x="44235" y="7196"/>
                  </a:cubicBezTo>
                  <a:cubicBezTo>
                    <a:pt x="47185" y="9110"/>
                    <a:pt x="50743" y="10168"/>
                    <a:pt x="54233" y="10326"/>
                  </a:cubicBezTo>
                  <a:cubicBezTo>
                    <a:pt x="54523" y="10339"/>
                    <a:pt x="54812" y="10346"/>
                    <a:pt x="55099" y="10346"/>
                  </a:cubicBezTo>
                  <a:cubicBezTo>
                    <a:pt x="61997" y="10346"/>
                    <a:pt x="68161" y="6590"/>
                    <a:pt x="74927" y="5574"/>
                  </a:cubicBezTo>
                  <a:cubicBezTo>
                    <a:pt x="75783" y="5439"/>
                    <a:pt x="76661" y="5349"/>
                    <a:pt x="77562" y="5349"/>
                  </a:cubicBezTo>
                  <a:cubicBezTo>
                    <a:pt x="77652" y="5282"/>
                    <a:pt x="77629" y="5124"/>
                    <a:pt x="77539" y="5124"/>
                  </a:cubicBezTo>
                  <a:cubicBezTo>
                    <a:pt x="70694" y="5237"/>
                    <a:pt x="64614" y="8884"/>
                    <a:pt x="57926" y="9763"/>
                  </a:cubicBezTo>
                  <a:cubicBezTo>
                    <a:pt x="57028" y="9878"/>
                    <a:pt x="56124" y="9936"/>
                    <a:pt x="55222" y="9936"/>
                  </a:cubicBezTo>
                  <a:cubicBezTo>
                    <a:pt x="52615" y="9936"/>
                    <a:pt x="50016" y="9455"/>
                    <a:pt x="47591" y="8502"/>
                  </a:cubicBezTo>
                  <a:cubicBezTo>
                    <a:pt x="46037" y="7871"/>
                    <a:pt x="44461" y="7128"/>
                    <a:pt x="43177" y="6025"/>
                  </a:cubicBezTo>
                  <a:cubicBezTo>
                    <a:pt x="42884" y="5799"/>
                    <a:pt x="42614" y="5507"/>
                    <a:pt x="42321" y="5214"/>
                  </a:cubicBezTo>
                  <a:lnTo>
                    <a:pt x="42344" y="5214"/>
                  </a:lnTo>
                  <a:cubicBezTo>
                    <a:pt x="43515" y="4493"/>
                    <a:pt x="44708" y="3413"/>
                    <a:pt x="44573" y="1904"/>
                  </a:cubicBezTo>
                  <a:cubicBezTo>
                    <a:pt x="44477" y="919"/>
                    <a:pt x="43767" y="0"/>
                    <a:pt x="4278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1132500" y="1620138"/>
            <a:ext cx="3263700" cy="103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ubTitle" idx="1"/>
          </p:nvPr>
        </p:nvSpPr>
        <p:spPr>
          <a:xfrm>
            <a:off x="1132500" y="2642863"/>
            <a:ext cx="3263700" cy="8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Karla Medium"/>
                <a:ea typeface="Karla Medium"/>
                <a:cs typeface="Karla Medium"/>
                <a:sym typeface="Karla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67" name="Google Shape;67;p9"/>
          <p:cNvGrpSpPr/>
          <p:nvPr/>
        </p:nvGrpSpPr>
        <p:grpSpPr>
          <a:xfrm>
            <a:off x="242053" y="227597"/>
            <a:ext cx="8872818" cy="5118017"/>
            <a:chOff x="242053" y="227597"/>
            <a:chExt cx="8872818" cy="5118017"/>
          </a:xfrm>
        </p:grpSpPr>
        <p:sp>
          <p:nvSpPr>
            <p:cNvPr id="68" name="Google Shape;68;p9"/>
            <p:cNvSpPr/>
            <p:nvPr/>
          </p:nvSpPr>
          <p:spPr>
            <a:xfrm rot="8238649">
              <a:off x="6860011" y="4080441"/>
              <a:ext cx="2116106" cy="631444"/>
            </a:xfrm>
            <a:custGeom>
              <a:avLst/>
              <a:gdLst/>
              <a:ahLst/>
              <a:cxnLst/>
              <a:rect l="l" t="t" r="r" b="b"/>
              <a:pathLst>
                <a:path w="56783" h="16944" extrusionOk="0">
                  <a:moveTo>
                    <a:pt x="46" y="1"/>
                  </a:moveTo>
                  <a:cubicBezTo>
                    <a:pt x="23" y="1"/>
                    <a:pt x="1" y="18"/>
                    <a:pt x="1" y="51"/>
                  </a:cubicBezTo>
                  <a:cubicBezTo>
                    <a:pt x="91" y="1898"/>
                    <a:pt x="901" y="3699"/>
                    <a:pt x="2343" y="4915"/>
                  </a:cubicBezTo>
                  <a:cubicBezTo>
                    <a:pt x="3831" y="6194"/>
                    <a:pt x="5769" y="6634"/>
                    <a:pt x="7682" y="6634"/>
                  </a:cubicBezTo>
                  <a:cubicBezTo>
                    <a:pt x="7824" y="6634"/>
                    <a:pt x="7966" y="6631"/>
                    <a:pt x="8107" y="6627"/>
                  </a:cubicBezTo>
                  <a:cubicBezTo>
                    <a:pt x="10291" y="6582"/>
                    <a:pt x="12430" y="6041"/>
                    <a:pt x="14592" y="5884"/>
                  </a:cubicBezTo>
                  <a:cubicBezTo>
                    <a:pt x="15045" y="5843"/>
                    <a:pt x="15508" y="5819"/>
                    <a:pt x="15972" y="5819"/>
                  </a:cubicBezTo>
                  <a:cubicBezTo>
                    <a:pt x="17589" y="5819"/>
                    <a:pt x="19230" y="6115"/>
                    <a:pt x="20559" y="7077"/>
                  </a:cubicBezTo>
                  <a:cubicBezTo>
                    <a:pt x="22226" y="8270"/>
                    <a:pt x="23081" y="10184"/>
                    <a:pt x="24590" y="11513"/>
                  </a:cubicBezTo>
                  <a:cubicBezTo>
                    <a:pt x="26007" y="12758"/>
                    <a:pt x="27894" y="13205"/>
                    <a:pt x="29745" y="13205"/>
                  </a:cubicBezTo>
                  <a:cubicBezTo>
                    <a:pt x="29836" y="13205"/>
                    <a:pt x="29926" y="13204"/>
                    <a:pt x="30017" y="13202"/>
                  </a:cubicBezTo>
                  <a:cubicBezTo>
                    <a:pt x="31008" y="13157"/>
                    <a:pt x="32021" y="12999"/>
                    <a:pt x="32967" y="12751"/>
                  </a:cubicBezTo>
                  <a:cubicBezTo>
                    <a:pt x="34092" y="12459"/>
                    <a:pt x="35218" y="12098"/>
                    <a:pt x="36344" y="11851"/>
                  </a:cubicBezTo>
                  <a:cubicBezTo>
                    <a:pt x="36921" y="11742"/>
                    <a:pt x="37513" y="11665"/>
                    <a:pt x="38099" y="11665"/>
                  </a:cubicBezTo>
                  <a:cubicBezTo>
                    <a:pt x="38725" y="11665"/>
                    <a:pt x="39343" y="11753"/>
                    <a:pt x="39925" y="11986"/>
                  </a:cubicBezTo>
                  <a:cubicBezTo>
                    <a:pt x="40870" y="12346"/>
                    <a:pt x="41658" y="13022"/>
                    <a:pt x="42402" y="13675"/>
                  </a:cubicBezTo>
                  <a:cubicBezTo>
                    <a:pt x="43167" y="14350"/>
                    <a:pt x="43910" y="15048"/>
                    <a:pt x="44811" y="15566"/>
                  </a:cubicBezTo>
                  <a:cubicBezTo>
                    <a:pt x="45757" y="16084"/>
                    <a:pt x="46770" y="16422"/>
                    <a:pt x="47783" y="16647"/>
                  </a:cubicBezTo>
                  <a:cubicBezTo>
                    <a:pt x="48769" y="16860"/>
                    <a:pt x="49771" y="16944"/>
                    <a:pt x="50777" y="16944"/>
                  </a:cubicBezTo>
                  <a:cubicBezTo>
                    <a:pt x="52116" y="16944"/>
                    <a:pt x="53462" y="16795"/>
                    <a:pt x="54786" y="16602"/>
                  </a:cubicBezTo>
                  <a:cubicBezTo>
                    <a:pt x="55372" y="16512"/>
                    <a:pt x="55957" y="16399"/>
                    <a:pt x="56565" y="16287"/>
                  </a:cubicBezTo>
                  <a:cubicBezTo>
                    <a:pt x="56782" y="16243"/>
                    <a:pt x="56727" y="15970"/>
                    <a:pt x="56582" y="15970"/>
                  </a:cubicBezTo>
                  <a:cubicBezTo>
                    <a:pt x="56577" y="15970"/>
                    <a:pt x="56571" y="15971"/>
                    <a:pt x="56565" y="15971"/>
                  </a:cubicBezTo>
                  <a:cubicBezTo>
                    <a:pt x="54584" y="16286"/>
                    <a:pt x="52602" y="16632"/>
                    <a:pt x="50596" y="16632"/>
                  </a:cubicBezTo>
                  <a:cubicBezTo>
                    <a:pt x="50162" y="16632"/>
                    <a:pt x="49728" y="16615"/>
                    <a:pt x="49292" y="16579"/>
                  </a:cubicBezTo>
                  <a:cubicBezTo>
                    <a:pt x="47130" y="16377"/>
                    <a:pt x="45126" y="15634"/>
                    <a:pt x="43437" y="14215"/>
                  </a:cubicBezTo>
                  <a:cubicBezTo>
                    <a:pt x="42672" y="13562"/>
                    <a:pt x="41996" y="12864"/>
                    <a:pt x="41186" y="12301"/>
                  </a:cubicBezTo>
                  <a:cubicBezTo>
                    <a:pt x="40352" y="11738"/>
                    <a:pt x="39407" y="11400"/>
                    <a:pt x="38393" y="11333"/>
                  </a:cubicBezTo>
                  <a:cubicBezTo>
                    <a:pt x="38278" y="11327"/>
                    <a:pt x="38164" y="11324"/>
                    <a:pt x="38049" y="11324"/>
                  </a:cubicBezTo>
                  <a:cubicBezTo>
                    <a:pt x="35966" y="11324"/>
                    <a:pt x="33959" y="12256"/>
                    <a:pt x="31931" y="12661"/>
                  </a:cubicBezTo>
                  <a:cubicBezTo>
                    <a:pt x="31125" y="12817"/>
                    <a:pt x="30289" y="12917"/>
                    <a:pt x="29460" y="12917"/>
                  </a:cubicBezTo>
                  <a:cubicBezTo>
                    <a:pt x="28250" y="12917"/>
                    <a:pt x="27055" y="12705"/>
                    <a:pt x="25986" y="12143"/>
                  </a:cubicBezTo>
                  <a:cubicBezTo>
                    <a:pt x="24162" y="11220"/>
                    <a:pt x="23194" y="9396"/>
                    <a:pt x="21888" y="7933"/>
                  </a:cubicBezTo>
                  <a:cubicBezTo>
                    <a:pt x="21235" y="7190"/>
                    <a:pt x="20447" y="6604"/>
                    <a:pt x="19546" y="6221"/>
                  </a:cubicBezTo>
                  <a:cubicBezTo>
                    <a:pt x="18668" y="5838"/>
                    <a:pt x="17722" y="5658"/>
                    <a:pt x="16776" y="5591"/>
                  </a:cubicBezTo>
                  <a:cubicBezTo>
                    <a:pt x="16483" y="5572"/>
                    <a:pt x="16190" y="5563"/>
                    <a:pt x="15898" y="5563"/>
                  </a:cubicBezTo>
                  <a:cubicBezTo>
                    <a:pt x="14130" y="5563"/>
                    <a:pt x="12391" y="5883"/>
                    <a:pt x="10652" y="6154"/>
                  </a:cubicBezTo>
                  <a:cubicBezTo>
                    <a:pt x="9653" y="6299"/>
                    <a:pt x="8617" y="6421"/>
                    <a:pt x="7584" y="6421"/>
                  </a:cubicBezTo>
                  <a:cubicBezTo>
                    <a:pt x="6380" y="6421"/>
                    <a:pt x="5181" y="6256"/>
                    <a:pt x="4054" y="5771"/>
                  </a:cubicBezTo>
                  <a:cubicBezTo>
                    <a:pt x="2297" y="4983"/>
                    <a:pt x="901" y="3339"/>
                    <a:pt x="338" y="1493"/>
                  </a:cubicBezTo>
                  <a:cubicBezTo>
                    <a:pt x="203" y="997"/>
                    <a:pt x="113" y="547"/>
                    <a:pt x="91" y="51"/>
                  </a:cubicBezTo>
                  <a:cubicBezTo>
                    <a:pt x="91" y="18"/>
                    <a:pt x="68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242053" y="227597"/>
              <a:ext cx="1526026" cy="695121"/>
            </a:xfrm>
            <a:custGeom>
              <a:avLst/>
              <a:gdLst/>
              <a:ahLst/>
              <a:cxnLst/>
              <a:rect l="l" t="t" r="r" b="b"/>
              <a:pathLst>
                <a:path w="60003" h="27332" extrusionOk="0">
                  <a:moveTo>
                    <a:pt x="59807" y="1"/>
                  </a:moveTo>
                  <a:cubicBezTo>
                    <a:pt x="59772" y="1"/>
                    <a:pt x="59737" y="16"/>
                    <a:pt x="59712" y="53"/>
                  </a:cubicBezTo>
                  <a:cubicBezTo>
                    <a:pt x="57055" y="3498"/>
                    <a:pt x="53475" y="6043"/>
                    <a:pt x="49241" y="7169"/>
                  </a:cubicBezTo>
                  <a:cubicBezTo>
                    <a:pt x="48183" y="7461"/>
                    <a:pt x="47080" y="7641"/>
                    <a:pt x="45954" y="7731"/>
                  </a:cubicBezTo>
                  <a:cubicBezTo>
                    <a:pt x="44670" y="7844"/>
                    <a:pt x="43342" y="7844"/>
                    <a:pt x="42036" y="7979"/>
                  </a:cubicBezTo>
                  <a:cubicBezTo>
                    <a:pt x="39874" y="8204"/>
                    <a:pt x="37915" y="8925"/>
                    <a:pt x="36069" y="10096"/>
                  </a:cubicBezTo>
                  <a:cubicBezTo>
                    <a:pt x="32466" y="12438"/>
                    <a:pt x="29831" y="15950"/>
                    <a:pt x="26724" y="18878"/>
                  </a:cubicBezTo>
                  <a:cubicBezTo>
                    <a:pt x="23346" y="22030"/>
                    <a:pt x="19450" y="24755"/>
                    <a:pt x="14969" y="26173"/>
                  </a:cubicBezTo>
                  <a:cubicBezTo>
                    <a:pt x="12999" y="26792"/>
                    <a:pt x="10897" y="27128"/>
                    <a:pt x="8795" y="27128"/>
                  </a:cubicBezTo>
                  <a:cubicBezTo>
                    <a:pt x="6307" y="27128"/>
                    <a:pt x="3819" y="26658"/>
                    <a:pt x="1549" y="25633"/>
                  </a:cubicBezTo>
                  <a:cubicBezTo>
                    <a:pt x="1031" y="25408"/>
                    <a:pt x="536" y="25160"/>
                    <a:pt x="40" y="24890"/>
                  </a:cubicBezTo>
                  <a:cubicBezTo>
                    <a:pt x="35" y="24879"/>
                    <a:pt x="29" y="24875"/>
                    <a:pt x="25" y="24875"/>
                  </a:cubicBezTo>
                  <a:cubicBezTo>
                    <a:pt x="9" y="24875"/>
                    <a:pt x="1" y="24918"/>
                    <a:pt x="18" y="24935"/>
                  </a:cubicBezTo>
                  <a:cubicBezTo>
                    <a:pt x="2676" y="26595"/>
                    <a:pt x="5733" y="27331"/>
                    <a:pt x="8816" y="27331"/>
                  </a:cubicBezTo>
                  <a:cubicBezTo>
                    <a:pt x="10251" y="27331"/>
                    <a:pt x="11692" y="27172"/>
                    <a:pt x="13100" y="26872"/>
                  </a:cubicBezTo>
                  <a:cubicBezTo>
                    <a:pt x="17627" y="25926"/>
                    <a:pt x="21747" y="23494"/>
                    <a:pt x="25260" y="20522"/>
                  </a:cubicBezTo>
                  <a:cubicBezTo>
                    <a:pt x="26994" y="19058"/>
                    <a:pt x="28570" y="17414"/>
                    <a:pt x="30101" y="15793"/>
                  </a:cubicBezTo>
                  <a:cubicBezTo>
                    <a:pt x="31610" y="14217"/>
                    <a:pt x="33096" y="12640"/>
                    <a:pt x="34808" y="11289"/>
                  </a:cubicBezTo>
                  <a:cubicBezTo>
                    <a:pt x="36474" y="9961"/>
                    <a:pt x="38388" y="8880"/>
                    <a:pt x="40460" y="8429"/>
                  </a:cubicBezTo>
                  <a:cubicBezTo>
                    <a:pt x="42982" y="7912"/>
                    <a:pt x="45594" y="8204"/>
                    <a:pt x="48116" y="7731"/>
                  </a:cubicBezTo>
                  <a:cubicBezTo>
                    <a:pt x="52304" y="6966"/>
                    <a:pt x="56312" y="4692"/>
                    <a:pt x="59037" y="1426"/>
                  </a:cubicBezTo>
                  <a:cubicBezTo>
                    <a:pt x="59374" y="1044"/>
                    <a:pt x="59667" y="616"/>
                    <a:pt x="59937" y="188"/>
                  </a:cubicBezTo>
                  <a:cubicBezTo>
                    <a:pt x="60003" y="106"/>
                    <a:pt x="59902" y="1"/>
                    <a:pt x="5980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9"/>
            <p:cNvSpPr/>
            <p:nvPr/>
          </p:nvSpPr>
          <p:spPr>
            <a:xfrm rot="-1910659">
              <a:off x="8121643" y="2653458"/>
              <a:ext cx="747186" cy="1145637"/>
            </a:xfrm>
            <a:custGeom>
              <a:avLst/>
              <a:gdLst/>
              <a:ahLst/>
              <a:cxnLst/>
              <a:rect l="l" t="t" r="r" b="b"/>
              <a:pathLst>
                <a:path w="24616" h="37737" extrusionOk="0">
                  <a:moveTo>
                    <a:pt x="16416" y="409"/>
                  </a:moveTo>
                  <a:lnTo>
                    <a:pt x="16416" y="409"/>
                  </a:lnTo>
                  <a:cubicBezTo>
                    <a:pt x="16101" y="2007"/>
                    <a:pt x="15177" y="3449"/>
                    <a:pt x="14254" y="4777"/>
                  </a:cubicBezTo>
                  <a:cubicBezTo>
                    <a:pt x="13736" y="5498"/>
                    <a:pt x="13218" y="6241"/>
                    <a:pt x="12655" y="6939"/>
                  </a:cubicBezTo>
                  <a:cubicBezTo>
                    <a:pt x="12137" y="7592"/>
                    <a:pt x="11642" y="8200"/>
                    <a:pt x="11192" y="8875"/>
                  </a:cubicBezTo>
                  <a:cubicBezTo>
                    <a:pt x="10989" y="9168"/>
                    <a:pt x="10786" y="9506"/>
                    <a:pt x="10651" y="9799"/>
                  </a:cubicBezTo>
                  <a:cubicBezTo>
                    <a:pt x="10809" y="9168"/>
                    <a:pt x="10989" y="8515"/>
                    <a:pt x="11192" y="7862"/>
                  </a:cubicBezTo>
                  <a:cubicBezTo>
                    <a:pt x="11462" y="7029"/>
                    <a:pt x="11822" y="6173"/>
                    <a:pt x="12318" y="5385"/>
                  </a:cubicBezTo>
                  <a:cubicBezTo>
                    <a:pt x="13038" y="4124"/>
                    <a:pt x="13939" y="2976"/>
                    <a:pt x="14930" y="1895"/>
                  </a:cubicBezTo>
                  <a:cubicBezTo>
                    <a:pt x="15402" y="1400"/>
                    <a:pt x="15920" y="882"/>
                    <a:pt x="16416" y="409"/>
                  </a:cubicBezTo>
                  <a:close/>
                  <a:moveTo>
                    <a:pt x="18420" y="5340"/>
                  </a:moveTo>
                  <a:cubicBezTo>
                    <a:pt x="17519" y="6263"/>
                    <a:pt x="16596" y="7187"/>
                    <a:pt x="15560" y="7997"/>
                  </a:cubicBezTo>
                  <a:cubicBezTo>
                    <a:pt x="14479" y="8875"/>
                    <a:pt x="13308" y="9664"/>
                    <a:pt x="12092" y="10339"/>
                  </a:cubicBezTo>
                  <a:cubicBezTo>
                    <a:pt x="11529" y="10654"/>
                    <a:pt x="10921" y="10902"/>
                    <a:pt x="10404" y="11240"/>
                  </a:cubicBezTo>
                  <a:cubicBezTo>
                    <a:pt x="12115" y="9236"/>
                    <a:pt x="14141" y="7524"/>
                    <a:pt x="16438" y="6241"/>
                  </a:cubicBezTo>
                  <a:cubicBezTo>
                    <a:pt x="17069" y="5858"/>
                    <a:pt x="17744" y="5520"/>
                    <a:pt x="18420" y="5340"/>
                  </a:cubicBezTo>
                  <a:close/>
                  <a:moveTo>
                    <a:pt x="7949" y="1917"/>
                  </a:moveTo>
                  <a:cubicBezTo>
                    <a:pt x="8129" y="2458"/>
                    <a:pt x="8309" y="2998"/>
                    <a:pt x="8467" y="3494"/>
                  </a:cubicBezTo>
                  <a:cubicBezTo>
                    <a:pt x="8670" y="4147"/>
                    <a:pt x="8872" y="4777"/>
                    <a:pt x="9075" y="5408"/>
                  </a:cubicBezTo>
                  <a:cubicBezTo>
                    <a:pt x="9435" y="6736"/>
                    <a:pt x="9705" y="8065"/>
                    <a:pt x="9863" y="9438"/>
                  </a:cubicBezTo>
                  <a:cubicBezTo>
                    <a:pt x="9908" y="10046"/>
                    <a:pt x="9976" y="10699"/>
                    <a:pt x="9976" y="11330"/>
                  </a:cubicBezTo>
                  <a:cubicBezTo>
                    <a:pt x="9435" y="10226"/>
                    <a:pt x="8940" y="9123"/>
                    <a:pt x="8535" y="7997"/>
                  </a:cubicBezTo>
                  <a:cubicBezTo>
                    <a:pt x="8084" y="6714"/>
                    <a:pt x="7837" y="5385"/>
                    <a:pt x="7791" y="4012"/>
                  </a:cubicBezTo>
                  <a:cubicBezTo>
                    <a:pt x="7791" y="3291"/>
                    <a:pt x="7859" y="2638"/>
                    <a:pt x="7949" y="1917"/>
                  </a:cubicBezTo>
                  <a:close/>
                  <a:moveTo>
                    <a:pt x="17879" y="8988"/>
                  </a:moveTo>
                  <a:cubicBezTo>
                    <a:pt x="17519" y="9483"/>
                    <a:pt x="17114" y="9979"/>
                    <a:pt x="16708" y="10429"/>
                  </a:cubicBezTo>
                  <a:cubicBezTo>
                    <a:pt x="16213" y="10947"/>
                    <a:pt x="15718" y="11465"/>
                    <a:pt x="15177" y="11915"/>
                  </a:cubicBezTo>
                  <a:cubicBezTo>
                    <a:pt x="14119" y="12839"/>
                    <a:pt x="12948" y="13649"/>
                    <a:pt x="11687" y="14325"/>
                  </a:cubicBezTo>
                  <a:cubicBezTo>
                    <a:pt x="11102" y="14640"/>
                    <a:pt x="10471" y="14955"/>
                    <a:pt x="9841" y="15180"/>
                  </a:cubicBezTo>
                  <a:cubicBezTo>
                    <a:pt x="10674" y="14167"/>
                    <a:pt x="11529" y="13221"/>
                    <a:pt x="12498" y="12343"/>
                  </a:cubicBezTo>
                  <a:cubicBezTo>
                    <a:pt x="13579" y="11375"/>
                    <a:pt x="14727" y="10564"/>
                    <a:pt x="15965" y="9889"/>
                  </a:cubicBezTo>
                  <a:cubicBezTo>
                    <a:pt x="16596" y="9551"/>
                    <a:pt x="17226" y="9258"/>
                    <a:pt x="17879" y="8988"/>
                  </a:cubicBezTo>
                  <a:close/>
                  <a:moveTo>
                    <a:pt x="6260" y="6511"/>
                  </a:moveTo>
                  <a:lnTo>
                    <a:pt x="6260" y="6511"/>
                  </a:lnTo>
                  <a:cubicBezTo>
                    <a:pt x="6666" y="7659"/>
                    <a:pt x="7183" y="8785"/>
                    <a:pt x="7634" y="9911"/>
                  </a:cubicBezTo>
                  <a:cubicBezTo>
                    <a:pt x="7882" y="10542"/>
                    <a:pt x="8084" y="11172"/>
                    <a:pt x="8242" y="11825"/>
                  </a:cubicBezTo>
                  <a:cubicBezTo>
                    <a:pt x="8422" y="12456"/>
                    <a:pt x="8535" y="13064"/>
                    <a:pt x="8737" y="13649"/>
                  </a:cubicBezTo>
                  <a:cubicBezTo>
                    <a:pt x="8895" y="14212"/>
                    <a:pt x="9097" y="14753"/>
                    <a:pt x="9345" y="15270"/>
                  </a:cubicBezTo>
                  <a:cubicBezTo>
                    <a:pt x="7634" y="13379"/>
                    <a:pt x="6530" y="10925"/>
                    <a:pt x="6283" y="8357"/>
                  </a:cubicBezTo>
                  <a:cubicBezTo>
                    <a:pt x="6238" y="7750"/>
                    <a:pt x="6238" y="7142"/>
                    <a:pt x="6260" y="6511"/>
                  </a:cubicBezTo>
                  <a:close/>
                  <a:moveTo>
                    <a:pt x="17564" y="12816"/>
                  </a:moveTo>
                  <a:lnTo>
                    <a:pt x="17564" y="12816"/>
                  </a:lnTo>
                  <a:cubicBezTo>
                    <a:pt x="15988" y="15135"/>
                    <a:pt x="13961" y="17117"/>
                    <a:pt x="11619" y="18648"/>
                  </a:cubicBezTo>
                  <a:cubicBezTo>
                    <a:pt x="11057" y="19008"/>
                    <a:pt x="10494" y="19346"/>
                    <a:pt x="9908" y="19661"/>
                  </a:cubicBezTo>
                  <a:cubicBezTo>
                    <a:pt x="11237" y="17229"/>
                    <a:pt x="13263" y="15315"/>
                    <a:pt x="15628" y="13897"/>
                  </a:cubicBezTo>
                  <a:cubicBezTo>
                    <a:pt x="16258" y="13492"/>
                    <a:pt x="16889" y="13154"/>
                    <a:pt x="17564" y="12816"/>
                  </a:cubicBezTo>
                  <a:close/>
                  <a:moveTo>
                    <a:pt x="3716" y="9866"/>
                  </a:moveTo>
                  <a:lnTo>
                    <a:pt x="3716" y="9866"/>
                  </a:lnTo>
                  <a:cubicBezTo>
                    <a:pt x="4031" y="10452"/>
                    <a:pt x="4369" y="11037"/>
                    <a:pt x="4729" y="11600"/>
                  </a:cubicBezTo>
                  <a:cubicBezTo>
                    <a:pt x="5179" y="12253"/>
                    <a:pt x="5675" y="12906"/>
                    <a:pt x="6125" y="13537"/>
                  </a:cubicBezTo>
                  <a:cubicBezTo>
                    <a:pt x="6981" y="14843"/>
                    <a:pt x="7769" y="16216"/>
                    <a:pt x="8444" y="17635"/>
                  </a:cubicBezTo>
                  <a:cubicBezTo>
                    <a:pt x="8827" y="18400"/>
                    <a:pt x="9188" y="19143"/>
                    <a:pt x="9458" y="19954"/>
                  </a:cubicBezTo>
                  <a:cubicBezTo>
                    <a:pt x="8287" y="19121"/>
                    <a:pt x="7409" y="17882"/>
                    <a:pt x="6621" y="16667"/>
                  </a:cubicBezTo>
                  <a:cubicBezTo>
                    <a:pt x="5720" y="15270"/>
                    <a:pt x="4797" y="13829"/>
                    <a:pt x="4234" y="12253"/>
                  </a:cubicBezTo>
                  <a:cubicBezTo>
                    <a:pt x="3941" y="11487"/>
                    <a:pt x="3783" y="10677"/>
                    <a:pt x="3716" y="9866"/>
                  </a:cubicBezTo>
                  <a:close/>
                  <a:moveTo>
                    <a:pt x="1049" y="21397"/>
                  </a:moveTo>
                  <a:lnTo>
                    <a:pt x="1049" y="21397"/>
                  </a:lnTo>
                  <a:cubicBezTo>
                    <a:pt x="1326" y="21626"/>
                    <a:pt x="1634" y="21823"/>
                    <a:pt x="1952" y="21999"/>
                  </a:cubicBezTo>
                  <a:lnTo>
                    <a:pt x="1952" y="21999"/>
                  </a:lnTo>
                  <a:cubicBezTo>
                    <a:pt x="1646" y="21809"/>
                    <a:pt x="1351" y="21607"/>
                    <a:pt x="1049" y="21397"/>
                  </a:cubicBezTo>
                  <a:close/>
                  <a:moveTo>
                    <a:pt x="653" y="14978"/>
                  </a:moveTo>
                  <a:lnTo>
                    <a:pt x="653" y="14978"/>
                  </a:lnTo>
                  <a:cubicBezTo>
                    <a:pt x="1216" y="15406"/>
                    <a:pt x="1847" y="15766"/>
                    <a:pt x="2455" y="16149"/>
                  </a:cubicBezTo>
                  <a:cubicBezTo>
                    <a:pt x="3198" y="16554"/>
                    <a:pt x="3918" y="16959"/>
                    <a:pt x="4616" y="17432"/>
                  </a:cubicBezTo>
                  <a:cubicBezTo>
                    <a:pt x="5968" y="18355"/>
                    <a:pt x="7093" y="19571"/>
                    <a:pt x="8152" y="20832"/>
                  </a:cubicBezTo>
                  <a:cubicBezTo>
                    <a:pt x="8670" y="21485"/>
                    <a:pt x="9165" y="22161"/>
                    <a:pt x="9660" y="22836"/>
                  </a:cubicBezTo>
                  <a:cubicBezTo>
                    <a:pt x="6553" y="21733"/>
                    <a:pt x="3828" y="19774"/>
                    <a:pt x="1959" y="17117"/>
                  </a:cubicBezTo>
                  <a:cubicBezTo>
                    <a:pt x="1464" y="16441"/>
                    <a:pt x="1059" y="15721"/>
                    <a:pt x="653" y="14978"/>
                  </a:cubicBezTo>
                  <a:close/>
                  <a:moveTo>
                    <a:pt x="18082" y="15473"/>
                  </a:moveTo>
                  <a:lnTo>
                    <a:pt x="18082" y="15473"/>
                  </a:lnTo>
                  <a:cubicBezTo>
                    <a:pt x="17114" y="17162"/>
                    <a:pt x="16191" y="18873"/>
                    <a:pt x="15200" y="20540"/>
                  </a:cubicBezTo>
                  <a:cubicBezTo>
                    <a:pt x="14704" y="21373"/>
                    <a:pt x="14164" y="22228"/>
                    <a:pt x="13579" y="23039"/>
                  </a:cubicBezTo>
                  <a:cubicBezTo>
                    <a:pt x="13016" y="23805"/>
                    <a:pt x="12385" y="24548"/>
                    <a:pt x="11935" y="25403"/>
                  </a:cubicBezTo>
                  <a:cubicBezTo>
                    <a:pt x="11665" y="25944"/>
                    <a:pt x="11417" y="26529"/>
                    <a:pt x="11327" y="27115"/>
                  </a:cubicBezTo>
                  <a:cubicBezTo>
                    <a:pt x="11327" y="25403"/>
                    <a:pt x="11665" y="23692"/>
                    <a:pt x="12363" y="22116"/>
                  </a:cubicBezTo>
                  <a:cubicBezTo>
                    <a:pt x="13151" y="20314"/>
                    <a:pt x="14344" y="18693"/>
                    <a:pt x="15740" y="17342"/>
                  </a:cubicBezTo>
                  <a:cubicBezTo>
                    <a:pt x="16483" y="16644"/>
                    <a:pt x="17249" y="16036"/>
                    <a:pt x="18082" y="15473"/>
                  </a:cubicBezTo>
                  <a:close/>
                  <a:moveTo>
                    <a:pt x="20491" y="17635"/>
                  </a:moveTo>
                  <a:lnTo>
                    <a:pt x="20491" y="17635"/>
                  </a:lnTo>
                  <a:cubicBezTo>
                    <a:pt x="19748" y="19729"/>
                    <a:pt x="18915" y="21823"/>
                    <a:pt x="17992" y="23872"/>
                  </a:cubicBezTo>
                  <a:cubicBezTo>
                    <a:pt x="17519" y="24931"/>
                    <a:pt x="16979" y="25966"/>
                    <a:pt x="16393" y="26957"/>
                  </a:cubicBezTo>
                  <a:cubicBezTo>
                    <a:pt x="15808" y="27925"/>
                    <a:pt x="15132" y="28894"/>
                    <a:pt x="14479" y="29817"/>
                  </a:cubicBezTo>
                  <a:cubicBezTo>
                    <a:pt x="14141" y="30290"/>
                    <a:pt x="13804" y="30785"/>
                    <a:pt x="13579" y="31348"/>
                  </a:cubicBezTo>
                  <a:cubicBezTo>
                    <a:pt x="13556" y="30515"/>
                    <a:pt x="13579" y="29727"/>
                    <a:pt x="13669" y="28984"/>
                  </a:cubicBezTo>
                  <a:cubicBezTo>
                    <a:pt x="13781" y="27768"/>
                    <a:pt x="13939" y="26574"/>
                    <a:pt x="14232" y="25403"/>
                  </a:cubicBezTo>
                  <a:cubicBezTo>
                    <a:pt x="14794" y="23264"/>
                    <a:pt x="15808" y="21215"/>
                    <a:pt x="17497" y="19706"/>
                  </a:cubicBezTo>
                  <a:cubicBezTo>
                    <a:pt x="18397" y="18896"/>
                    <a:pt x="19456" y="18243"/>
                    <a:pt x="20491" y="17635"/>
                  </a:cubicBezTo>
                  <a:close/>
                  <a:moveTo>
                    <a:pt x="2687" y="27575"/>
                  </a:moveTo>
                  <a:cubicBezTo>
                    <a:pt x="2866" y="27575"/>
                    <a:pt x="3044" y="27579"/>
                    <a:pt x="3220" y="27588"/>
                  </a:cubicBezTo>
                  <a:cubicBezTo>
                    <a:pt x="4144" y="27655"/>
                    <a:pt x="5067" y="27858"/>
                    <a:pt x="5945" y="28151"/>
                  </a:cubicBezTo>
                  <a:cubicBezTo>
                    <a:pt x="7679" y="28759"/>
                    <a:pt x="9300" y="29704"/>
                    <a:pt x="10741" y="30830"/>
                  </a:cubicBezTo>
                  <a:cubicBezTo>
                    <a:pt x="11304" y="31281"/>
                    <a:pt x="11800" y="31731"/>
                    <a:pt x="12318" y="32204"/>
                  </a:cubicBezTo>
                  <a:cubicBezTo>
                    <a:pt x="11147" y="31483"/>
                    <a:pt x="9660" y="31258"/>
                    <a:pt x="8287" y="31055"/>
                  </a:cubicBezTo>
                  <a:cubicBezTo>
                    <a:pt x="6373" y="30785"/>
                    <a:pt x="4549" y="30222"/>
                    <a:pt x="2815" y="29321"/>
                  </a:cubicBezTo>
                  <a:cubicBezTo>
                    <a:pt x="1959" y="28849"/>
                    <a:pt x="1126" y="28286"/>
                    <a:pt x="406" y="27678"/>
                  </a:cubicBezTo>
                  <a:cubicBezTo>
                    <a:pt x="1153" y="27641"/>
                    <a:pt x="1929" y="27575"/>
                    <a:pt x="2687" y="27575"/>
                  </a:cubicBezTo>
                  <a:close/>
                  <a:moveTo>
                    <a:pt x="24252" y="20945"/>
                  </a:moveTo>
                  <a:lnTo>
                    <a:pt x="24252" y="20945"/>
                  </a:lnTo>
                  <a:cubicBezTo>
                    <a:pt x="23261" y="22949"/>
                    <a:pt x="22068" y="24840"/>
                    <a:pt x="20694" y="26574"/>
                  </a:cubicBezTo>
                  <a:cubicBezTo>
                    <a:pt x="19996" y="27520"/>
                    <a:pt x="19208" y="28376"/>
                    <a:pt x="18420" y="29231"/>
                  </a:cubicBezTo>
                  <a:cubicBezTo>
                    <a:pt x="17564" y="30110"/>
                    <a:pt x="16641" y="30898"/>
                    <a:pt x="15853" y="31798"/>
                  </a:cubicBezTo>
                  <a:cubicBezTo>
                    <a:pt x="15493" y="32204"/>
                    <a:pt x="15155" y="32654"/>
                    <a:pt x="14907" y="33172"/>
                  </a:cubicBezTo>
                  <a:cubicBezTo>
                    <a:pt x="15245" y="31506"/>
                    <a:pt x="15853" y="29907"/>
                    <a:pt x="16686" y="28421"/>
                  </a:cubicBezTo>
                  <a:cubicBezTo>
                    <a:pt x="17879" y="26349"/>
                    <a:pt x="19501" y="24593"/>
                    <a:pt x="21347" y="23084"/>
                  </a:cubicBezTo>
                  <a:cubicBezTo>
                    <a:pt x="22270" y="22341"/>
                    <a:pt x="23239" y="21598"/>
                    <a:pt x="24252" y="20945"/>
                  </a:cubicBezTo>
                  <a:close/>
                  <a:moveTo>
                    <a:pt x="2252" y="32361"/>
                  </a:moveTo>
                  <a:lnTo>
                    <a:pt x="2252" y="32361"/>
                  </a:lnTo>
                  <a:cubicBezTo>
                    <a:pt x="5495" y="32384"/>
                    <a:pt x="8895" y="32699"/>
                    <a:pt x="11800" y="34208"/>
                  </a:cubicBezTo>
                  <a:cubicBezTo>
                    <a:pt x="12565" y="34613"/>
                    <a:pt x="13308" y="35064"/>
                    <a:pt x="14164" y="35199"/>
                  </a:cubicBezTo>
                  <a:cubicBezTo>
                    <a:pt x="13569" y="35390"/>
                    <a:pt x="12910" y="35452"/>
                    <a:pt x="12254" y="35452"/>
                  </a:cubicBezTo>
                  <a:cubicBezTo>
                    <a:pt x="12140" y="35452"/>
                    <a:pt x="12026" y="35450"/>
                    <a:pt x="11912" y="35446"/>
                  </a:cubicBezTo>
                  <a:cubicBezTo>
                    <a:pt x="11034" y="35424"/>
                    <a:pt x="10201" y="35311"/>
                    <a:pt x="9345" y="35131"/>
                  </a:cubicBezTo>
                  <a:cubicBezTo>
                    <a:pt x="7656" y="34793"/>
                    <a:pt x="6035" y="34185"/>
                    <a:pt x="4481" y="33442"/>
                  </a:cubicBezTo>
                  <a:cubicBezTo>
                    <a:pt x="3716" y="33104"/>
                    <a:pt x="3018" y="32722"/>
                    <a:pt x="2252" y="32361"/>
                  </a:cubicBezTo>
                  <a:close/>
                  <a:moveTo>
                    <a:pt x="16602" y="1"/>
                  </a:moveTo>
                  <a:cubicBezTo>
                    <a:pt x="16568" y="1"/>
                    <a:pt x="16531" y="15"/>
                    <a:pt x="16506" y="48"/>
                  </a:cubicBezTo>
                  <a:cubicBezTo>
                    <a:pt x="14389" y="2007"/>
                    <a:pt x="12408" y="4282"/>
                    <a:pt x="11327" y="6984"/>
                  </a:cubicBezTo>
                  <a:cubicBezTo>
                    <a:pt x="11057" y="7637"/>
                    <a:pt x="10876" y="8267"/>
                    <a:pt x="10719" y="8943"/>
                  </a:cubicBezTo>
                  <a:cubicBezTo>
                    <a:pt x="10494" y="9664"/>
                    <a:pt x="10313" y="10407"/>
                    <a:pt x="10133" y="11150"/>
                  </a:cubicBezTo>
                  <a:cubicBezTo>
                    <a:pt x="10133" y="8628"/>
                    <a:pt x="9458" y="6128"/>
                    <a:pt x="8692" y="3719"/>
                  </a:cubicBezTo>
                  <a:cubicBezTo>
                    <a:pt x="8467" y="2976"/>
                    <a:pt x="8197" y="2233"/>
                    <a:pt x="7972" y="1467"/>
                  </a:cubicBezTo>
                  <a:cubicBezTo>
                    <a:pt x="7960" y="1433"/>
                    <a:pt x="7915" y="1416"/>
                    <a:pt x="7873" y="1416"/>
                  </a:cubicBezTo>
                  <a:cubicBezTo>
                    <a:pt x="7831" y="1416"/>
                    <a:pt x="7791" y="1433"/>
                    <a:pt x="7791" y="1467"/>
                  </a:cubicBezTo>
                  <a:cubicBezTo>
                    <a:pt x="7544" y="2863"/>
                    <a:pt x="7544" y="4349"/>
                    <a:pt x="7769" y="5723"/>
                  </a:cubicBezTo>
                  <a:cubicBezTo>
                    <a:pt x="7994" y="7051"/>
                    <a:pt x="8444" y="8335"/>
                    <a:pt x="8985" y="9573"/>
                  </a:cubicBezTo>
                  <a:cubicBezTo>
                    <a:pt x="9300" y="10294"/>
                    <a:pt x="9593" y="10970"/>
                    <a:pt x="9931" y="11645"/>
                  </a:cubicBezTo>
                  <a:lnTo>
                    <a:pt x="9931" y="11690"/>
                  </a:lnTo>
                  <a:cubicBezTo>
                    <a:pt x="9931" y="11758"/>
                    <a:pt x="9976" y="11780"/>
                    <a:pt x="9998" y="11780"/>
                  </a:cubicBezTo>
                  <a:cubicBezTo>
                    <a:pt x="9886" y="12388"/>
                    <a:pt x="9773" y="13019"/>
                    <a:pt x="9683" y="13627"/>
                  </a:cubicBezTo>
                  <a:cubicBezTo>
                    <a:pt x="9638" y="14167"/>
                    <a:pt x="9570" y="14685"/>
                    <a:pt x="9525" y="15203"/>
                  </a:cubicBezTo>
                  <a:cubicBezTo>
                    <a:pt x="8962" y="14190"/>
                    <a:pt x="8737" y="13041"/>
                    <a:pt x="8422" y="11915"/>
                  </a:cubicBezTo>
                  <a:cubicBezTo>
                    <a:pt x="8084" y="10654"/>
                    <a:pt x="7566" y="9438"/>
                    <a:pt x="7071" y="8222"/>
                  </a:cubicBezTo>
                  <a:cubicBezTo>
                    <a:pt x="6778" y="7524"/>
                    <a:pt x="6485" y="6826"/>
                    <a:pt x="6283" y="6083"/>
                  </a:cubicBezTo>
                  <a:cubicBezTo>
                    <a:pt x="6273" y="6053"/>
                    <a:pt x="6244" y="6041"/>
                    <a:pt x="6216" y="6041"/>
                  </a:cubicBezTo>
                  <a:cubicBezTo>
                    <a:pt x="6182" y="6041"/>
                    <a:pt x="6148" y="6058"/>
                    <a:pt x="6148" y="6083"/>
                  </a:cubicBezTo>
                  <a:cubicBezTo>
                    <a:pt x="5945" y="7389"/>
                    <a:pt x="6103" y="8785"/>
                    <a:pt x="6418" y="10091"/>
                  </a:cubicBezTo>
                  <a:cubicBezTo>
                    <a:pt x="6756" y="11420"/>
                    <a:pt x="7296" y="12681"/>
                    <a:pt x="8017" y="13807"/>
                  </a:cubicBezTo>
                  <a:cubicBezTo>
                    <a:pt x="8444" y="14460"/>
                    <a:pt x="8917" y="15045"/>
                    <a:pt x="9458" y="15586"/>
                  </a:cubicBezTo>
                  <a:cubicBezTo>
                    <a:pt x="9368" y="16847"/>
                    <a:pt x="9345" y="18130"/>
                    <a:pt x="9435" y="19436"/>
                  </a:cubicBezTo>
                  <a:cubicBezTo>
                    <a:pt x="9210" y="18873"/>
                    <a:pt x="9007" y="18333"/>
                    <a:pt x="8760" y="17792"/>
                  </a:cubicBezTo>
                  <a:cubicBezTo>
                    <a:pt x="8422" y="17094"/>
                    <a:pt x="8084" y="16419"/>
                    <a:pt x="7679" y="15743"/>
                  </a:cubicBezTo>
                  <a:cubicBezTo>
                    <a:pt x="7296" y="15068"/>
                    <a:pt x="6891" y="14415"/>
                    <a:pt x="6440" y="13784"/>
                  </a:cubicBezTo>
                  <a:cubicBezTo>
                    <a:pt x="5990" y="13109"/>
                    <a:pt x="5495" y="12478"/>
                    <a:pt x="5044" y="11825"/>
                  </a:cubicBezTo>
                  <a:cubicBezTo>
                    <a:pt x="4504" y="11082"/>
                    <a:pt x="4076" y="10226"/>
                    <a:pt x="3671" y="9393"/>
                  </a:cubicBezTo>
                  <a:cubicBezTo>
                    <a:pt x="3645" y="9359"/>
                    <a:pt x="3613" y="9344"/>
                    <a:pt x="3582" y="9344"/>
                  </a:cubicBezTo>
                  <a:cubicBezTo>
                    <a:pt x="3534" y="9344"/>
                    <a:pt x="3491" y="9383"/>
                    <a:pt x="3491" y="9438"/>
                  </a:cubicBezTo>
                  <a:cubicBezTo>
                    <a:pt x="3513" y="11127"/>
                    <a:pt x="4144" y="12771"/>
                    <a:pt x="4932" y="14235"/>
                  </a:cubicBezTo>
                  <a:cubicBezTo>
                    <a:pt x="5360" y="14978"/>
                    <a:pt x="5810" y="15743"/>
                    <a:pt x="6283" y="16486"/>
                  </a:cubicBezTo>
                  <a:cubicBezTo>
                    <a:pt x="6711" y="17117"/>
                    <a:pt x="7116" y="17770"/>
                    <a:pt x="7611" y="18400"/>
                  </a:cubicBezTo>
                  <a:cubicBezTo>
                    <a:pt x="8129" y="19076"/>
                    <a:pt x="8737" y="19661"/>
                    <a:pt x="9435" y="20134"/>
                  </a:cubicBezTo>
                  <a:cubicBezTo>
                    <a:pt x="9480" y="20990"/>
                    <a:pt x="9593" y="21823"/>
                    <a:pt x="9705" y="22679"/>
                  </a:cubicBezTo>
                  <a:cubicBezTo>
                    <a:pt x="8782" y="21463"/>
                    <a:pt x="7882" y="20224"/>
                    <a:pt x="6823" y="19121"/>
                  </a:cubicBezTo>
                  <a:cubicBezTo>
                    <a:pt x="6260" y="18536"/>
                    <a:pt x="5630" y="17995"/>
                    <a:pt x="4954" y="17522"/>
                  </a:cubicBezTo>
                  <a:cubicBezTo>
                    <a:pt x="4279" y="17049"/>
                    <a:pt x="3581" y="16667"/>
                    <a:pt x="2838" y="16284"/>
                  </a:cubicBezTo>
                  <a:cubicBezTo>
                    <a:pt x="2004" y="15833"/>
                    <a:pt x="1126" y="15383"/>
                    <a:pt x="451" y="14707"/>
                  </a:cubicBezTo>
                  <a:cubicBezTo>
                    <a:pt x="438" y="14688"/>
                    <a:pt x="422" y="14680"/>
                    <a:pt x="405" y="14680"/>
                  </a:cubicBezTo>
                  <a:cubicBezTo>
                    <a:pt x="364" y="14680"/>
                    <a:pt x="322" y="14733"/>
                    <a:pt x="338" y="14798"/>
                  </a:cubicBezTo>
                  <a:cubicBezTo>
                    <a:pt x="653" y="15586"/>
                    <a:pt x="1104" y="16306"/>
                    <a:pt x="1577" y="16982"/>
                  </a:cubicBezTo>
                  <a:cubicBezTo>
                    <a:pt x="2049" y="17680"/>
                    <a:pt x="2590" y="18333"/>
                    <a:pt x="3175" y="18963"/>
                  </a:cubicBezTo>
                  <a:cubicBezTo>
                    <a:pt x="4369" y="20202"/>
                    <a:pt x="5720" y="21260"/>
                    <a:pt x="7229" y="22048"/>
                  </a:cubicBezTo>
                  <a:cubicBezTo>
                    <a:pt x="8017" y="22476"/>
                    <a:pt x="8872" y="22814"/>
                    <a:pt x="9751" y="23062"/>
                  </a:cubicBezTo>
                  <a:cubicBezTo>
                    <a:pt x="9751" y="23062"/>
                    <a:pt x="9751" y="23084"/>
                    <a:pt x="9773" y="23084"/>
                  </a:cubicBezTo>
                  <a:cubicBezTo>
                    <a:pt x="9796" y="23129"/>
                    <a:pt x="9796" y="23129"/>
                    <a:pt x="9818" y="23129"/>
                  </a:cubicBezTo>
                  <a:cubicBezTo>
                    <a:pt x="10088" y="24660"/>
                    <a:pt x="10449" y="26214"/>
                    <a:pt x="10921" y="27745"/>
                  </a:cubicBezTo>
                  <a:cubicBezTo>
                    <a:pt x="10088" y="26529"/>
                    <a:pt x="8985" y="25516"/>
                    <a:pt x="7769" y="24705"/>
                  </a:cubicBezTo>
                  <a:cubicBezTo>
                    <a:pt x="6305" y="23737"/>
                    <a:pt x="4684" y="23264"/>
                    <a:pt x="3108" y="22566"/>
                  </a:cubicBezTo>
                  <a:cubicBezTo>
                    <a:pt x="2732" y="22393"/>
                    <a:pt x="2335" y="22211"/>
                    <a:pt x="1952" y="21999"/>
                  </a:cubicBezTo>
                  <a:lnTo>
                    <a:pt x="1952" y="21999"/>
                  </a:lnTo>
                  <a:cubicBezTo>
                    <a:pt x="2158" y="22127"/>
                    <a:pt x="2369" y="22249"/>
                    <a:pt x="2590" y="22364"/>
                  </a:cubicBezTo>
                  <a:cubicBezTo>
                    <a:pt x="3355" y="22746"/>
                    <a:pt x="4166" y="23062"/>
                    <a:pt x="4954" y="23377"/>
                  </a:cubicBezTo>
                  <a:cubicBezTo>
                    <a:pt x="5742" y="23715"/>
                    <a:pt x="6508" y="24052"/>
                    <a:pt x="7251" y="24480"/>
                  </a:cubicBezTo>
                  <a:cubicBezTo>
                    <a:pt x="7994" y="24931"/>
                    <a:pt x="8715" y="25448"/>
                    <a:pt x="9345" y="26079"/>
                  </a:cubicBezTo>
                  <a:cubicBezTo>
                    <a:pt x="9976" y="26664"/>
                    <a:pt x="10539" y="27340"/>
                    <a:pt x="11011" y="28038"/>
                  </a:cubicBezTo>
                  <a:cubicBezTo>
                    <a:pt x="9683" y="27115"/>
                    <a:pt x="8084" y="26777"/>
                    <a:pt x="6688" y="26079"/>
                  </a:cubicBezTo>
                  <a:cubicBezTo>
                    <a:pt x="5157" y="25313"/>
                    <a:pt x="3761" y="24323"/>
                    <a:pt x="2545" y="23129"/>
                  </a:cubicBezTo>
                  <a:cubicBezTo>
                    <a:pt x="1982" y="22589"/>
                    <a:pt x="1509" y="22003"/>
                    <a:pt x="1014" y="21373"/>
                  </a:cubicBezTo>
                  <a:lnTo>
                    <a:pt x="1014" y="21373"/>
                  </a:lnTo>
                  <a:cubicBezTo>
                    <a:pt x="1025" y="21381"/>
                    <a:pt x="1037" y="21389"/>
                    <a:pt x="1049" y="21397"/>
                  </a:cubicBezTo>
                  <a:lnTo>
                    <a:pt x="1049" y="21397"/>
                  </a:lnTo>
                  <a:cubicBezTo>
                    <a:pt x="882" y="21259"/>
                    <a:pt x="726" y="21109"/>
                    <a:pt x="586" y="20945"/>
                  </a:cubicBezTo>
                  <a:cubicBezTo>
                    <a:pt x="573" y="20926"/>
                    <a:pt x="553" y="20917"/>
                    <a:pt x="532" y="20917"/>
                  </a:cubicBezTo>
                  <a:cubicBezTo>
                    <a:pt x="479" y="20917"/>
                    <a:pt x="418" y="20970"/>
                    <a:pt x="451" y="21035"/>
                  </a:cubicBezTo>
                  <a:cubicBezTo>
                    <a:pt x="879" y="21778"/>
                    <a:pt x="1464" y="22409"/>
                    <a:pt x="2027" y="23039"/>
                  </a:cubicBezTo>
                  <a:cubicBezTo>
                    <a:pt x="2612" y="23647"/>
                    <a:pt x="3265" y="24255"/>
                    <a:pt x="3963" y="24750"/>
                  </a:cubicBezTo>
                  <a:cubicBezTo>
                    <a:pt x="4639" y="25268"/>
                    <a:pt x="5360" y="25674"/>
                    <a:pt x="6080" y="26079"/>
                  </a:cubicBezTo>
                  <a:cubicBezTo>
                    <a:pt x="6868" y="26507"/>
                    <a:pt x="7679" y="26800"/>
                    <a:pt x="8512" y="27092"/>
                  </a:cubicBezTo>
                  <a:cubicBezTo>
                    <a:pt x="9413" y="27407"/>
                    <a:pt x="10313" y="27745"/>
                    <a:pt x="11102" y="28308"/>
                  </a:cubicBezTo>
                  <a:cubicBezTo>
                    <a:pt x="11124" y="28331"/>
                    <a:pt x="11124" y="28353"/>
                    <a:pt x="11147" y="28376"/>
                  </a:cubicBezTo>
                  <a:cubicBezTo>
                    <a:pt x="11574" y="29614"/>
                    <a:pt x="12070" y="30808"/>
                    <a:pt x="12633" y="31979"/>
                  </a:cubicBezTo>
                  <a:cubicBezTo>
                    <a:pt x="12745" y="32204"/>
                    <a:pt x="12858" y="32406"/>
                    <a:pt x="12971" y="32632"/>
                  </a:cubicBezTo>
                  <a:cubicBezTo>
                    <a:pt x="10471" y="30042"/>
                    <a:pt x="7229" y="27858"/>
                    <a:pt x="3603" y="27453"/>
                  </a:cubicBezTo>
                  <a:cubicBezTo>
                    <a:pt x="3196" y="27412"/>
                    <a:pt x="2783" y="27395"/>
                    <a:pt x="2367" y="27395"/>
                  </a:cubicBezTo>
                  <a:cubicBezTo>
                    <a:pt x="1631" y="27395"/>
                    <a:pt x="883" y="27448"/>
                    <a:pt x="135" y="27520"/>
                  </a:cubicBezTo>
                  <a:cubicBezTo>
                    <a:pt x="68" y="27520"/>
                    <a:pt x="0" y="27655"/>
                    <a:pt x="90" y="27700"/>
                  </a:cubicBezTo>
                  <a:cubicBezTo>
                    <a:pt x="1554" y="28804"/>
                    <a:pt x="3130" y="29727"/>
                    <a:pt x="4842" y="30380"/>
                  </a:cubicBezTo>
                  <a:cubicBezTo>
                    <a:pt x="5720" y="30718"/>
                    <a:pt x="6598" y="30943"/>
                    <a:pt x="7499" y="31123"/>
                  </a:cubicBezTo>
                  <a:cubicBezTo>
                    <a:pt x="8512" y="31303"/>
                    <a:pt x="9548" y="31393"/>
                    <a:pt x="10539" y="31686"/>
                  </a:cubicBezTo>
                  <a:cubicBezTo>
                    <a:pt x="11011" y="31821"/>
                    <a:pt x="11484" y="31979"/>
                    <a:pt x="11912" y="32249"/>
                  </a:cubicBezTo>
                  <a:cubicBezTo>
                    <a:pt x="12160" y="32384"/>
                    <a:pt x="12408" y="32587"/>
                    <a:pt x="12633" y="32744"/>
                  </a:cubicBezTo>
                  <a:cubicBezTo>
                    <a:pt x="12858" y="32947"/>
                    <a:pt x="13128" y="33104"/>
                    <a:pt x="13308" y="33375"/>
                  </a:cubicBezTo>
                  <a:cubicBezTo>
                    <a:pt x="13511" y="33600"/>
                    <a:pt x="13601" y="33870"/>
                    <a:pt x="13759" y="34118"/>
                  </a:cubicBezTo>
                  <a:cubicBezTo>
                    <a:pt x="13939" y="34411"/>
                    <a:pt x="14096" y="34658"/>
                    <a:pt x="14277" y="34951"/>
                  </a:cubicBezTo>
                  <a:cubicBezTo>
                    <a:pt x="14277" y="34973"/>
                    <a:pt x="14299" y="34973"/>
                    <a:pt x="14299" y="34996"/>
                  </a:cubicBezTo>
                  <a:cubicBezTo>
                    <a:pt x="13488" y="34883"/>
                    <a:pt x="12745" y="34501"/>
                    <a:pt x="12047" y="34118"/>
                  </a:cubicBezTo>
                  <a:cubicBezTo>
                    <a:pt x="11327" y="33757"/>
                    <a:pt x="10539" y="33420"/>
                    <a:pt x="9751" y="33195"/>
                  </a:cubicBezTo>
                  <a:cubicBezTo>
                    <a:pt x="8107" y="32722"/>
                    <a:pt x="6418" y="32496"/>
                    <a:pt x="4729" y="32384"/>
                  </a:cubicBezTo>
                  <a:cubicBezTo>
                    <a:pt x="3783" y="32294"/>
                    <a:pt x="2815" y="32271"/>
                    <a:pt x="1824" y="32181"/>
                  </a:cubicBezTo>
                  <a:cubicBezTo>
                    <a:pt x="1712" y="32181"/>
                    <a:pt x="1667" y="32316"/>
                    <a:pt x="1779" y="32384"/>
                  </a:cubicBezTo>
                  <a:cubicBezTo>
                    <a:pt x="3288" y="33285"/>
                    <a:pt x="4932" y="34050"/>
                    <a:pt x="6598" y="34658"/>
                  </a:cubicBezTo>
                  <a:cubicBezTo>
                    <a:pt x="8197" y="35244"/>
                    <a:pt x="9886" y="35649"/>
                    <a:pt x="11597" y="35739"/>
                  </a:cubicBezTo>
                  <a:cubicBezTo>
                    <a:pt x="11806" y="35749"/>
                    <a:pt x="12018" y="35755"/>
                    <a:pt x="12230" y="35755"/>
                  </a:cubicBezTo>
                  <a:cubicBezTo>
                    <a:pt x="12998" y="35755"/>
                    <a:pt x="13773" y="35669"/>
                    <a:pt x="14479" y="35334"/>
                  </a:cubicBezTo>
                  <a:cubicBezTo>
                    <a:pt x="14704" y="35694"/>
                    <a:pt x="14930" y="36032"/>
                    <a:pt x="15177" y="36370"/>
                  </a:cubicBezTo>
                  <a:cubicBezTo>
                    <a:pt x="15515" y="36865"/>
                    <a:pt x="15830" y="37315"/>
                    <a:pt x="16236" y="37698"/>
                  </a:cubicBezTo>
                  <a:cubicBezTo>
                    <a:pt x="16263" y="37725"/>
                    <a:pt x="16293" y="37737"/>
                    <a:pt x="16321" y="37737"/>
                  </a:cubicBezTo>
                  <a:cubicBezTo>
                    <a:pt x="16410" y="37737"/>
                    <a:pt x="16484" y="37626"/>
                    <a:pt x="16416" y="37540"/>
                  </a:cubicBezTo>
                  <a:cubicBezTo>
                    <a:pt x="16168" y="37090"/>
                    <a:pt x="15853" y="36685"/>
                    <a:pt x="15538" y="36257"/>
                  </a:cubicBezTo>
                  <a:cubicBezTo>
                    <a:pt x="15267" y="35874"/>
                    <a:pt x="14975" y="35469"/>
                    <a:pt x="14727" y="35064"/>
                  </a:cubicBezTo>
                  <a:cubicBezTo>
                    <a:pt x="14704" y="34996"/>
                    <a:pt x="14659" y="34951"/>
                    <a:pt x="14614" y="34883"/>
                  </a:cubicBezTo>
                  <a:cubicBezTo>
                    <a:pt x="14637" y="34636"/>
                    <a:pt x="14659" y="34343"/>
                    <a:pt x="14704" y="34095"/>
                  </a:cubicBezTo>
                  <a:cubicBezTo>
                    <a:pt x="14952" y="33330"/>
                    <a:pt x="15402" y="32632"/>
                    <a:pt x="15943" y="32024"/>
                  </a:cubicBezTo>
                  <a:cubicBezTo>
                    <a:pt x="16731" y="31123"/>
                    <a:pt x="17632" y="30335"/>
                    <a:pt x="18465" y="29479"/>
                  </a:cubicBezTo>
                  <a:cubicBezTo>
                    <a:pt x="20041" y="27858"/>
                    <a:pt x="21460" y="26056"/>
                    <a:pt x="22653" y="24097"/>
                  </a:cubicBezTo>
                  <a:cubicBezTo>
                    <a:pt x="23374" y="23017"/>
                    <a:pt x="23959" y="21891"/>
                    <a:pt x="24545" y="20720"/>
                  </a:cubicBezTo>
                  <a:cubicBezTo>
                    <a:pt x="24615" y="20631"/>
                    <a:pt x="24575" y="20571"/>
                    <a:pt x="24522" y="20571"/>
                  </a:cubicBezTo>
                  <a:cubicBezTo>
                    <a:pt x="24507" y="20571"/>
                    <a:pt x="24492" y="20575"/>
                    <a:pt x="24477" y="20585"/>
                  </a:cubicBezTo>
                  <a:cubicBezTo>
                    <a:pt x="22473" y="21891"/>
                    <a:pt x="20559" y="23377"/>
                    <a:pt x="18938" y="25156"/>
                  </a:cubicBezTo>
                  <a:cubicBezTo>
                    <a:pt x="17339" y="26890"/>
                    <a:pt x="16033" y="28939"/>
                    <a:pt x="15267" y="31190"/>
                  </a:cubicBezTo>
                  <a:cubicBezTo>
                    <a:pt x="14952" y="32091"/>
                    <a:pt x="14727" y="33037"/>
                    <a:pt x="14614" y="33960"/>
                  </a:cubicBezTo>
                  <a:cubicBezTo>
                    <a:pt x="14547" y="34118"/>
                    <a:pt x="14502" y="34320"/>
                    <a:pt x="14479" y="34501"/>
                  </a:cubicBezTo>
                  <a:cubicBezTo>
                    <a:pt x="14096" y="33938"/>
                    <a:pt x="13804" y="33330"/>
                    <a:pt x="13466" y="32744"/>
                  </a:cubicBezTo>
                  <a:cubicBezTo>
                    <a:pt x="13466" y="31731"/>
                    <a:pt x="13984" y="30830"/>
                    <a:pt x="14547" y="30020"/>
                  </a:cubicBezTo>
                  <a:cubicBezTo>
                    <a:pt x="15177" y="29119"/>
                    <a:pt x="15830" y="28218"/>
                    <a:pt x="16393" y="27250"/>
                  </a:cubicBezTo>
                  <a:cubicBezTo>
                    <a:pt x="17542" y="25291"/>
                    <a:pt x="18465" y="23174"/>
                    <a:pt x="19343" y="21057"/>
                  </a:cubicBezTo>
                  <a:cubicBezTo>
                    <a:pt x="19838" y="19864"/>
                    <a:pt x="20289" y="18648"/>
                    <a:pt x="20784" y="17432"/>
                  </a:cubicBezTo>
                  <a:cubicBezTo>
                    <a:pt x="20802" y="17361"/>
                    <a:pt x="20750" y="17276"/>
                    <a:pt x="20683" y="17276"/>
                  </a:cubicBezTo>
                  <a:cubicBezTo>
                    <a:pt x="20665" y="17276"/>
                    <a:pt x="20646" y="17283"/>
                    <a:pt x="20627" y="17297"/>
                  </a:cubicBezTo>
                  <a:cubicBezTo>
                    <a:pt x="19613" y="17905"/>
                    <a:pt x="18600" y="18558"/>
                    <a:pt x="17699" y="19324"/>
                  </a:cubicBezTo>
                  <a:cubicBezTo>
                    <a:pt x="16844" y="20022"/>
                    <a:pt x="16101" y="20877"/>
                    <a:pt x="15538" y="21823"/>
                  </a:cubicBezTo>
                  <a:cubicBezTo>
                    <a:pt x="14299" y="23827"/>
                    <a:pt x="13736" y="26169"/>
                    <a:pt x="13511" y="28488"/>
                  </a:cubicBezTo>
                  <a:cubicBezTo>
                    <a:pt x="13398" y="29659"/>
                    <a:pt x="13353" y="30808"/>
                    <a:pt x="13353" y="31956"/>
                  </a:cubicBezTo>
                  <a:cubicBezTo>
                    <a:pt x="13308" y="32091"/>
                    <a:pt x="13286" y="32204"/>
                    <a:pt x="13286" y="32361"/>
                  </a:cubicBezTo>
                  <a:cubicBezTo>
                    <a:pt x="12565" y="30943"/>
                    <a:pt x="11935" y="29457"/>
                    <a:pt x="11394" y="27970"/>
                  </a:cubicBezTo>
                  <a:cubicBezTo>
                    <a:pt x="11507" y="26169"/>
                    <a:pt x="12723" y="24660"/>
                    <a:pt x="13759" y="23264"/>
                  </a:cubicBezTo>
                  <a:cubicBezTo>
                    <a:pt x="14885" y="21711"/>
                    <a:pt x="15830" y="20022"/>
                    <a:pt x="16754" y="18333"/>
                  </a:cubicBezTo>
                  <a:cubicBezTo>
                    <a:pt x="17316" y="17320"/>
                    <a:pt x="17857" y="16306"/>
                    <a:pt x="18420" y="15270"/>
                  </a:cubicBezTo>
                  <a:cubicBezTo>
                    <a:pt x="18437" y="15220"/>
                    <a:pt x="18390" y="15156"/>
                    <a:pt x="18347" y="15156"/>
                  </a:cubicBezTo>
                  <a:cubicBezTo>
                    <a:pt x="18333" y="15156"/>
                    <a:pt x="18318" y="15163"/>
                    <a:pt x="18307" y="15180"/>
                  </a:cubicBezTo>
                  <a:cubicBezTo>
                    <a:pt x="16641" y="16239"/>
                    <a:pt x="15065" y="17567"/>
                    <a:pt x="13871" y="19143"/>
                  </a:cubicBezTo>
                  <a:cubicBezTo>
                    <a:pt x="12655" y="20787"/>
                    <a:pt x="11777" y="22634"/>
                    <a:pt x="11372" y="24638"/>
                  </a:cubicBezTo>
                  <a:cubicBezTo>
                    <a:pt x="11214" y="25448"/>
                    <a:pt x="11147" y="26304"/>
                    <a:pt x="11147" y="27115"/>
                  </a:cubicBezTo>
                  <a:lnTo>
                    <a:pt x="11057" y="26867"/>
                  </a:lnTo>
                  <a:cubicBezTo>
                    <a:pt x="10404" y="24615"/>
                    <a:pt x="9931" y="22273"/>
                    <a:pt x="9796" y="19909"/>
                  </a:cubicBezTo>
                  <a:cubicBezTo>
                    <a:pt x="12385" y="18603"/>
                    <a:pt x="14682" y="16802"/>
                    <a:pt x="16528" y="14595"/>
                  </a:cubicBezTo>
                  <a:cubicBezTo>
                    <a:pt x="17069" y="13942"/>
                    <a:pt x="17542" y="13289"/>
                    <a:pt x="18015" y="12591"/>
                  </a:cubicBezTo>
                  <a:cubicBezTo>
                    <a:pt x="18070" y="12517"/>
                    <a:pt x="18005" y="12444"/>
                    <a:pt x="17930" y="12444"/>
                  </a:cubicBezTo>
                  <a:cubicBezTo>
                    <a:pt x="17913" y="12444"/>
                    <a:pt x="17896" y="12447"/>
                    <a:pt x="17879" y="12456"/>
                  </a:cubicBezTo>
                  <a:cubicBezTo>
                    <a:pt x="15177" y="13717"/>
                    <a:pt x="12633" y="15428"/>
                    <a:pt x="10831" y="17860"/>
                  </a:cubicBezTo>
                  <a:cubicBezTo>
                    <a:pt x="10449" y="18400"/>
                    <a:pt x="10088" y="18986"/>
                    <a:pt x="9773" y="19594"/>
                  </a:cubicBezTo>
                  <a:cubicBezTo>
                    <a:pt x="9683" y="18198"/>
                    <a:pt x="9683" y="16824"/>
                    <a:pt x="9796" y="15406"/>
                  </a:cubicBezTo>
                  <a:cubicBezTo>
                    <a:pt x="11057" y="14910"/>
                    <a:pt x="12295" y="14280"/>
                    <a:pt x="13466" y="13514"/>
                  </a:cubicBezTo>
                  <a:cubicBezTo>
                    <a:pt x="14682" y="12726"/>
                    <a:pt x="15763" y="11780"/>
                    <a:pt x="16754" y="10699"/>
                  </a:cubicBezTo>
                  <a:cubicBezTo>
                    <a:pt x="17316" y="10091"/>
                    <a:pt x="17789" y="9438"/>
                    <a:pt x="18262" y="8785"/>
                  </a:cubicBezTo>
                  <a:cubicBezTo>
                    <a:pt x="18323" y="8725"/>
                    <a:pt x="18275" y="8647"/>
                    <a:pt x="18184" y="8647"/>
                  </a:cubicBezTo>
                  <a:cubicBezTo>
                    <a:pt x="18173" y="8647"/>
                    <a:pt x="18162" y="8648"/>
                    <a:pt x="18150" y="8650"/>
                  </a:cubicBezTo>
                  <a:cubicBezTo>
                    <a:pt x="17497" y="8875"/>
                    <a:pt x="16844" y="9191"/>
                    <a:pt x="16213" y="9528"/>
                  </a:cubicBezTo>
                  <a:cubicBezTo>
                    <a:pt x="15560" y="9866"/>
                    <a:pt x="14952" y="10226"/>
                    <a:pt x="14367" y="10654"/>
                  </a:cubicBezTo>
                  <a:cubicBezTo>
                    <a:pt x="13173" y="11465"/>
                    <a:pt x="12070" y="12388"/>
                    <a:pt x="11124" y="13469"/>
                  </a:cubicBezTo>
                  <a:cubicBezTo>
                    <a:pt x="10674" y="13964"/>
                    <a:pt x="10223" y="14527"/>
                    <a:pt x="9818" y="15090"/>
                  </a:cubicBezTo>
                  <a:cubicBezTo>
                    <a:pt x="9863" y="14865"/>
                    <a:pt x="9863" y="14640"/>
                    <a:pt x="9886" y="14415"/>
                  </a:cubicBezTo>
                  <a:cubicBezTo>
                    <a:pt x="9976" y="13469"/>
                    <a:pt x="10111" y="12501"/>
                    <a:pt x="10268" y="11578"/>
                  </a:cubicBezTo>
                  <a:cubicBezTo>
                    <a:pt x="10831" y="11195"/>
                    <a:pt x="11462" y="10925"/>
                    <a:pt x="12047" y="10632"/>
                  </a:cubicBezTo>
                  <a:cubicBezTo>
                    <a:pt x="12678" y="10294"/>
                    <a:pt x="13286" y="9911"/>
                    <a:pt x="13849" y="9528"/>
                  </a:cubicBezTo>
                  <a:cubicBezTo>
                    <a:pt x="14997" y="8763"/>
                    <a:pt x="16123" y="7885"/>
                    <a:pt x="17136" y="6939"/>
                  </a:cubicBezTo>
                  <a:cubicBezTo>
                    <a:pt x="17744" y="6376"/>
                    <a:pt x="18330" y="5813"/>
                    <a:pt x="18825" y="5182"/>
                  </a:cubicBezTo>
                  <a:cubicBezTo>
                    <a:pt x="18885" y="5122"/>
                    <a:pt x="18838" y="5044"/>
                    <a:pt x="18747" y="5044"/>
                  </a:cubicBezTo>
                  <a:cubicBezTo>
                    <a:pt x="18736" y="5044"/>
                    <a:pt x="18725" y="5045"/>
                    <a:pt x="18713" y="5047"/>
                  </a:cubicBezTo>
                  <a:cubicBezTo>
                    <a:pt x="17339" y="5453"/>
                    <a:pt x="16055" y="6241"/>
                    <a:pt x="14862" y="7029"/>
                  </a:cubicBezTo>
                  <a:cubicBezTo>
                    <a:pt x="13714" y="7795"/>
                    <a:pt x="12610" y="8718"/>
                    <a:pt x="11619" y="9686"/>
                  </a:cubicBezTo>
                  <a:cubicBezTo>
                    <a:pt x="11169" y="10181"/>
                    <a:pt x="10719" y="10654"/>
                    <a:pt x="10336" y="11172"/>
                  </a:cubicBezTo>
                  <a:cubicBezTo>
                    <a:pt x="10358" y="11105"/>
                    <a:pt x="10358" y="11015"/>
                    <a:pt x="10381" y="10925"/>
                  </a:cubicBezTo>
                  <a:cubicBezTo>
                    <a:pt x="10606" y="10249"/>
                    <a:pt x="10944" y="9641"/>
                    <a:pt x="11349" y="9033"/>
                  </a:cubicBezTo>
                  <a:cubicBezTo>
                    <a:pt x="11800" y="8357"/>
                    <a:pt x="12295" y="7750"/>
                    <a:pt x="12813" y="7096"/>
                  </a:cubicBezTo>
                  <a:cubicBezTo>
                    <a:pt x="13871" y="5723"/>
                    <a:pt x="14952" y="4327"/>
                    <a:pt x="15763" y="2773"/>
                  </a:cubicBezTo>
                  <a:cubicBezTo>
                    <a:pt x="16213" y="1962"/>
                    <a:pt x="16551" y="1039"/>
                    <a:pt x="16686" y="116"/>
                  </a:cubicBezTo>
                  <a:cubicBezTo>
                    <a:pt x="16714" y="45"/>
                    <a:pt x="16662" y="1"/>
                    <a:pt x="1660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hasCustomPrompt="1"/>
          </p:nvPr>
        </p:nvSpPr>
        <p:spPr>
          <a:xfrm>
            <a:off x="1195325" y="1608950"/>
            <a:ext cx="1275300" cy="5934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2" hasCustomPrompt="1"/>
          </p:nvPr>
        </p:nvSpPr>
        <p:spPr>
          <a:xfrm>
            <a:off x="4480075" y="1608950"/>
            <a:ext cx="1275300" cy="5934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3" hasCustomPrompt="1"/>
          </p:nvPr>
        </p:nvSpPr>
        <p:spPr>
          <a:xfrm>
            <a:off x="2802325" y="2941150"/>
            <a:ext cx="1275300" cy="5934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4" hasCustomPrompt="1"/>
          </p:nvPr>
        </p:nvSpPr>
        <p:spPr>
          <a:xfrm>
            <a:off x="6169350" y="2941150"/>
            <a:ext cx="1275300" cy="5934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5"/>
          </p:nvPr>
        </p:nvSpPr>
        <p:spPr>
          <a:xfrm>
            <a:off x="1149350" y="505775"/>
            <a:ext cx="727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1195325" y="2202350"/>
            <a:ext cx="1806000" cy="51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6"/>
          </p:nvPr>
        </p:nvSpPr>
        <p:spPr>
          <a:xfrm>
            <a:off x="4480075" y="2202350"/>
            <a:ext cx="1806000" cy="51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7"/>
          </p:nvPr>
        </p:nvSpPr>
        <p:spPr>
          <a:xfrm>
            <a:off x="2802325" y="3534550"/>
            <a:ext cx="1806000" cy="52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8"/>
          </p:nvPr>
        </p:nvSpPr>
        <p:spPr>
          <a:xfrm>
            <a:off x="6169350" y="3534550"/>
            <a:ext cx="1806000" cy="52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95" name="Google Shape;95;p13"/>
          <p:cNvGrpSpPr/>
          <p:nvPr/>
        </p:nvGrpSpPr>
        <p:grpSpPr>
          <a:xfrm>
            <a:off x="241054" y="-60157"/>
            <a:ext cx="8668784" cy="4980428"/>
            <a:chOff x="241054" y="-60157"/>
            <a:chExt cx="8668784" cy="4980428"/>
          </a:xfrm>
        </p:grpSpPr>
        <p:sp>
          <p:nvSpPr>
            <p:cNvPr id="96" name="Google Shape;96;p13"/>
            <p:cNvSpPr/>
            <p:nvPr/>
          </p:nvSpPr>
          <p:spPr>
            <a:xfrm rot="10800000">
              <a:off x="241054" y="4288810"/>
              <a:ext cx="2116160" cy="631461"/>
            </a:xfrm>
            <a:custGeom>
              <a:avLst/>
              <a:gdLst/>
              <a:ahLst/>
              <a:cxnLst/>
              <a:rect l="l" t="t" r="r" b="b"/>
              <a:pathLst>
                <a:path w="56783" h="16944" extrusionOk="0">
                  <a:moveTo>
                    <a:pt x="46" y="1"/>
                  </a:moveTo>
                  <a:cubicBezTo>
                    <a:pt x="23" y="1"/>
                    <a:pt x="1" y="18"/>
                    <a:pt x="1" y="51"/>
                  </a:cubicBezTo>
                  <a:cubicBezTo>
                    <a:pt x="91" y="1898"/>
                    <a:pt x="901" y="3699"/>
                    <a:pt x="2343" y="4915"/>
                  </a:cubicBezTo>
                  <a:cubicBezTo>
                    <a:pt x="3831" y="6194"/>
                    <a:pt x="5769" y="6634"/>
                    <a:pt x="7682" y="6634"/>
                  </a:cubicBezTo>
                  <a:cubicBezTo>
                    <a:pt x="7824" y="6634"/>
                    <a:pt x="7966" y="6631"/>
                    <a:pt x="8107" y="6627"/>
                  </a:cubicBezTo>
                  <a:cubicBezTo>
                    <a:pt x="10291" y="6582"/>
                    <a:pt x="12430" y="6041"/>
                    <a:pt x="14592" y="5884"/>
                  </a:cubicBezTo>
                  <a:cubicBezTo>
                    <a:pt x="15045" y="5843"/>
                    <a:pt x="15508" y="5819"/>
                    <a:pt x="15972" y="5819"/>
                  </a:cubicBezTo>
                  <a:cubicBezTo>
                    <a:pt x="17589" y="5819"/>
                    <a:pt x="19230" y="6115"/>
                    <a:pt x="20559" y="7077"/>
                  </a:cubicBezTo>
                  <a:cubicBezTo>
                    <a:pt x="22226" y="8270"/>
                    <a:pt x="23081" y="10184"/>
                    <a:pt x="24590" y="11513"/>
                  </a:cubicBezTo>
                  <a:cubicBezTo>
                    <a:pt x="26007" y="12758"/>
                    <a:pt x="27894" y="13205"/>
                    <a:pt x="29745" y="13205"/>
                  </a:cubicBezTo>
                  <a:cubicBezTo>
                    <a:pt x="29836" y="13205"/>
                    <a:pt x="29926" y="13204"/>
                    <a:pt x="30017" y="13202"/>
                  </a:cubicBezTo>
                  <a:cubicBezTo>
                    <a:pt x="31008" y="13157"/>
                    <a:pt x="32021" y="12999"/>
                    <a:pt x="32967" y="12751"/>
                  </a:cubicBezTo>
                  <a:cubicBezTo>
                    <a:pt x="34092" y="12459"/>
                    <a:pt x="35218" y="12098"/>
                    <a:pt x="36344" y="11851"/>
                  </a:cubicBezTo>
                  <a:cubicBezTo>
                    <a:pt x="36921" y="11742"/>
                    <a:pt x="37513" y="11665"/>
                    <a:pt x="38099" y="11665"/>
                  </a:cubicBezTo>
                  <a:cubicBezTo>
                    <a:pt x="38725" y="11665"/>
                    <a:pt x="39343" y="11753"/>
                    <a:pt x="39925" y="11986"/>
                  </a:cubicBezTo>
                  <a:cubicBezTo>
                    <a:pt x="40870" y="12346"/>
                    <a:pt x="41658" y="13022"/>
                    <a:pt x="42402" y="13675"/>
                  </a:cubicBezTo>
                  <a:cubicBezTo>
                    <a:pt x="43167" y="14350"/>
                    <a:pt x="43910" y="15048"/>
                    <a:pt x="44811" y="15566"/>
                  </a:cubicBezTo>
                  <a:cubicBezTo>
                    <a:pt x="45757" y="16084"/>
                    <a:pt x="46770" y="16422"/>
                    <a:pt x="47783" y="16647"/>
                  </a:cubicBezTo>
                  <a:cubicBezTo>
                    <a:pt x="48769" y="16860"/>
                    <a:pt x="49771" y="16944"/>
                    <a:pt x="50777" y="16944"/>
                  </a:cubicBezTo>
                  <a:cubicBezTo>
                    <a:pt x="52116" y="16944"/>
                    <a:pt x="53462" y="16795"/>
                    <a:pt x="54786" y="16602"/>
                  </a:cubicBezTo>
                  <a:cubicBezTo>
                    <a:pt x="55372" y="16512"/>
                    <a:pt x="55957" y="16399"/>
                    <a:pt x="56565" y="16287"/>
                  </a:cubicBezTo>
                  <a:cubicBezTo>
                    <a:pt x="56782" y="16243"/>
                    <a:pt x="56727" y="15970"/>
                    <a:pt x="56582" y="15970"/>
                  </a:cubicBezTo>
                  <a:cubicBezTo>
                    <a:pt x="56577" y="15970"/>
                    <a:pt x="56571" y="15971"/>
                    <a:pt x="56565" y="15971"/>
                  </a:cubicBezTo>
                  <a:cubicBezTo>
                    <a:pt x="54584" y="16286"/>
                    <a:pt x="52602" y="16632"/>
                    <a:pt x="50596" y="16632"/>
                  </a:cubicBezTo>
                  <a:cubicBezTo>
                    <a:pt x="50162" y="16632"/>
                    <a:pt x="49728" y="16615"/>
                    <a:pt x="49292" y="16579"/>
                  </a:cubicBezTo>
                  <a:cubicBezTo>
                    <a:pt x="47130" y="16377"/>
                    <a:pt x="45126" y="15634"/>
                    <a:pt x="43437" y="14215"/>
                  </a:cubicBezTo>
                  <a:cubicBezTo>
                    <a:pt x="42672" y="13562"/>
                    <a:pt x="41996" y="12864"/>
                    <a:pt x="41186" y="12301"/>
                  </a:cubicBezTo>
                  <a:cubicBezTo>
                    <a:pt x="40352" y="11738"/>
                    <a:pt x="39407" y="11400"/>
                    <a:pt x="38393" y="11333"/>
                  </a:cubicBezTo>
                  <a:cubicBezTo>
                    <a:pt x="38278" y="11327"/>
                    <a:pt x="38164" y="11324"/>
                    <a:pt x="38049" y="11324"/>
                  </a:cubicBezTo>
                  <a:cubicBezTo>
                    <a:pt x="35966" y="11324"/>
                    <a:pt x="33959" y="12256"/>
                    <a:pt x="31931" y="12661"/>
                  </a:cubicBezTo>
                  <a:cubicBezTo>
                    <a:pt x="31125" y="12817"/>
                    <a:pt x="30289" y="12917"/>
                    <a:pt x="29460" y="12917"/>
                  </a:cubicBezTo>
                  <a:cubicBezTo>
                    <a:pt x="28250" y="12917"/>
                    <a:pt x="27055" y="12705"/>
                    <a:pt x="25986" y="12143"/>
                  </a:cubicBezTo>
                  <a:cubicBezTo>
                    <a:pt x="24162" y="11220"/>
                    <a:pt x="23194" y="9396"/>
                    <a:pt x="21888" y="7933"/>
                  </a:cubicBezTo>
                  <a:cubicBezTo>
                    <a:pt x="21235" y="7190"/>
                    <a:pt x="20447" y="6604"/>
                    <a:pt x="19546" y="6221"/>
                  </a:cubicBezTo>
                  <a:cubicBezTo>
                    <a:pt x="18668" y="5838"/>
                    <a:pt x="17722" y="5658"/>
                    <a:pt x="16776" y="5591"/>
                  </a:cubicBezTo>
                  <a:cubicBezTo>
                    <a:pt x="16483" y="5572"/>
                    <a:pt x="16190" y="5563"/>
                    <a:pt x="15898" y="5563"/>
                  </a:cubicBezTo>
                  <a:cubicBezTo>
                    <a:pt x="14130" y="5563"/>
                    <a:pt x="12391" y="5883"/>
                    <a:pt x="10652" y="6154"/>
                  </a:cubicBezTo>
                  <a:cubicBezTo>
                    <a:pt x="9653" y="6299"/>
                    <a:pt x="8617" y="6421"/>
                    <a:pt x="7584" y="6421"/>
                  </a:cubicBezTo>
                  <a:cubicBezTo>
                    <a:pt x="6380" y="6421"/>
                    <a:pt x="5181" y="6256"/>
                    <a:pt x="4054" y="5771"/>
                  </a:cubicBezTo>
                  <a:cubicBezTo>
                    <a:pt x="2297" y="4983"/>
                    <a:pt x="901" y="3339"/>
                    <a:pt x="338" y="1493"/>
                  </a:cubicBezTo>
                  <a:cubicBezTo>
                    <a:pt x="203" y="997"/>
                    <a:pt x="113" y="547"/>
                    <a:pt x="91" y="51"/>
                  </a:cubicBezTo>
                  <a:cubicBezTo>
                    <a:pt x="91" y="18"/>
                    <a:pt x="68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 rot="-8100000">
              <a:off x="7475947" y="382366"/>
              <a:ext cx="1465776" cy="516963"/>
            </a:xfrm>
            <a:custGeom>
              <a:avLst/>
              <a:gdLst/>
              <a:ahLst/>
              <a:cxnLst/>
              <a:rect l="l" t="t" r="r" b="b"/>
              <a:pathLst>
                <a:path w="77652" h="27387" extrusionOk="0">
                  <a:moveTo>
                    <a:pt x="42758" y="221"/>
                  </a:moveTo>
                  <a:cubicBezTo>
                    <a:pt x="42867" y="221"/>
                    <a:pt x="42977" y="233"/>
                    <a:pt x="43087" y="260"/>
                  </a:cubicBezTo>
                  <a:cubicBezTo>
                    <a:pt x="43785" y="418"/>
                    <a:pt x="44213" y="1116"/>
                    <a:pt x="44303" y="1836"/>
                  </a:cubicBezTo>
                  <a:cubicBezTo>
                    <a:pt x="44506" y="3300"/>
                    <a:pt x="43290" y="4313"/>
                    <a:pt x="42119" y="5011"/>
                  </a:cubicBezTo>
                  <a:cubicBezTo>
                    <a:pt x="41263" y="3998"/>
                    <a:pt x="40610" y="2669"/>
                    <a:pt x="41128" y="1431"/>
                  </a:cubicBezTo>
                  <a:cubicBezTo>
                    <a:pt x="41382" y="766"/>
                    <a:pt x="42043" y="221"/>
                    <a:pt x="42758" y="221"/>
                  </a:cubicBezTo>
                  <a:close/>
                  <a:moveTo>
                    <a:pt x="42786" y="0"/>
                  </a:moveTo>
                  <a:cubicBezTo>
                    <a:pt x="42623" y="0"/>
                    <a:pt x="42453" y="25"/>
                    <a:pt x="42276" y="80"/>
                  </a:cubicBezTo>
                  <a:cubicBezTo>
                    <a:pt x="40745" y="598"/>
                    <a:pt x="40520" y="2354"/>
                    <a:pt x="41038" y="3660"/>
                  </a:cubicBezTo>
                  <a:cubicBezTo>
                    <a:pt x="41263" y="4201"/>
                    <a:pt x="41533" y="4674"/>
                    <a:pt x="41894" y="5124"/>
                  </a:cubicBezTo>
                  <a:cubicBezTo>
                    <a:pt x="41826" y="5169"/>
                    <a:pt x="41736" y="5214"/>
                    <a:pt x="41646" y="5259"/>
                  </a:cubicBezTo>
                  <a:cubicBezTo>
                    <a:pt x="38674" y="6835"/>
                    <a:pt x="35296" y="7376"/>
                    <a:pt x="31963" y="7736"/>
                  </a:cubicBezTo>
                  <a:cubicBezTo>
                    <a:pt x="28698" y="8096"/>
                    <a:pt x="25411" y="8299"/>
                    <a:pt x="22236" y="9110"/>
                  </a:cubicBezTo>
                  <a:cubicBezTo>
                    <a:pt x="19353" y="9853"/>
                    <a:pt x="16629" y="11091"/>
                    <a:pt x="14084" y="12667"/>
                  </a:cubicBezTo>
                  <a:cubicBezTo>
                    <a:pt x="8950" y="15865"/>
                    <a:pt x="4694" y="20413"/>
                    <a:pt x="1294" y="25367"/>
                  </a:cubicBezTo>
                  <a:cubicBezTo>
                    <a:pt x="866" y="25953"/>
                    <a:pt x="461" y="26561"/>
                    <a:pt x="78" y="27191"/>
                  </a:cubicBezTo>
                  <a:cubicBezTo>
                    <a:pt x="1" y="27300"/>
                    <a:pt x="104" y="27387"/>
                    <a:pt x="206" y="27387"/>
                  </a:cubicBezTo>
                  <a:cubicBezTo>
                    <a:pt x="252" y="27387"/>
                    <a:pt x="298" y="27369"/>
                    <a:pt x="326" y="27326"/>
                  </a:cubicBezTo>
                  <a:cubicBezTo>
                    <a:pt x="3771" y="21877"/>
                    <a:pt x="8095" y="16833"/>
                    <a:pt x="13499" y="13275"/>
                  </a:cubicBezTo>
                  <a:cubicBezTo>
                    <a:pt x="16178" y="11541"/>
                    <a:pt x="19083" y="10190"/>
                    <a:pt x="22168" y="9380"/>
                  </a:cubicBezTo>
                  <a:cubicBezTo>
                    <a:pt x="25568" y="8479"/>
                    <a:pt x="29149" y="8321"/>
                    <a:pt x="32639" y="7961"/>
                  </a:cubicBezTo>
                  <a:cubicBezTo>
                    <a:pt x="35881" y="7601"/>
                    <a:pt x="39237" y="7015"/>
                    <a:pt x="42074" y="5372"/>
                  </a:cubicBezTo>
                  <a:cubicBezTo>
                    <a:pt x="42682" y="6070"/>
                    <a:pt x="43447" y="6700"/>
                    <a:pt x="44235" y="7196"/>
                  </a:cubicBezTo>
                  <a:cubicBezTo>
                    <a:pt x="47185" y="9110"/>
                    <a:pt x="50743" y="10168"/>
                    <a:pt x="54233" y="10326"/>
                  </a:cubicBezTo>
                  <a:cubicBezTo>
                    <a:pt x="54523" y="10339"/>
                    <a:pt x="54812" y="10346"/>
                    <a:pt x="55099" y="10346"/>
                  </a:cubicBezTo>
                  <a:cubicBezTo>
                    <a:pt x="61997" y="10346"/>
                    <a:pt x="68161" y="6590"/>
                    <a:pt x="74927" y="5574"/>
                  </a:cubicBezTo>
                  <a:cubicBezTo>
                    <a:pt x="75783" y="5439"/>
                    <a:pt x="76661" y="5349"/>
                    <a:pt x="77562" y="5349"/>
                  </a:cubicBezTo>
                  <a:cubicBezTo>
                    <a:pt x="77652" y="5282"/>
                    <a:pt x="77629" y="5124"/>
                    <a:pt x="77539" y="5124"/>
                  </a:cubicBezTo>
                  <a:cubicBezTo>
                    <a:pt x="70694" y="5237"/>
                    <a:pt x="64614" y="8884"/>
                    <a:pt x="57926" y="9763"/>
                  </a:cubicBezTo>
                  <a:cubicBezTo>
                    <a:pt x="57028" y="9878"/>
                    <a:pt x="56124" y="9936"/>
                    <a:pt x="55222" y="9936"/>
                  </a:cubicBezTo>
                  <a:cubicBezTo>
                    <a:pt x="52615" y="9936"/>
                    <a:pt x="50016" y="9455"/>
                    <a:pt x="47591" y="8502"/>
                  </a:cubicBezTo>
                  <a:cubicBezTo>
                    <a:pt x="46037" y="7871"/>
                    <a:pt x="44461" y="7128"/>
                    <a:pt x="43177" y="6025"/>
                  </a:cubicBezTo>
                  <a:cubicBezTo>
                    <a:pt x="42884" y="5799"/>
                    <a:pt x="42614" y="5507"/>
                    <a:pt x="42321" y="5214"/>
                  </a:cubicBezTo>
                  <a:lnTo>
                    <a:pt x="42344" y="5214"/>
                  </a:lnTo>
                  <a:cubicBezTo>
                    <a:pt x="43515" y="4493"/>
                    <a:pt x="44708" y="3413"/>
                    <a:pt x="44573" y="1904"/>
                  </a:cubicBezTo>
                  <a:cubicBezTo>
                    <a:pt x="44477" y="919"/>
                    <a:pt x="43767" y="0"/>
                    <a:pt x="4278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2178594" y="3171575"/>
            <a:ext cx="47868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2178606" y="1440025"/>
            <a:ext cx="4786800" cy="17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 flipH="1">
            <a:off x="241042" y="227597"/>
            <a:ext cx="8680433" cy="5351120"/>
            <a:chOff x="242053" y="227597"/>
            <a:chExt cx="8680433" cy="5351120"/>
          </a:xfrm>
        </p:grpSpPr>
        <p:sp>
          <p:nvSpPr>
            <p:cNvPr id="103" name="Google Shape;103;p14"/>
            <p:cNvSpPr/>
            <p:nvPr/>
          </p:nvSpPr>
          <p:spPr>
            <a:xfrm>
              <a:off x="298882" y="922728"/>
              <a:ext cx="770840" cy="1171643"/>
            </a:xfrm>
            <a:custGeom>
              <a:avLst/>
              <a:gdLst/>
              <a:ahLst/>
              <a:cxnLst/>
              <a:rect l="l" t="t" r="r" b="b"/>
              <a:pathLst>
                <a:path w="24754" h="37625" extrusionOk="0">
                  <a:moveTo>
                    <a:pt x="12497" y="2329"/>
                  </a:moveTo>
                  <a:cubicBezTo>
                    <a:pt x="12643" y="2329"/>
                    <a:pt x="12787" y="2332"/>
                    <a:pt x="12931" y="2336"/>
                  </a:cubicBezTo>
                  <a:cubicBezTo>
                    <a:pt x="13810" y="2381"/>
                    <a:pt x="14643" y="2494"/>
                    <a:pt x="15498" y="2674"/>
                  </a:cubicBezTo>
                  <a:cubicBezTo>
                    <a:pt x="17187" y="3057"/>
                    <a:pt x="18786" y="3687"/>
                    <a:pt x="20340" y="4430"/>
                  </a:cubicBezTo>
                  <a:cubicBezTo>
                    <a:pt x="21060" y="4790"/>
                    <a:pt x="21803" y="5173"/>
                    <a:pt x="22524" y="5556"/>
                  </a:cubicBezTo>
                  <a:cubicBezTo>
                    <a:pt x="19304" y="5466"/>
                    <a:pt x="15881" y="5128"/>
                    <a:pt x="12999" y="3575"/>
                  </a:cubicBezTo>
                  <a:cubicBezTo>
                    <a:pt x="12233" y="3192"/>
                    <a:pt x="11468" y="2696"/>
                    <a:pt x="10635" y="2561"/>
                  </a:cubicBezTo>
                  <a:cubicBezTo>
                    <a:pt x="11238" y="2378"/>
                    <a:pt x="11871" y="2329"/>
                    <a:pt x="12497" y="2329"/>
                  </a:cubicBezTo>
                  <a:close/>
                  <a:moveTo>
                    <a:pt x="12459" y="5579"/>
                  </a:moveTo>
                  <a:cubicBezTo>
                    <a:pt x="13629" y="6344"/>
                    <a:pt x="15093" y="6569"/>
                    <a:pt x="16489" y="6795"/>
                  </a:cubicBezTo>
                  <a:cubicBezTo>
                    <a:pt x="18403" y="7110"/>
                    <a:pt x="20227" y="7695"/>
                    <a:pt x="21916" y="8596"/>
                  </a:cubicBezTo>
                  <a:cubicBezTo>
                    <a:pt x="22794" y="9069"/>
                    <a:pt x="23582" y="9609"/>
                    <a:pt x="24303" y="10285"/>
                  </a:cubicBezTo>
                  <a:cubicBezTo>
                    <a:pt x="23691" y="10300"/>
                    <a:pt x="23058" y="10347"/>
                    <a:pt x="22419" y="10347"/>
                  </a:cubicBezTo>
                  <a:cubicBezTo>
                    <a:pt x="22117" y="10347"/>
                    <a:pt x="21814" y="10336"/>
                    <a:pt x="21511" y="10307"/>
                  </a:cubicBezTo>
                  <a:cubicBezTo>
                    <a:pt x="20587" y="10217"/>
                    <a:pt x="19687" y="10015"/>
                    <a:pt x="18786" y="9722"/>
                  </a:cubicBezTo>
                  <a:cubicBezTo>
                    <a:pt x="17052" y="9136"/>
                    <a:pt x="15476" y="8146"/>
                    <a:pt x="14035" y="6997"/>
                  </a:cubicBezTo>
                  <a:cubicBezTo>
                    <a:pt x="13494" y="6547"/>
                    <a:pt x="12954" y="6051"/>
                    <a:pt x="12459" y="5579"/>
                  </a:cubicBezTo>
                  <a:close/>
                  <a:moveTo>
                    <a:pt x="24753" y="10397"/>
                  </a:moveTo>
                  <a:lnTo>
                    <a:pt x="24753" y="10397"/>
                  </a:lnTo>
                  <a:cubicBezTo>
                    <a:pt x="24744" y="10398"/>
                    <a:pt x="24735" y="10399"/>
                    <a:pt x="24726" y="10401"/>
                  </a:cubicBezTo>
                  <a:lnTo>
                    <a:pt x="24726" y="10401"/>
                  </a:lnTo>
                  <a:cubicBezTo>
                    <a:pt x="24729" y="10415"/>
                    <a:pt x="24730" y="10425"/>
                    <a:pt x="24734" y="10425"/>
                  </a:cubicBezTo>
                  <a:cubicBezTo>
                    <a:pt x="24738" y="10425"/>
                    <a:pt x="24743" y="10417"/>
                    <a:pt x="24753" y="10397"/>
                  </a:cubicBezTo>
                  <a:close/>
                  <a:moveTo>
                    <a:pt x="14104" y="10290"/>
                  </a:moveTo>
                  <a:cubicBezTo>
                    <a:pt x="14493" y="10829"/>
                    <a:pt x="14907" y="11326"/>
                    <a:pt x="15386" y="11771"/>
                  </a:cubicBezTo>
                  <a:cubicBezTo>
                    <a:pt x="15517" y="11893"/>
                    <a:pt x="15648" y="12013"/>
                    <a:pt x="15781" y="12130"/>
                  </a:cubicBezTo>
                  <a:lnTo>
                    <a:pt x="15781" y="12130"/>
                  </a:lnTo>
                  <a:cubicBezTo>
                    <a:pt x="15162" y="11573"/>
                    <a:pt x="14595" y="10954"/>
                    <a:pt x="14104" y="10290"/>
                  </a:cubicBezTo>
                  <a:close/>
                  <a:moveTo>
                    <a:pt x="15781" y="12130"/>
                  </a:moveTo>
                  <a:lnTo>
                    <a:pt x="15781" y="12130"/>
                  </a:lnTo>
                  <a:cubicBezTo>
                    <a:pt x="16178" y="12488"/>
                    <a:pt x="16596" y="12820"/>
                    <a:pt x="17030" y="13122"/>
                  </a:cubicBezTo>
                  <a:cubicBezTo>
                    <a:pt x="17248" y="13272"/>
                    <a:pt x="17471" y="13411"/>
                    <a:pt x="17698" y="13540"/>
                  </a:cubicBezTo>
                  <a:lnTo>
                    <a:pt x="17698" y="13540"/>
                  </a:lnTo>
                  <a:cubicBezTo>
                    <a:pt x="17618" y="13492"/>
                    <a:pt x="17537" y="13443"/>
                    <a:pt x="17457" y="13392"/>
                  </a:cubicBezTo>
                  <a:cubicBezTo>
                    <a:pt x="16863" y="13032"/>
                    <a:pt x="16312" y="12600"/>
                    <a:pt x="15781" y="12130"/>
                  </a:cubicBezTo>
                  <a:close/>
                  <a:moveTo>
                    <a:pt x="17698" y="13540"/>
                  </a:moveTo>
                  <a:lnTo>
                    <a:pt x="17698" y="13540"/>
                  </a:lnTo>
                  <a:cubicBezTo>
                    <a:pt x="18366" y="13938"/>
                    <a:pt x="19051" y="14237"/>
                    <a:pt x="19754" y="14518"/>
                  </a:cubicBezTo>
                  <a:cubicBezTo>
                    <a:pt x="20542" y="14856"/>
                    <a:pt x="21331" y="15171"/>
                    <a:pt x="22074" y="15576"/>
                  </a:cubicBezTo>
                  <a:cubicBezTo>
                    <a:pt x="22637" y="15847"/>
                    <a:pt x="23154" y="16184"/>
                    <a:pt x="23650" y="16545"/>
                  </a:cubicBezTo>
                  <a:cubicBezTo>
                    <a:pt x="23607" y="16490"/>
                    <a:pt x="23565" y="16434"/>
                    <a:pt x="23522" y="16379"/>
                  </a:cubicBezTo>
                  <a:lnTo>
                    <a:pt x="23522" y="16379"/>
                  </a:lnTo>
                  <a:cubicBezTo>
                    <a:pt x="22956" y="15948"/>
                    <a:pt x="22295" y="15622"/>
                    <a:pt x="21691" y="15351"/>
                  </a:cubicBezTo>
                  <a:cubicBezTo>
                    <a:pt x="20372" y="14721"/>
                    <a:pt x="18972" y="14268"/>
                    <a:pt x="17698" y="13540"/>
                  </a:cubicBezTo>
                  <a:close/>
                  <a:moveTo>
                    <a:pt x="9914" y="4565"/>
                  </a:moveTo>
                  <a:cubicBezTo>
                    <a:pt x="9554" y="6254"/>
                    <a:pt x="8901" y="7830"/>
                    <a:pt x="8045" y="9294"/>
                  </a:cubicBezTo>
                  <a:cubicBezTo>
                    <a:pt x="6829" y="11321"/>
                    <a:pt x="5163" y="13077"/>
                    <a:pt x="3339" y="14563"/>
                  </a:cubicBezTo>
                  <a:cubicBezTo>
                    <a:pt x="2416" y="15329"/>
                    <a:pt x="1425" y="16027"/>
                    <a:pt x="412" y="16680"/>
                  </a:cubicBezTo>
                  <a:cubicBezTo>
                    <a:pt x="1425" y="14698"/>
                    <a:pt x="2663" y="12807"/>
                    <a:pt x="4037" y="11073"/>
                  </a:cubicBezTo>
                  <a:cubicBezTo>
                    <a:pt x="4780" y="10172"/>
                    <a:pt x="5523" y="9272"/>
                    <a:pt x="6379" y="8461"/>
                  </a:cubicBezTo>
                  <a:cubicBezTo>
                    <a:pt x="7212" y="7605"/>
                    <a:pt x="8158" y="6817"/>
                    <a:pt x="8968" y="5916"/>
                  </a:cubicBezTo>
                  <a:cubicBezTo>
                    <a:pt x="9329" y="5489"/>
                    <a:pt x="9666" y="5038"/>
                    <a:pt x="9914" y="4565"/>
                  </a:cubicBezTo>
                  <a:close/>
                  <a:moveTo>
                    <a:pt x="11310" y="6502"/>
                  </a:moveTo>
                  <a:lnTo>
                    <a:pt x="11310" y="6502"/>
                  </a:lnTo>
                  <a:cubicBezTo>
                    <a:pt x="11243" y="7245"/>
                    <a:pt x="11198" y="8033"/>
                    <a:pt x="11130" y="8821"/>
                  </a:cubicBezTo>
                  <a:cubicBezTo>
                    <a:pt x="11017" y="10037"/>
                    <a:pt x="10815" y="11208"/>
                    <a:pt x="10522" y="12401"/>
                  </a:cubicBezTo>
                  <a:cubicBezTo>
                    <a:pt x="9914" y="14541"/>
                    <a:pt x="8878" y="16567"/>
                    <a:pt x="7189" y="18031"/>
                  </a:cubicBezTo>
                  <a:cubicBezTo>
                    <a:pt x="6266" y="18819"/>
                    <a:pt x="5230" y="19450"/>
                    <a:pt x="4172" y="20080"/>
                  </a:cubicBezTo>
                  <a:cubicBezTo>
                    <a:pt x="4960" y="17986"/>
                    <a:pt x="5793" y="15892"/>
                    <a:pt x="6762" y="13888"/>
                  </a:cubicBezTo>
                  <a:cubicBezTo>
                    <a:pt x="7279" y="12852"/>
                    <a:pt x="7820" y="11839"/>
                    <a:pt x="8405" y="10848"/>
                  </a:cubicBezTo>
                  <a:cubicBezTo>
                    <a:pt x="8991" y="9857"/>
                    <a:pt x="9666" y="8934"/>
                    <a:pt x="10364" y="8011"/>
                  </a:cubicBezTo>
                  <a:cubicBezTo>
                    <a:pt x="10702" y="7560"/>
                    <a:pt x="11040" y="7042"/>
                    <a:pt x="11310" y="6502"/>
                  </a:cubicBezTo>
                  <a:close/>
                  <a:moveTo>
                    <a:pt x="13404" y="10645"/>
                  </a:moveTo>
                  <a:cubicBezTo>
                    <a:pt x="13404" y="12401"/>
                    <a:pt x="13044" y="14113"/>
                    <a:pt x="12323" y="15689"/>
                  </a:cubicBezTo>
                  <a:cubicBezTo>
                    <a:pt x="11490" y="17468"/>
                    <a:pt x="10319" y="19067"/>
                    <a:pt x="8878" y="20395"/>
                  </a:cubicBezTo>
                  <a:cubicBezTo>
                    <a:pt x="8135" y="21048"/>
                    <a:pt x="7370" y="21679"/>
                    <a:pt x="6514" y="22219"/>
                  </a:cubicBezTo>
                  <a:cubicBezTo>
                    <a:pt x="7505" y="20553"/>
                    <a:pt x="8450" y="18842"/>
                    <a:pt x="9441" y="17175"/>
                  </a:cubicBezTo>
                  <a:cubicBezTo>
                    <a:pt x="9959" y="16342"/>
                    <a:pt x="10522" y="15486"/>
                    <a:pt x="11107" y="14698"/>
                  </a:cubicBezTo>
                  <a:cubicBezTo>
                    <a:pt x="11670" y="13933"/>
                    <a:pt x="12278" y="13212"/>
                    <a:pt x="12751" y="12356"/>
                  </a:cubicBezTo>
                  <a:cubicBezTo>
                    <a:pt x="13067" y="11839"/>
                    <a:pt x="13292" y="11276"/>
                    <a:pt x="13404" y="10645"/>
                  </a:cubicBezTo>
                  <a:close/>
                  <a:moveTo>
                    <a:pt x="20601" y="20844"/>
                  </a:moveTo>
                  <a:cubicBezTo>
                    <a:pt x="21111" y="21174"/>
                    <a:pt x="21643" y="21460"/>
                    <a:pt x="22164" y="21769"/>
                  </a:cubicBezTo>
                  <a:cubicBezTo>
                    <a:pt x="22794" y="22129"/>
                    <a:pt x="23380" y="22534"/>
                    <a:pt x="23943" y="22940"/>
                  </a:cubicBezTo>
                  <a:cubicBezTo>
                    <a:pt x="23927" y="22913"/>
                    <a:pt x="23912" y="22886"/>
                    <a:pt x="23897" y="22859"/>
                  </a:cubicBezTo>
                  <a:lnTo>
                    <a:pt x="23897" y="22859"/>
                  </a:lnTo>
                  <a:cubicBezTo>
                    <a:pt x="23265" y="22329"/>
                    <a:pt x="22537" y="21928"/>
                    <a:pt x="21826" y="21544"/>
                  </a:cubicBezTo>
                  <a:cubicBezTo>
                    <a:pt x="21424" y="21310"/>
                    <a:pt x="21007" y="21084"/>
                    <a:pt x="20601" y="20844"/>
                  </a:cubicBezTo>
                  <a:close/>
                  <a:moveTo>
                    <a:pt x="15822" y="24099"/>
                  </a:moveTo>
                  <a:lnTo>
                    <a:pt x="15822" y="24099"/>
                  </a:lnTo>
                  <a:cubicBezTo>
                    <a:pt x="15827" y="24118"/>
                    <a:pt x="15832" y="24137"/>
                    <a:pt x="15836" y="24156"/>
                  </a:cubicBezTo>
                  <a:cubicBezTo>
                    <a:pt x="15857" y="24232"/>
                    <a:pt x="15877" y="24309"/>
                    <a:pt x="15898" y="24386"/>
                  </a:cubicBezTo>
                  <a:lnTo>
                    <a:pt x="15898" y="24386"/>
                  </a:lnTo>
                  <a:cubicBezTo>
                    <a:pt x="15873" y="24290"/>
                    <a:pt x="15848" y="24194"/>
                    <a:pt x="15822" y="24099"/>
                  </a:cubicBezTo>
                  <a:close/>
                  <a:moveTo>
                    <a:pt x="14755" y="18166"/>
                  </a:moveTo>
                  <a:lnTo>
                    <a:pt x="14755" y="18166"/>
                  </a:lnTo>
                  <a:cubicBezTo>
                    <a:pt x="13382" y="20553"/>
                    <a:pt x="11333" y="22444"/>
                    <a:pt x="8946" y="23840"/>
                  </a:cubicBezTo>
                  <a:cubicBezTo>
                    <a:pt x="8315" y="24223"/>
                    <a:pt x="7640" y="24561"/>
                    <a:pt x="6987" y="24899"/>
                  </a:cubicBezTo>
                  <a:cubicBezTo>
                    <a:pt x="8608" y="22602"/>
                    <a:pt x="10657" y="20643"/>
                    <a:pt x="13021" y="19157"/>
                  </a:cubicBezTo>
                  <a:cubicBezTo>
                    <a:pt x="13584" y="18774"/>
                    <a:pt x="14170" y="18481"/>
                    <a:pt x="14755" y="18166"/>
                  </a:cubicBezTo>
                  <a:close/>
                  <a:moveTo>
                    <a:pt x="15898" y="24386"/>
                  </a:moveTo>
                  <a:cubicBezTo>
                    <a:pt x="16012" y="24841"/>
                    <a:pt x="16110" y="25301"/>
                    <a:pt x="16219" y="25754"/>
                  </a:cubicBezTo>
                  <a:cubicBezTo>
                    <a:pt x="16254" y="25897"/>
                    <a:pt x="16291" y="26039"/>
                    <a:pt x="16331" y="26179"/>
                  </a:cubicBezTo>
                  <a:lnTo>
                    <a:pt x="16331" y="26179"/>
                  </a:lnTo>
                  <a:cubicBezTo>
                    <a:pt x="16315" y="26113"/>
                    <a:pt x="16300" y="26046"/>
                    <a:pt x="16287" y="25980"/>
                  </a:cubicBezTo>
                  <a:cubicBezTo>
                    <a:pt x="16169" y="25451"/>
                    <a:pt x="16034" y="24905"/>
                    <a:pt x="15898" y="24386"/>
                  </a:cubicBezTo>
                  <a:close/>
                  <a:moveTo>
                    <a:pt x="19423" y="25708"/>
                  </a:moveTo>
                  <a:lnTo>
                    <a:pt x="19423" y="25708"/>
                  </a:lnTo>
                  <a:cubicBezTo>
                    <a:pt x="19552" y="25894"/>
                    <a:pt x="19678" y="26081"/>
                    <a:pt x="19799" y="26272"/>
                  </a:cubicBezTo>
                  <a:cubicBezTo>
                    <a:pt x="19955" y="26516"/>
                    <a:pt x="20103" y="26769"/>
                    <a:pt x="20246" y="27026"/>
                  </a:cubicBezTo>
                  <a:lnTo>
                    <a:pt x="20246" y="27026"/>
                  </a:lnTo>
                  <a:cubicBezTo>
                    <a:pt x="20050" y="26659"/>
                    <a:pt x="19839" y="26301"/>
                    <a:pt x="19597" y="25957"/>
                  </a:cubicBezTo>
                  <a:cubicBezTo>
                    <a:pt x="19539" y="25874"/>
                    <a:pt x="19481" y="25791"/>
                    <a:pt x="19423" y="25708"/>
                  </a:cubicBezTo>
                  <a:close/>
                  <a:moveTo>
                    <a:pt x="14733" y="22579"/>
                  </a:moveTo>
                  <a:lnTo>
                    <a:pt x="14733" y="22579"/>
                  </a:lnTo>
                  <a:cubicBezTo>
                    <a:pt x="13900" y="23615"/>
                    <a:pt x="13044" y="24584"/>
                    <a:pt x="12053" y="25417"/>
                  </a:cubicBezTo>
                  <a:cubicBezTo>
                    <a:pt x="10995" y="26362"/>
                    <a:pt x="9801" y="27173"/>
                    <a:pt x="8540" y="27826"/>
                  </a:cubicBezTo>
                  <a:cubicBezTo>
                    <a:pt x="7932" y="28164"/>
                    <a:pt x="7279" y="28412"/>
                    <a:pt x="6626" y="28682"/>
                  </a:cubicBezTo>
                  <a:cubicBezTo>
                    <a:pt x="6987" y="28186"/>
                    <a:pt x="7415" y="27714"/>
                    <a:pt x="7820" y="27263"/>
                  </a:cubicBezTo>
                  <a:cubicBezTo>
                    <a:pt x="8293" y="26723"/>
                    <a:pt x="8788" y="26250"/>
                    <a:pt x="9351" y="25754"/>
                  </a:cubicBezTo>
                  <a:cubicBezTo>
                    <a:pt x="10432" y="24831"/>
                    <a:pt x="11603" y="24043"/>
                    <a:pt x="12886" y="23390"/>
                  </a:cubicBezTo>
                  <a:cubicBezTo>
                    <a:pt x="13472" y="23097"/>
                    <a:pt x="14102" y="22805"/>
                    <a:pt x="14733" y="22579"/>
                  </a:cubicBezTo>
                  <a:close/>
                  <a:moveTo>
                    <a:pt x="16331" y="26179"/>
                  </a:moveTo>
                  <a:lnTo>
                    <a:pt x="16331" y="26179"/>
                  </a:lnTo>
                  <a:cubicBezTo>
                    <a:pt x="16468" y="26765"/>
                    <a:pt x="16670" y="27348"/>
                    <a:pt x="16872" y="27894"/>
                  </a:cubicBezTo>
                  <a:cubicBezTo>
                    <a:pt x="17300" y="29065"/>
                    <a:pt x="17773" y="30190"/>
                    <a:pt x="18201" y="31339"/>
                  </a:cubicBezTo>
                  <a:cubicBezTo>
                    <a:pt x="18202" y="31308"/>
                    <a:pt x="18203" y="31278"/>
                    <a:pt x="18204" y="31247"/>
                  </a:cubicBezTo>
                  <a:lnTo>
                    <a:pt x="18204" y="31247"/>
                  </a:lnTo>
                  <a:cubicBezTo>
                    <a:pt x="18013" y="30653"/>
                    <a:pt x="17772" y="30069"/>
                    <a:pt x="17548" y="29470"/>
                  </a:cubicBezTo>
                  <a:cubicBezTo>
                    <a:pt x="17087" y="28369"/>
                    <a:pt x="16645" y="27304"/>
                    <a:pt x="16331" y="26179"/>
                  </a:cubicBezTo>
                  <a:close/>
                  <a:moveTo>
                    <a:pt x="14147" y="26543"/>
                  </a:moveTo>
                  <a:lnTo>
                    <a:pt x="14147" y="26543"/>
                  </a:lnTo>
                  <a:cubicBezTo>
                    <a:pt x="12391" y="28547"/>
                    <a:pt x="10342" y="30236"/>
                    <a:pt x="8045" y="31474"/>
                  </a:cubicBezTo>
                  <a:cubicBezTo>
                    <a:pt x="7392" y="31812"/>
                    <a:pt x="6739" y="32150"/>
                    <a:pt x="6041" y="32352"/>
                  </a:cubicBezTo>
                  <a:cubicBezTo>
                    <a:pt x="6964" y="31429"/>
                    <a:pt x="7865" y="30528"/>
                    <a:pt x="8901" y="29740"/>
                  </a:cubicBezTo>
                  <a:cubicBezTo>
                    <a:pt x="10004" y="28862"/>
                    <a:pt x="11198" y="28096"/>
                    <a:pt x="12414" y="27443"/>
                  </a:cubicBezTo>
                  <a:cubicBezTo>
                    <a:pt x="12976" y="27151"/>
                    <a:pt x="13584" y="26880"/>
                    <a:pt x="14147" y="26543"/>
                  </a:cubicBezTo>
                  <a:close/>
                  <a:moveTo>
                    <a:pt x="14598" y="26475"/>
                  </a:moveTo>
                  <a:cubicBezTo>
                    <a:pt x="15093" y="27601"/>
                    <a:pt x="15588" y="28682"/>
                    <a:pt x="15949" y="29853"/>
                  </a:cubicBezTo>
                  <a:cubicBezTo>
                    <a:pt x="16377" y="31136"/>
                    <a:pt x="16624" y="32487"/>
                    <a:pt x="16624" y="33838"/>
                  </a:cubicBezTo>
                  <a:cubicBezTo>
                    <a:pt x="16624" y="34536"/>
                    <a:pt x="16534" y="35212"/>
                    <a:pt x="16489" y="35933"/>
                  </a:cubicBezTo>
                  <a:lnTo>
                    <a:pt x="15971" y="34311"/>
                  </a:lnTo>
                  <a:cubicBezTo>
                    <a:pt x="15769" y="33681"/>
                    <a:pt x="15588" y="33028"/>
                    <a:pt x="15408" y="32375"/>
                  </a:cubicBezTo>
                  <a:cubicBezTo>
                    <a:pt x="15071" y="31046"/>
                    <a:pt x="14800" y="29695"/>
                    <a:pt x="14688" y="28344"/>
                  </a:cubicBezTo>
                  <a:cubicBezTo>
                    <a:pt x="14620" y="27736"/>
                    <a:pt x="14598" y="27083"/>
                    <a:pt x="14598" y="26475"/>
                  </a:cubicBezTo>
                  <a:close/>
                  <a:moveTo>
                    <a:pt x="13900" y="27984"/>
                  </a:moveTo>
                  <a:lnTo>
                    <a:pt x="13900" y="27984"/>
                  </a:lnTo>
                  <a:cubicBezTo>
                    <a:pt x="13720" y="28637"/>
                    <a:pt x="13562" y="29290"/>
                    <a:pt x="13359" y="29920"/>
                  </a:cubicBezTo>
                  <a:cubicBezTo>
                    <a:pt x="13044" y="30776"/>
                    <a:pt x="12639" y="31609"/>
                    <a:pt x="12166" y="32375"/>
                  </a:cubicBezTo>
                  <a:cubicBezTo>
                    <a:pt x="11445" y="33613"/>
                    <a:pt x="10522" y="34762"/>
                    <a:pt x="9509" y="35820"/>
                  </a:cubicBezTo>
                  <a:cubicBezTo>
                    <a:pt x="9013" y="36315"/>
                    <a:pt x="8473" y="36833"/>
                    <a:pt x="7978" y="37306"/>
                  </a:cubicBezTo>
                  <a:cubicBezTo>
                    <a:pt x="8315" y="35707"/>
                    <a:pt x="9284" y="34289"/>
                    <a:pt x="10207" y="32960"/>
                  </a:cubicBezTo>
                  <a:cubicBezTo>
                    <a:pt x="10725" y="32240"/>
                    <a:pt x="11265" y="31542"/>
                    <a:pt x="11828" y="30821"/>
                  </a:cubicBezTo>
                  <a:cubicBezTo>
                    <a:pt x="12346" y="30213"/>
                    <a:pt x="12886" y="29583"/>
                    <a:pt x="13337" y="28907"/>
                  </a:cubicBezTo>
                  <a:cubicBezTo>
                    <a:pt x="13517" y="28637"/>
                    <a:pt x="13720" y="28322"/>
                    <a:pt x="13900" y="27984"/>
                  </a:cubicBezTo>
                  <a:close/>
                  <a:moveTo>
                    <a:pt x="8547" y="1"/>
                  </a:moveTo>
                  <a:cubicBezTo>
                    <a:pt x="8463" y="1"/>
                    <a:pt x="8394" y="112"/>
                    <a:pt x="8428" y="197"/>
                  </a:cubicBezTo>
                  <a:cubicBezTo>
                    <a:pt x="8676" y="647"/>
                    <a:pt x="8991" y="1053"/>
                    <a:pt x="9284" y="1480"/>
                  </a:cubicBezTo>
                  <a:cubicBezTo>
                    <a:pt x="9554" y="1863"/>
                    <a:pt x="9801" y="2291"/>
                    <a:pt x="10072" y="2674"/>
                  </a:cubicBezTo>
                  <a:lnTo>
                    <a:pt x="10139" y="2854"/>
                  </a:lnTo>
                  <a:cubicBezTo>
                    <a:pt x="10117" y="3102"/>
                    <a:pt x="10094" y="3394"/>
                    <a:pt x="10072" y="3642"/>
                  </a:cubicBezTo>
                  <a:cubicBezTo>
                    <a:pt x="9801" y="4408"/>
                    <a:pt x="9329" y="5106"/>
                    <a:pt x="8788" y="5691"/>
                  </a:cubicBezTo>
                  <a:cubicBezTo>
                    <a:pt x="8000" y="6592"/>
                    <a:pt x="7077" y="7358"/>
                    <a:pt x="6244" y="8191"/>
                  </a:cubicBezTo>
                  <a:cubicBezTo>
                    <a:pt x="4622" y="9834"/>
                    <a:pt x="3204" y="11613"/>
                    <a:pt x="1965" y="13527"/>
                  </a:cubicBezTo>
                  <a:cubicBezTo>
                    <a:pt x="1245" y="14586"/>
                    <a:pt x="637" y="15712"/>
                    <a:pt x="51" y="16860"/>
                  </a:cubicBezTo>
                  <a:cubicBezTo>
                    <a:pt x="0" y="16928"/>
                    <a:pt x="52" y="16996"/>
                    <a:pt x="119" y="16996"/>
                  </a:cubicBezTo>
                  <a:cubicBezTo>
                    <a:pt x="141" y="16996"/>
                    <a:pt x="164" y="16989"/>
                    <a:pt x="186" y="16973"/>
                  </a:cubicBezTo>
                  <a:cubicBezTo>
                    <a:pt x="2213" y="15712"/>
                    <a:pt x="4127" y="14248"/>
                    <a:pt x="5793" y="12514"/>
                  </a:cubicBezTo>
                  <a:cubicBezTo>
                    <a:pt x="7415" y="10758"/>
                    <a:pt x="8743" y="8754"/>
                    <a:pt x="9554" y="6502"/>
                  </a:cubicBezTo>
                  <a:cubicBezTo>
                    <a:pt x="9869" y="5601"/>
                    <a:pt x="10117" y="4678"/>
                    <a:pt x="10229" y="3755"/>
                  </a:cubicBezTo>
                  <a:cubicBezTo>
                    <a:pt x="10274" y="3575"/>
                    <a:pt x="10342" y="3372"/>
                    <a:pt x="10364" y="3214"/>
                  </a:cubicBezTo>
                  <a:cubicBezTo>
                    <a:pt x="10702" y="3777"/>
                    <a:pt x="11040" y="4363"/>
                    <a:pt x="11355" y="4948"/>
                  </a:cubicBezTo>
                  <a:cubicBezTo>
                    <a:pt x="11355" y="5961"/>
                    <a:pt x="10792" y="6862"/>
                    <a:pt x="10229" y="7695"/>
                  </a:cubicBezTo>
                  <a:cubicBezTo>
                    <a:pt x="9576" y="8596"/>
                    <a:pt x="8923" y="9452"/>
                    <a:pt x="8360" y="10420"/>
                  </a:cubicBezTo>
                  <a:cubicBezTo>
                    <a:pt x="7189" y="12379"/>
                    <a:pt x="6221" y="14473"/>
                    <a:pt x="5320" y="16590"/>
                  </a:cubicBezTo>
                  <a:cubicBezTo>
                    <a:pt x="4825" y="17783"/>
                    <a:pt x="4352" y="18999"/>
                    <a:pt x="3834" y="20215"/>
                  </a:cubicBezTo>
                  <a:cubicBezTo>
                    <a:pt x="3817" y="20286"/>
                    <a:pt x="3869" y="20371"/>
                    <a:pt x="3924" y="20371"/>
                  </a:cubicBezTo>
                  <a:cubicBezTo>
                    <a:pt x="3940" y="20371"/>
                    <a:pt x="3955" y="20365"/>
                    <a:pt x="3969" y="20350"/>
                  </a:cubicBezTo>
                  <a:cubicBezTo>
                    <a:pt x="4983" y="19742"/>
                    <a:pt x="5996" y="19112"/>
                    <a:pt x="6942" y="18391"/>
                  </a:cubicBezTo>
                  <a:cubicBezTo>
                    <a:pt x="7797" y="17671"/>
                    <a:pt x="8540" y="16860"/>
                    <a:pt x="9148" y="15914"/>
                  </a:cubicBezTo>
                  <a:cubicBezTo>
                    <a:pt x="10432" y="13933"/>
                    <a:pt x="11017" y="11591"/>
                    <a:pt x="11265" y="9272"/>
                  </a:cubicBezTo>
                  <a:cubicBezTo>
                    <a:pt x="11400" y="8101"/>
                    <a:pt x="11468" y="6952"/>
                    <a:pt x="11490" y="5804"/>
                  </a:cubicBezTo>
                  <a:cubicBezTo>
                    <a:pt x="11513" y="5669"/>
                    <a:pt x="11558" y="5556"/>
                    <a:pt x="11580" y="5398"/>
                  </a:cubicBezTo>
                  <a:cubicBezTo>
                    <a:pt x="12278" y="6840"/>
                    <a:pt x="12909" y="8303"/>
                    <a:pt x="13404" y="9834"/>
                  </a:cubicBezTo>
                  <a:cubicBezTo>
                    <a:pt x="13292" y="11636"/>
                    <a:pt x="12031" y="13100"/>
                    <a:pt x="10995" y="14496"/>
                  </a:cubicBezTo>
                  <a:cubicBezTo>
                    <a:pt x="9824" y="16027"/>
                    <a:pt x="8878" y="17716"/>
                    <a:pt x="7955" y="19359"/>
                  </a:cubicBezTo>
                  <a:lnTo>
                    <a:pt x="6266" y="22399"/>
                  </a:lnTo>
                  <a:cubicBezTo>
                    <a:pt x="6232" y="22450"/>
                    <a:pt x="6275" y="22513"/>
                    <a:pt x="6326" y="22513"/>
                  </a:cubicBezTo>
                  <a:cubicBezTo>
                    <a:pt x="6344" y="22513"/>
                    <a:pt x="6362" y="22506"/>
                    <a:pt x="6379" y="22489"/>
                  </a:cubicBezTo>
                  <a:cubicBezTo>
                    <a:pt x="8068" y="21454"/>
                    <a:pt x="9644" y="20125"/>
                    <a:pt x="10837" y="18571"/>
                  </a:cubicBezTo>
                  <a:cubicBezTo>
                    <a:pt x="12076" y="16973"/>
                    <a:pt x="13021" y="15126"/>
                    <a:pt x="13427" y="13122"/>
                  </a:cubicBezTo>
                  <a:cubicBezTo>
                    <a:pt x="13607" y="12311"/>
                    <a:pt x="13697" y="11456"/>
                    <a:pt x="13697" y="10645"/>
                  </a:cubicBezTo>
                  <a:lnTo>
                    <a:pt x="13765" y="10893"/>
                  </a:lnTo>
                  <a:cubicBezTo>
                    <a:pt x="14418" y="13167"/>
                    <a:pt x="14823" y="15509"/>
                    <a:pt x="14958" y="17873"/>
                  </a:cubicBezTo>
                  <a:cubicBezTo>
                    <a:pt x="12368" y="19112"/>
                    <a:pt x="10027" y="20913"/>
                    <a:pt x="8180" y="23120"/>
                  </a:cubicBezTo>
                  <a:cubicBezTo>
                    <a:pt x="7640" y="23728"/>
                    <a:pt x="7122" y="24403"/>
                    <a:pt x="6671" y="25079"/>
                  </a:cubicBezTo>
                  <a:cubicBezTo>
                    <a:pt x="6635" y="25153"/>
                    <a:pt x="6703" y="25226"/>
                    <a:pt x="6778" y="25226"/>
                  </a:cubicBezTo>
                  <a:cubicBezTo>
                    <a:pt x="6795" y="25226"/>
                    <a:pt x="6813" y="25222"/>
                    <a:pt x="6829" y="25214"/>
                  </a:cubicBezTo>
                  <a:cubicBezTo>
                    <a:pt x="9531" y="23998"/>
                    <a:pt x="12076" y="22309"/>
                    <a:pt x="13922" y="19900"/>
                  </a:cubicBezTo>
                  <a:cubicBezTo>
                    <a:pt x="14328" y="19382"/>
                    <a:pt x="14710" y="18774"/>
                    <a:pt x="14981" y="18189"/>
                  </a:cubicBezTo>
                  <a:lnTo>
                    <a:pt x="14981" y="18189"/>
                  </a:lnTo>
                  <a:cubicBezTo>
                    <a:pt x="15048" y="19585"/>
                    <a:pt x="15003" y="20981"/>
                    <a:pt x="14890" y="22377"/>
                  </a:cubicBezTo>
                  <a:cubicBezTo>
                    <a:pt x="13607" y="22895"/>
                    <a:pt x="12391" y="23458"/>
                    <a:pt x="11220" y="24201"/>
                  </a:cubicBezTo>
                  <a:cubicBezTo>
                    <a:pt x="10004" y="24989"/>
                    <a:pt x="8878" y="25935"/>
                    <a:pt x="7887" y="26970"/>
                  </a:cubicBezTo>
                  <a:cubicBezTo>
                    <a:pt x="7324" y="27556"/>
                    <a:pt x="6852" y="28209"/>
                    <a:pt x="6334" y="28884"/>
                  </a:cubicBezTo>
                  <a:cubicBezTo>
                    <a:pt x="6297" y="28958"/>
                    <a:pt x="6320" y="29032"/>
                    <a:pt x="6391" y="29032"/>
                  </a:cubicBezTo>
                  <a:cubicBezTo>
                    <a:pt x="6407" y="29032"/>
                    <a:pt x="6426" y="29028"/>
                    <a:pt x="6446" y="29020"/>
                  </a:cubicBezTo>
                  <a:cubicBezTo>
                    <a:pt x="7122" y="28794"/>
                    <a:pt x="7775" y="28502"/>
                    <a:pt x="8428" y="28186"/>
                  </a:cubicBezTo>
                  <a:cubicBezTo>
                    <a:pt x="9081" y="27849"/>
                    <a:pt x="9689" y="27466"/>
                    <a:pt x="10319" y="27083"/>
                  </a:cubicBezTo>
                  <a:cubicBezTo>
                    <a:pt x="11490" y="26295"/>
                    <a:pt x="12616" y="25372"/>
                    <a:pt x="13607" y="24291"/>
                  </a:cubicBezTo>
                  <a:cubicBezTo>
                    <a:pt x="14080" y="23795"/>
                    <a:pt x="14508" y="23255"/>
                    <a:pt x="14890" y="22670"/>
                  </a:cubicBezTo>
                  <a:lnTo>
                    <a:pt x="14890" y="22670"/>
                  </a:lnTo>
                  <a:cubicBezTo>
                    <a:pt x="14868" y="22895"/>
                    <a:pt x="14845" y="23120"/>
                    <a:pt x="14845" y="23345"/>
                  </a:cubicBezTo>
                  <a:cubicBezTo>
                    <a:pt x="14733" y="24291"/>
                    <a:pt x="14598" y="25214"/>
                    <a:pt x="14395" y="26182"/>
                  </a:cubicBezTo>
                  <a:cubicBezTo>
                    <a:pt x="13832" y="26588"/>
                    <a:pt x="13202" y="26813"/>
                    <a:pt x="12594" y="27106"/>
                  </a:cubicBezTo>
                  <a:cubicBezTo>
                    <a:pt x="11963" y="27443"/>
                    <a:pt x="11355" y="27781"/>
                    <a:pt x="10770" y="28186"/>
                  </a:cubicBezTo>
                  <a:cubicBezTo>
                    <a:pt x="9576" y="28952"/>
                    <a:pt x="8473" y="29785"/>
                    <a:pt x="7437" y="30753"/>
                  </a:cubicBezTo>
                  <a:cubicBezTo>
                    <a:pt x="6852" y="31271"/>
                    <a:pt x="6266" y="31834"/>
                    <a:pt x="5748" y="32465"/>
                  </a:cubicBezTo>
                  <a:cubicBezTo>
                    <a:pt x="5709" y="32543"/>
                    <a:pt x="5738" y="32604"/>
                    <a:pt x="5820" y="32604"/>
                  </a:cubicBezTo>
                  <a:cubicBezTo>
                    <a:pt x="5832" y="32604"/>
                    <a:pt x="5846" y="32603"/>
                    <a:pt x="5861" y="32600"/>
                  </a:cubicBezTo>
                  <a:cubicBezTo>
                    <a:pt x="7279" y="32217"/>
                    <a:pt x="8563" y="31474"/>
                    <a:pt x="9756" y="30663"/>
                  </a:cubicBezTo>
                  <a:cubicBezTo>
                    <a:pt x="10927" y="29898"/>
                    <a:pt x="12008" y="28997"/>
                    <a:pt x="13021" y="28006"/>
                  </a:cubicBezTo>
                  <a:cubicBezTo>
                    <a:pt x="13494" y="27556"/>
                    <a:pt x="13922" y="27061"/>
                    <a:pt x="14328" y="26543"/>
                  </a:cubicBezTo>
                  <a:lnTo>
                    <a:pt x="14328" y="26543"/>
                  </a:lnTo>
                  <a:cubicBezTo>
                    <a:pt x="14305" y="26633"/>
                    <a:pt x="14305" y="26723"/>
                    <a:pt x="14282" y="26813"/>
                  </a:cubicBezTo>
                  <a:cubicBezTo>
                    <a:pt x="14035" y="27488"/>
                    <a:pt x="13720" y="28074"/>
                    <a:pt x="13292" y="28659"/>
                  </a:cubicBezTo>
                  <a:cubicBezTo>
                    <a:pt x="12841" y="29335"/>
                    <a:pt x="12301" y="29965"/>
                    <a:pt x="11806" y="30573"/>
                  </a:cubicBezTo>
                  <a:cubicBezTo>
                    <a:pt x="10702" y="31924"/>
                    <a:pt x="9644" y="33343"/>
                    <a:pt x="8788" y="34874"/>
                  </a:cubicBezTo>
                  <a:cubicBezTo>
                    <a:pt x="8338" y="35707"/>
                    <a:pt x="8000" y="36608"/>
                    <a:pt x="7842" y="37509"/>
                  </a:cubicBezTo>
                  <a:cubicBezTo>
                    <a:pt x="7814" y="37580"/>
                    <a:pt x="7867" y="37624"/>
                    <a:pt x="7921" y="37624"/>
                  </a:cubicBezTo>
                  <a:cubicBezTo>
                    <a:pt x="7952" y="37624"/>
                    <a:pt x="7984" y="37609"/>
                    <a:pt x="8000" y="37576"/>
                  </a:cubicBezTo>
                  <a:cubicBezTo>
                    <a:pt x="10139" y="35640"/>
                    <a:pt x="12143" y="33365"/>
                    <a:pt x="13269" y="30686"/>
                  </a:cubicBezTo>
                  <a:cubicBezTo>
                    <a:pt x="13539" y="30078"/>
                    <a:pt x="13742" y="29425"/>
                    <a:pt x="13877" y="28749"/>
                  </a:cubicBezTo>
                  <a:cubicBezTo>
                    <a:pt x="14102" y="28006"/>
                    <a:pt x="14305" y="27286"/>
                    <a:pt x="14508" y="26520"/>
                  </a:cubicBezTo>
                  <a:lnTo>
                    <a:pt x="14508" y="26520"/>
                  </a:lnTo>
                  <a:cubicBezTo>
                    <a:pt x="14485" y="29065"/>
                    <a:pt x="15116" y="31564"/>
                    <a:pt x="15836" y="33951"/>
                  </a:cubicBezTo>
                  <a:cubicBezTo>
                    <a:pt x="16061" y="34717"/>
                    <a:pt x="16309" y="35437"/>
                    <a:pt x="16534" y="36203"/>
                  </a:cubicBezTo>
                  <a:cubicBezTo>
                    <a:pt x="16546" y="36248"/>
                    <a:pt x="16579" y="36270"/>
                    <a:pt x="16613" y="36270"/>
                  </a:cubicBezTo>
                  <a:cubicBezTo>
                    <a:pt x="16647" y="36270"/>
                    <a:pt x="16681" y="36248"/>
                    <a:pt x="16692" y="36203"/>
                  </a:cubicBezTo>
                  <a:cubicBezTo>
                    <a:pt x="16985" y="34829"/>
                    <a:pt x="16985" y="33365"/>
                    <a:pt x="16782" y="31947"/>
                  </a:cubicBezTo>
                  <a:cubicBezTo>
                    <a:pt x="16579" y="30596"/>
                    <a:pt x="16129" y="29335"/>
                    <a:pt x="15634" y="28074"/>
                  </a:cubicBezTo>
                  <a:cubicBezTo>
                    <a:pt x="15341" y="27376"/>
                    <a:pt x="15003" y="26700"/>
                    <a:pt x="14710" y="25980"/>
                  </a:cubicBezTo>
                  <a:lnTo>
                    <a:pt x="14710" y="25935"/>
                  </a:lnTo>
                  <a:cubicBezTo>
                    <a:pt x="14710" y="25867"/>
                    <a:pt x="14665" y="25845"/>
                    <a:pt x="14643" y="25845"/>
                  </a:cubicBezTo>
                  <a:cubicBezTo>
                    <a:pt x="14778" y="25237"/>
                    <a:pt x="14890" y="24629"/>
                    <a:pt x="14981" y="24021"/>
                  </a:cubicBezTo>
                  <a:cubicBezTo>
                    <a:pt x="15071" y="23480"/>
                    <a:pt x="15116" y="22985"/>
                    <a:pt x="15183" y="22444"/>
                  </a:cubicBezTo>
                  <a:cubicBezTo>
                    <a:pt x="15472" y="22964"/>
                    <a:pt x="15665" y="23524"/>
                    <a:pt x="15822" y="24099"/>
                  </a:cubicBezTo>
                  <a:lnTo>
                    <a:pt x="15822" y="24099"/>
                  </a:lnTo>
                  <a:cubicBezTo>
                    <a:pt x="15687" y="23556"/>
                    <a:pt x="15490" y="23036"/>
                    <a:pt x="15251" y="22557"/>
                  </a:cubicBezTo>
                  <a:lnTo>
                    <a:pt x="15251" y="22557"/>
                  </a:lnTo>
                  <a:cubicBezTo>
                    <a:pt x="16940" y="24471"/>
                    <a:pt x="17998" y="26903"/>
                    <a:pt x="18201" y="29470"/>
                  </a:cubicBezTo>
                  <a:cubicBezTo>
                    <a:pt x="18243" y="30070"/>
                    <a:pt x="18225" y="30649"/>
                    <a:pt x="18204" y="31247"/>
                  </a:cubicBezTo>
                  <a:lnTo>
                    <a:pt x="18204" y="31247"/>
                  </a:lnTo>
                  <a:cubicBezTo>
                    <a:pt x="18242" y="31367"/>
                    <a:pt x="18279" y="31488"/>
                    <a:pt x="18313" y="31609"/>
                  </a:cubicBezTo>
                  <a:cubicBezTo>
                    <a:pt x="18324" y="31651"/>
                    <a:pt x="18354" y="31669"/>
                    <a:pt x="18383" y="31669"/>
                  </a:cubicBezTo>
                  <a:cubicBezTo>
                    <a:pt x="18416" y="31669"/>
                    <a:pt x="18448" y="31645"/>
                    <a:pt x="18448" y="31609"/>
                  </a:cubicBezTo>
                  <a:cubicBezTo>
                    <a:pt x="18651" y="30326"/>
                    <a:pt x="18493" y="28907"/>
                    <a:pt x="18223" y="27623"/>
                  </a:cubicBezTo>
                  <a:cubicBezTo>
                    <a:pt x="17908" y="26295"/>
                    <a:pt x="17367" y="25034"/>
                    <a:pt x="16647" y="23886"/>
                  </a:cubicBezTo>
                  <a:cubicBezTo>
                    <a:pt x="16242" y="23233"/>
                    <a:pt x="15746" y="22647"/>
                    <a:pt x="15228" y="22107"/>
                  </a:cubicBezTo>
                  <a:cubicBezTo>
                    <a:pt x="15341" y="20846"/>
                    <a:pt x="15386" y="19540"/>
                    <a:pt x="15318" y="18279"/>
                  </a:cubicBezTo>
                  <a:lnTo>
                    <a:pt x="15318" y="18279"/>
                  </a:lnTo>
                  <a:cubicBezTo>
                    <a:pt x="15521" y="18842"/>
                    <a:pt x="15746" y="19382"/>
                    <a:pt x="15971" y="19900"/>
                  </a:cubicBezTo>
                  <a:cubicBezTo>
                    <a:pt x="16287" y="20620"/>
                    <a:pt x="16647" y="21319"/>
                    <a:pt x="17007" y="21994"/>
                  </a:cubicBezTo>
                  <a:cubicBezTo>
                    <a:pt x="17367" y="22670"/>
                    <a:pt x="17795" y="23345"/>
                    <a:pt x="18223" y="23998"/>
                  </a:cubicBezTo>
                  <a:cubicBezTo>
                    <a:pt x="18616" y="24587"/>
                    <a:pt x="19026" y="25142"/>
                    <a:pt x="19423" y="25708"/>
                  </a:cubicBezTo>
                  <a:lnTo>
                    <a:pt x="19423" y="25708"/>
                  </a:lnTo>
                  <a:cubicBezTo>
                    <a:pt x="19097" y="25236"/>
                    <a:pt x="18755" y="24775"/>
                    <a:pt x="18448" y="24291"/>
                  </a:cubicBezTo>
                  <a:cubicBezTo>
                    <a:pt x="17570" y="22985"/>
                    <a:pt x="16827" y="21589"/>
                    <a:pt x="16174" y="20193"/>
                  </a:cubicBezTo>
                  <a:cubicBezTo>
                    <a:pt x="15836" y="19427"/>
                    <a:pt x="15476" y="18639"/>
                    <a:pt x="15183" y="17851"/>
                  </a:cubicBezTo>
                  <a:lnTo>
                    <a:pt x="15183" y="17851"/>
                  </a:lnTo>
                  <a:cubicBezTo>
                    <a:pt x="16377" y="18706"/>
                    <a:pt x="17210" y="19967"/>
                    <a:pt x="17975" y="21206"/>
                  </a:cubicBezTo>
                  <a:cubicBezTo>
                    <a:pt x="18876" y="22602"/>
                    <a:pt x="19777" y="24043"/>
                    <a:pt x="20317" y="25642"/>
                  </a:cubicBezTo>
                  <a:cubicBezTo>
                    <a:pt x="20565" y="26430"/>
                    <a:pt x="20723" y="27218"/>
                    <a:pt x="20790" y="28051"/>
                  </a:cubicBezTo>
                  <a:cubicBezTo>
                    <a:pt x="20611" y="27707"/>
                    <a:pt x="20433" y="27362"/>
                    <a:pt x="20246" y="27026"/>
                  </a:cubicBezTo>
                  <a:lnTo>
                    <a:pt x="20246" y="27026"/>
                  </a:lnTo>
                  <a:cubicBezTo>
                    <a:pt x="20486" y="27476"/>
                    <a:pt x="20702" y="27940"/>
                    <a:pt x="20925" y="28412"/>
                  </a:cubicBezTo>
                  <a:cubicBezTo>
                    <a:pt x="20940" y="28442"/>
                    <a:pt x="20963" y="28454"/>
                    <a:pt x="20986" y="28454"/>
                  </a:cubicBezTo>
                  <a:cubicBezTo>
                    <a:pt x="21033" y="28454"/>
                    <a:pt x="21083" y="28404"/>
                    <a:pt x="21083" y="28344"/>
                  </a:cubicBezTo>
                  <a:cubicBezTo>
                    <a:pt x="21083" y="26655"/>
                    <a:pt x="20475" y="25034"/>
                    <a:pt x="19709" y="23548"/>
                  </a:cubicBezTo>
                  <a:cubicBezTo>
                    <a:pt x="19326" y="22760"/>
                    <a:pt x="18831" y="22017"/>
                    <a:pt x="18381" y="21296"/>
                  </a:cubicBezTo>
                  <a:cubicBezTo>
                    <a:pt x="17975" y="20643"/>
                    <a:pt x="17570" y="19967"/>
                    <a:pt x="17097" y="19337"/>
                  </a:cubicBezTo>
                  <a:cubicBezTo>
                    <a:pt x="16579" y="18661"/>
                    <a:pt x="15994" y="18076"/>
                    <a:pt x="15296" y="17603"/>
                  </a:cubicBezTo>
                  <a:cubicBezTo>
                    <a:pt x="15228" y="16747"/>
                    <a:pt x="15161" y="15914"/>
                    <a:pt x="15048" y="15059"/>
                  </a:cubicBezTo>
                  <a:lnTo>
                    <a:pt x="15048" y="15059"/>
                  </a:lnTo>
                  <a:cubicBezTo>
                    <a:pt x="15949" y="16297"/>
                    <a:pt x="16849" y="17536"/>
                    <a:pt x="17908" y="18639"/>
                  </a:cubicBezTo>
                  <a:cubicBezTo>
                    <a:pt x="18471" y="19224"/>
                    <a:pt x="19101" y="19787"/>
                    <a:pt x="19732" y="20283"/>
                  </a:cubicBezTo>
                  <a:cubicBezTo>
                    <a:pt x="20009" y="20483"/>
                    <a:pt x="20302" y="20667"/>
                    <a:pt x="20601" y="20844"/>
                  </a:cubicBezTo>
                  <a:lnTo>
                    <a:pt x="20601" y="20844"/>
                  </a:lnTo>
                  <a:cubicBezTo>
                    <a:pt x="20405" y="20717"/>
                    <a:pt x="20212" y="20584"/>
                    <a:pt x="20024" y="20440"/>
                  </a:cubicBezTo>
                  <a:cubicBezTo>
                    <a:pt x="18673" y="19495"/>
                    <a:pt x="17570" y="18279"/>
                    <a:pt x="16557" y="16973"/>
                  </a:cubicBezTo>
                  <a:cubicBezTo>
                    <a:pt x="16061" y="16342"/>
                    <a:pt x="15543" y="15667"/>
                    <a:pt x="15071" y="14946"/>
                  </a:cubicBezTo>
                  <a:lnTo>
                    <a:pt x="15071" y="14946"/>
                  </a:lnTo>
                  <a:cubicBezTo>
                    <a:pt x="18110" y="16117"/>
                    <a:pt x="20813" y="18144"/>
                    <a:pt x="22682" y="20778"/>
                  </a:cubicBezTo>
                  <a:cubicBezTo>
                    <a:pt x="23137" y="21450"/>
                    <a:pt x="23508" y="22163"/>
                    <a:pt x="23897" y="22859"/>
                  </a:cubicBezTo>
                  <a:lnTo>
                    <a:pt x="23897" y="22859"/>
                  </a:lnTo>
                  <a:cubicBezTo>
                    <a:pt x="24005" y="22949"/>
                    <a:pt x="24111" y="23044"/>
                    <a:pt x="24213" y="23142"/>
                  </a:cubicBezTo>
                  <a:cubicBezTo>
                    <a:pt x="24233" y="23163"/>
                    <a:pt x="24254" y="23171"/>
                    <a:pt x="24272" y="23171"/>
                  </a:cubicBezTo>
                  <a:cubicBezTo>
                    <a:pt x="24313" y="23171"/>
                    <a:pt x="24341" y="23129"/>
                    <a:pt x="24325" y="23097"/>
                  </a:cubicBezTo>
                  <a:cubicBezTo>
                    <a:pt x="24010" y="22309"/>
                    <a:pt x="23605" y="21566"/>
                    <a:pt x="23109" y="20868"/>
                  </a:cubicBezTo>
                  <a:cubicBezTo>
                    <a:pt x="22637" y="20170"/>
                    <a:pt x="22141" y="19517"/>
                    <a:pt x="21533" y="18887"/>
                  </a:cubicBezTo>
                  <a:cubicBezTo>
                    <a:pt x="20385" y="17648"/>
                    <a:pt x="19034" y="16567"/>
                    <a:pt x="17525" y="15734"/>
                  </a:cubicBezTo>
                  <a:cubicBezTo>
                    <a:pt x="16737" y="15329"/>
                    <a:pt x="15881" y="14991"/>
                    <a:pt x="15048" y="14698"/>
                  </a:cubicBezTo>
                  <a:cubicBezTo>
                    <a:pt x="15048" y="14698"/>
                    <a:pt x="15048" y="14676"/>
                    <a:pt x="15003" y="14676"/>
                  </a:cubicBezTo>
                  <a:cubicBezTo>
                    <a:pt x="14981" y="14653"/>
                    <a:pt x="14981" y="14653"/>
                    <a:pt x="14958" y="14653"/>
                  </a:cubicBezTo>
                  <a:cubicBezTo>
                    <a:pt x="14733" y="13100"/>
                    <a:pt x="14373" y="11546"/>
                    <a:pt x="13922" y="10037"/>
                  </a:cubicBezTo>
                  <a:lnTo>
                    <a:pt x="13922" y="10037"/>
                  </a:lnTo>
                  <a:cubicBezTo>
                    <a:pt x="13982" y="10122"/>
                    <a:pt x="14042" y="10206"/>
                    <a:pt x="14104" y="10290"/>
                  </a:cubicBezTo>
                  <a:lnTo>
                    <a:pt x="14104" y="10290"/>
                  </a:lnTo>
                  <a:cubicBezTo>
                    <a:pt x="13981" y="10120"/>
                    <a:pt x="13861" y="9945"/>
                    <a:pt x="13742" y="9767"/>
                  </a:cubicBezTo>
                  <a:lnTo>
                    <a:pt x="13742" y="9767"/>
                  </a:lnTo>
                  <a:cubicBezTo>
                    <a:pt x="15048" y="10713"/>
                    <a:pt x="16669" y="11073"/>
                    <a:pt x="18065" y="11794"/>
                  </a:cubicBezTo>
                  <a:cubicBezTo>
                    <a:pt x="19574" y="12582"/>
                    <a:pt x="20948" y="13595"/>
                    <a:pt x="22164" y="14811"/>
                  </a:cubicBezTo>
                  <a:cubicBezTo>
                    <a:pt x="22674" y="15300"/>
                    <a:pt x="23110" y="15845"/>
                    <a:pt x="23522" y="16379"/>
                  </a:cubicBezTo>
                  <a:lnTo>
                    <a:pt x="23522" y="16379"/>
                  </a:lnTo>
                  <a:cubicBezTo>
                    <a:pt x="23757" y="16558"/>
                    <a:pt x="23976" y="16754"/>
                    <a:pt x="24168" y="16973"/>
                  </a:cubicBezTo>
                  <a:cubicBezTo>
                    <a:pt x="24181" y="17000"/>
                    <a:pt x="24203" y="17010"/>
                    <a:pt x="24226" y="17010"/>
                  </a:cubicBezTo>
                  <a:cubicBezTo>
                    <a:pt x="24278" y="17010"/>
                    <a:pt x="24334" y="16952"/>
                    <a:pt x="24303" y="16905"/>
                  </a:cubicBezTo>
                  <a:cubicBezTo>
                    <a:pt x="23875" y="16162"/>
                    <a:pt x="23312" y="15486"/>
                    <a:pt x="22749" y="14878"/>
                  </a:cubicBezTo>
                  <a:cubicBezTo>
                    <a:pt x="22164" y="14225"/>
                    <a:pt x="21511" y="13662"/>
                    <a:pt x="20835" y="13122"/>
                  </a:cubicBezTo>
                  <a:cubicBezTo>
                    <a:pt x="20182" y="12627"/>
                    <a:pt x="19484" y="12176"/>
                    <a:pt x="18763" y="11771"/>
                  </a:cubicBezTo>
                  <a:cubicBezTo>
                    <a:pt x="17998" y="11343"/>
                    <a:pt x="17187" y="11050"/>
                    <a:pt x="16332" y="10735"/>
                  </a:cubicBezTo>
                  <a:cubicBezTo>
                    <a:pt x="15431" y="10397"/>
                    <a:pt x="14530" y="10060"/>
                    <a:pt x="13765" y="9497"/>
                  </a:cubicBezTo>
                  <a:cubicBezTo>
                    <a:pt x="13742" y="9474"/>
                    <a:pt x="13742" y="9429"/>
                    <a:pt x="13720" y="9407"/>
                  </a:cubicBezTo>
                  <a:cubicBezTo>
                    <a:pt x="13314" y="8168"/>
                    <a:pt x="12819" y="6952"/>
                    <a:pt x="12278" y="5781"/>
                  </a:cubicBezTo>
                  <a:cubicBezTo>
                    <a:pt x="12166" y="5556"/>
                    <a:pt x="12076" y="5353"/>
                    <a:pt x="11963" y="5128"/>
                  </a:cubicBezTo>
                  <a:lnTo>
                    <a:pt x="11963" y="5128"/>
                  </a:lnTo>
                  <a:cubicBezTo>
                    <a:pt x="14418" y="7740"/>
                    <a:pt x="17638" y="9992"/>
                    <a:pt x="21285" y="10420"/>
                  </a:cubicBezTo>
                  <a:cubicBezTo>
                    <a:pt x="21802" y="10482"/>
                    <a:pt x="22332" y="10511"/>
                    <a:pt x="22866" y="10511"/>
                  </a:cubicBezTo>
                  <a:cubicBezTo>
                    <a:pt x="23488" y="10511"/>
                    <a:pt x="24113" y="10472"/>
                    <a:pt x="24726" y="10401"/>
                  </a:cubicBezTo>
                  <a:lnTo>
                    <a:pt x="24726" y="10401"/>
                  </a:lnTo>
                  <a:cubicBezTo>
                    <a:pt x="24721" y="10367"/>
                    <a:pt x="24712" y="10309"/>
                    <a:pt x="24663" y="10285"/>
                  </a:cubicBezTo>
                  <a:cubicBezTo>
                    <a:pt x="23199" y="9181"/>
                    <a:pt x="21668" y="8191"/>
                    <a:pt x="19934" y="7515"/>
                  </a:cubicBezTo>
                  <a:cubicBezTo>
                    <a:pt x="19101" y="7177"/>
                    <a:pt x="18201" y="6930"/>
                    <a:pt x="17300" y="6727"/>
                  </a:cubicBezTo>
                  <a:cubicBezTo>
                    <a:pt x="16287" y="6547"/>
                    <a:pt x="15251" y="6434"/>
                    <a:pt x="14260" y="6142"/>
                  </a:cubicBezTo>
                  <a:cubicBezTo>
                    <a:pt x="13787" y="6006"/>
                    <a:pt x="13337" y="5804"/>
                    <a:pt x="12886" y="5556"/>
                  </a:cubicBezTo>
                  <a:cubicBezTo>
                    <a:pt x="12616" y="5421"/>
                    <a:pt x="12368" y="5218"/>
                    <a:pt x="12143" y="5016"/>
                  </a:cubicBezTo>
                  <a:cubicBezTo>
                    <a:pt x="11918" y="4813"/>
                    <a:pt x="11670" y="4655"/>
                    <a:pt x="11468" y="4408"/>
                  </a:cubicBezTo>
                  <a:cubicBezTo>
                    <a:pt x="11310" y="4183"/>
                    <a:pt x="11198" y="3890"/>
                    <a:pt x="11040" y="3642"/>
                  </a:cubicBezTo>
                  <a:cubicBezTo>
                    <a:pt x="10905" y="3349"/>
                    <a:pt x="10702" y="3102"/>
                    <a:pt x="10567" y="2831"/>
                  </a:cubicBezTo>
                  <a:cubicBezTo>
                    <a:pt x="10567" y="2786"/>
                    <a:pt x="10545" y="2786"/>
                    <a:pt x="10545" y="2764"/>
                  </a:cubicBezTo>
                  <a:lnTo>
                    <a:pt x="10545" y="2764"/>
                  </a:lnTo>
                  <a:cubicBezTo>
                    <a:pt x="11355" y="2876"/>
                    <a:pt x="12053" y="3304"/>
                    <a:pt x="12796" y="3665"/>
                  </a:cubicBezTo>
                  <a:cubicBezTo>
                    <a:pt x="13517" y="4070"/>
                    <a:pt x="14282" y="4363"/>
                    <a:pt x="15093" y="4633"/>
                  </a:cubicBezTo>
                  <a:cubicBezTo>
                    <a:pt x="16714" y="5128"/>
                    <a:pt x="18426" y="5376"/>
                    <a:pt x="20092" y="5534"/>
                  </a:cubicBezTo>
                  <a:cubicBezTo>
                    <a:pt x="21038" y="5601"/>
                    <a:pt x="22006" y="5669"/>
                    <a:pt x="22952" y="5759"/>
                  </a:cubicBezTo>
                  <a:cubicBezTo>
                    <a:pt x="23064" y="5759"/>
                    <a:pt x="23132" y="5646"/>
                    <a:pt x="23019" y="5556"/>
                  </a:cubicBezTo>
                  <a:cubicBezTo>
                    <a:pt x="21488" y="4633"/>
                    <a:pt x="19889" y="3845"/>
                    <a:pt x="18223" y="3214"/>
                  </a:cubicBezTo>
                  <a:cubicBezTo>
                    <a:pt x="16624" y="2606"/>
                    <a:pt x="14935" y="2178"/>
                    <a:pt x="13202" y="2088"/>
                  </a:cubicBezTo>
                  <a:cubicBezTo>
                    <a:pt x="12965" y="2077"/>
                    <a:pt x="12725" y="2069"/>
                    <a:pt x="12482" y="2069"/>
                  </a:cubicBezTo>
                  <a:cubicBezTo>
                    <a:pt x="11756" y="2069"/>
                    <a:pt x="11017" y="2145"/>
                    <a:pt x="10342" y="2449"/>
                  </a:cubicBezTo>
                  <a:cubicBezTo>
                    <a:pt x="10117" y="2088"/>
                    <a:pt x="9892" y="1751"/>
                    <a:pt x="9666" y="1390"/>
                  </a:cubicBezTo>
                  <a:cubicBezTo>
                    <a:pt x="9351" y="917"/>
                    <a:pt x="9013" y="467"/>
                    <a:pt x="8631" y="39"/>
                  </a:cubicBezTo>
                  <a:cubicBezTo>
                    <a:pt x="8603" y="12"/>
                    <a:pt x="8575" y="1"/>
                    <a:pt x="854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 rot="9000748">
              <a:off x="6595174" y="4220715"/>
              <a:ext cx="2254330" cy="851635"/>
            </a:xfrm>
            <a:custGeom>
              <a:avLst/>
              <a:gdLst/>
              <a:ahLst/>
              <a:cxnLst/>
              <a:rect l="l" t="t" r="r" b="b"/>
              <a:pathLst>
                <a:path w="60488" h="22851" extrusionOk="0">
                  <a:moveTo>
                    <a:pt x="45" y="1"/>
                  </a:moveTo>
                  <a:cubicBezTo>
                    <a:pt x="23" y="1"/>
                    <a:pt x="0" y="18"/>
                    <a:pt x="0" y="52"/>
                  </a:cubicBezTo>
                  <a:cubicBezTo>
                    <a:pt x="315" y="2078"/>
                    <a:pt x="856" y="4127"/>
                    <a:pt x="2004" y="5839"/>
                  </a:cubicBezTo>
                  <a:cubicBezTo>
                    <a:pt x="2567" y="6649"/>
                    <a:pt x="3243" y="7392"/>
                    <a:pt x="4098" y="7933"/>
                  </a:cubicBezTo>
                  <a:cubicBezTo>
                    <a:pt x="5067" y="8541"/>
                    <a:pt x="6237" y="8856"/>
                    <a:pt x="7386" y="8946"/>
                  </a:cubicBezTo>
                  <a:cubicBezTo>
                    <a:pt x="7633" y="8960"/>
                    <a:pt x="7880" y="8966"/>
                    <a:pt x="8128" y="8966"/>
                  </a:cubicBezTo>
                  <a:cubicBezTo>
                    <a:pt x="9103" y="8966"/>
                    <a:pt x="10083" y="8869"/>
                    <a:pt x="11034" y="8743"/>
                  </a:cubicBezTo>
                  <a:cubicBezTo>
                    <a:pt x="12221" y="8577"/>
                    <a:pt x="13408" y="8333"/>
                    <a:pt x="14577" y="8333"/>
                  </a:cubicBezTo>
                  <a:cubicBezTo>
                    <a:pt x="14672" y="8333"/>
                    <a:pt x="14767" y="8335"/>
                    <a:pt x="14862" y="8338"/>
                  </a:cubicBezTo>
                  <a:cubicBezTo>
                    <a:pt x="16100" y="8406"/>
                    <a:pt x="17114" y="8901"/>
                    <a:pt x="17947" y="9847"/>
                  </a:cubicBezTo>
                  <a:cubicBezTo>
                    <a:pt x="18645" y="10657"/>
                    <a:pt x="19118" y="11603"/>
                    <a:pt x="19703" y="12481"/>
                  </a:cubicBezTo>
                  <a:cubicBezTo>
                    <a:pt x="20919" y="14305"/>
                    <a:pt x="22698" y="15656"/>
                    <a:pt x="24815" y="16309"/>
                  </a:cubicBezTo>
                  <a:cubicBezTo>
                    <a:pt x="25753" y="16597"/>
                    <a:pt x="26700" y="16697"/>
                    <a:pt x="27651" y="16697"/>
                  </a:cubicBezTo>
                  <a:cubicBezTo>
                    <a:pt x="29234" y="16697"/>
                    <a:pt x="30827" y="16419"/>
                    <a:pt x="32403" y="16264"/>
                  </a:cubicBezTo>
                  <a:cubicBezTo>
                    <a:pt x="32986" y="16195"/>
                    <a:pt x="33574" y="16152"/>
                    <a:pt x="34158" y="16152"/>
                  </a:cubicBezTo>
                  <a:cubicBezTo>
                    <a:pt x="34904" y="16152"/>
                    <a:pt x="35646" y="16223"/>
                    <a:pt x="36366" y="16399"/>
                  </a:cubicBezTo>
                  <a:cubicBezTo>
                    <a:pt x="37492" y="16670"/>
                    <a:pt x="38573" y="17165"/>
                    <a:pt x="39586" y="17751"/>
                  </a:cubicBezTo>
                  <a:cubicBezTo>
                    <a:pt x="41590" y="18921"/>
                    <a:pt x="43392" y="20430"/>
                    <a:pt x="45531" y="21398"/>
                  </a:cubicBezTo>
                  <a:cubicBezTo>
                    <a:pt x="47602" y="22372"/>
                    <a:pt x="49884" y="22851"/>
                    <a:pt x="52173" y="22851"/>
                  </a:cubicBezTo>
                  <a:cubicBezTo>
                    <a:pt x="54489" y="22851"/>
                    <a:pt x="56811" y="22361"/>
                    <a:pt x="58929" y="21398"/>
                  </a:cubicBezTo>
                  <a:cubicBezTo>
                    <a:pt x="59424" y="21173"/>
                    <a:pt x="59942" y="20903"/>
                    <a:pt x="60393" y="20610"/>
                  </a:cubicBezTo>
                  <a:cubicBezTo>
                    <a:pt x="60487" y="20516"/>
                    <a:pt x="60375" y="20342"/>
                    <a:pt x="60244" y="20342"/>
                  </a:cubicBezTo>
                  <a:cubicBezTo>
                    <a:pt x="60219" y="20342"/>
                    <a:pt x="60193" y="20348"/>
                    <a:pt x="60167" y="20363"/>
                  </a:cubicBezTo>
                  <a:cubicBezTo>
                    <a:pt x="58141" y="21556"/>
                    <a:pt x="55934" y="22344"/>
                    <a:pt x="53592" y="22569"/>
                  </a:cubicBezTo>
                  <a:cubicBezTo>
                    <a:pt x="53091" y="22618"/>
                    <a:pt x="52585" y="22643"/>
                    <a:pt x="52077" y="22643"/>
                  </a:cubicBezTo>
                  <a:cubicBezTo>
                    <a:pt x="50262" y="22643"/>
                    <a:pt x="48431" y="22330"/>
                    <a:pt x="46724" y="21714"/>
                  </a:cubicBezTo>
                  <a:cubicBezTo>
                    <a:pt x="44563" y="20926"/>
                    <a:pt x="42716" y="19552"/>
                    <a:pt x="40802" y="18291"/>
                  </a:cubicBezTo>
                  <a:cubicBezTo>
                    <a:pt x="38888" y="17007"/>
                    <a:pt x="36884" y="15994"/>
                    <a:pt x="34542" y="15927"/>
                  </a:cubicBezTo>
                  <a:cubicBezTo>
                    <a:pt x="34367" y="15919"/>
                    <a:pt x="34191" y="15915"/>
                    <a:pt x="34016" y="15915"/>
                  </a:cubicBezTo>
                  <a:cubicBezTo>
                    <a:pt x="31884" y="15915"/>
                    <a:pt x="29778" y="16433"/>
                    <a:pt x="27650" y="16433"/>
                  </a:cubicBezTo>
                  <a:cubicBezTo>
                    <a:pt x="27351" y="16433"/>
                    <a:pt x="27051" y="16423"/>
                    <a:pt x="26751" y="16399"/>
                  </a:cubicBezTo>
                  <a:cubicBezTo>
                    <a:pt x="24477" y="16219"/>
                    <a:pt x="22293" y="15183"/>
                    <a:pt x="20761" y="13495"/>
                  </a:cubicBezTo>
                  <a:cubicBezTo>
                    <a:pt x="19410" y="12008"/>
                    <a:pt x="18735" y="9869"/>
                    <a:pt x="17001" y="8743"/>
                  </a:cubicBezTo>
                  <a:cubicBezTo>
                    <a:pt x="16232" y="8225"/>
                    <a:pt x="15308" y="8090"/>
                    <a:pt x="14385" y="8090"/>
                  </a:cubicBezTo>
                  <a:cubicBezTo>
                    <a:pt x="14145" y="8090"/>
                    <a:pt x="13905" y="8099"/>
                    <a:pt x="13668" y="8113"/>
                  </a:cubicBezTo>
                  <a:cubicBezTo>
                    <a:pt x="12430" y="8226"/>
                    <a:pt x="11214" y="8451"/>
                    <a:pt x="9975" y="8563"/>
                  </a:cubicBezTo>
                  <a:cubicBezTo>
                    <a:pt x="9418" y="8627"/>
                    <a:pt x="8855" y="8666"/>
                    <a:pt x="8296" y="8666"/>
                  </a:cubicBezTo>
                  <a:cubicBezTo>
                    <a:pt x="6487" y="8666"/>
                    <a:pt x="4721" y="8260"/>
                    <a:pt x="3310" y="6987"/>
                  </a:cubicBezTo>
                  <a:cubicBezTo>
                    <a:pt x="1756" y="5613"/>
                    <a:pt x="946" y="3564"/>
                    <a:pt x="428" y="1628"/>
                  </a:cubicBezTo>
                  <a:cubicBezTo>
                    <a:pt x="293" y="1110"/>
                    <a:pt x="203" y="569"/>
                    <a:pt x="90" y="52"/>
                  </a:cubicBezTo>
                  <a:cubicBezTo>
                    <a:pt x="90" y="18"/>
                    <a:pt x="68" y="1"/>
                    <a:pt x="45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242053" y="227597"/>
              <a:ext cx="1526026" cy="695121"/>
            </a:xfrm>
            <a:custGeom>
              <a:avLst/>
              <a:gdLst/>
              <a:ahLst/>
              <a:cxnLst/>
              <a:rect l="l" t="t" r="r" b="b"/>
              <a:pathLst>
                <a:path w="60003" h="27332" extrusionOk="0">
                  <a:moveTo>
                    <a:pt x="59807" y="1"/>
                  </a:moveTo>
                  <a:cubicBezTo>
                    <a:pt x="59772" y="1"/>
                    <a:pt x="59737" y="16"/>
                    <a:pt x="59712" y="53"/>
                  </a:cubicBezTo>
                  <a:cubicBezTo>
                    <a:pt x="57055" y="3498"/>
                    <a:pt x="53475" y="6043"/>
                    <a:pt x="49241" y="7169"/>
                  </a:cubicBezTo>
                  <a:cubicBezTo>
                    <a:pt x="48183" y="7461"/>
                    <a:pt x="47080" y="7641"/>
                    <a:pt x="45954" y="7731"/>
                  </a:cubicBezTo>
                  <a:cubicBezTo>
                    <a:pt x="44670" y="7844"/>
                    <a:pt x="43342" y="7844"/>
                    <a:pt x="42036" y="7979"/>
                  </a:cubicBezTo>
                  <a:cubicBezTo>
                    <a:pt x="39874" y="8204"/>
                    <a:pt x="37915" y="8925"/>
                    <a:pt x="36069" y="10096"/>
                  </a:cubicBezTo>
                  <a:cubicBezTo>
                    <a:pt x="32466" y="12438"/>
                    <a:pt x="29831" y="15950"/>
                    <a:pt x="26724" y="18878"/>
                  </a:cubicBezTo>
                  <a:cubicBezTo>
                    <a:pt x="23346" y="22030"/>
                    <a:pt x="19450" y="24755"/>
                    <a:pt x="14969" y="26173"/>
                  </a:cubicBezTo>
                  <a:cubicBezTo>
                    <a:pt x="12999" y="26792"/>
                    <a:pt x="10897" y="27128"/>
                    <a:pt x="8795" y="27128"/>
                  </a:cubicBezTo>
                  <a:cubicBezTo>
                    <a:pt x="6307" y="27128"/>
                    <a:pt x="3819" y="26658"/>
                    <a:pt x="1549" y="25633"/>
                  </a:cubicBezTo>
                  <a:cubicBezTo>
                    <a:pt x="1031" y="25408"/>
                    <a:pt x="536" y="25160"/>
                    <a:pt x="40" y="24890"/>
                  </a:cubicBezTo>
                  <a:cubicBezTo>
                    <a:pt x="35" y="24879"/>
                    <a:pt x="29" y="24875"/>
                    <a:pt x="25" y="24875"/>
                  </a:cubicBezTo>
                  <a:cubicBezTo>
                    <a:pt x="9" y="24875"/>
                    <a:pt x="1" y="24918"/>
                    <a:pt x="18" y="24935"/>
                  </a:cubicBezTo>
                  <a:cubicBezTo>
                    <a:pt x="2676" y="26595"/>
                    <a:pt x="5733" y="27331"/>
                    <a:pt x="8816" y="27331"/>
                  </a:cubicBezTo>
                  <a:cubicBezTo>
                    <a:pt x="10251" y="27331"/>
                    <a:pt x="11692" y="27172"/>
                    <a:pt x="13100" y="26872"/>
                  </a:cubicBezTo>
                  <a:cubicBezTo>
                    <a:pt x="17627" y="25926"/>
                    <a:pt x="21747" y="23494"/>
                    <a:pt x="25260" y="20522"/>
                  </a:cubicBezTo>
                  <a:cubicBezTo>
                    <a:pt x="26994" y="19058"/>
                    <a:pt x="28570" y="17414"/>
                    <a:pt x="30101" y="15793"/>
                  </a:cubicBezTo>
                  <a:cubicBezTo>
                    <a:pt x="31610" y="14217"/>
                    <a:pt x="33096" y="12640"/>
                    <a:pt x="34808" y="11289"/>
                  </a:cubicBezTo>
                  <a:cubicBezTo>
                    <a:pt x="36474" y="9961"/>
                    <a:pt x="38388" y="8880"/>
                    <a:pt x="40460" y="8429"/>
                  </a:cubicBezTo>
                  <a:cubicBezTo>
                    <a:pt x="42982" y="7912"/>
                    <a:pt x="45594" y="8204"/>
                    <a:pt x="48116" y="7731"/>
                  </a:cubicBezTo>
                  <a:cubicBezTo>
                    <a:pt x="52304" y="6966"/>
                    <a:pt x="56312" y="4692"/>
                    <a:pt x="59037" y="1426"/>
                  </a:cubicBezTo>
                  <a:cubicBezTo>
                    <a:pt x="59374" y="1044"/>
                    <a:pt x="59667" y="616"/>
                    <a:pt x="59937" y="188"/>
                  </a:cubicBezTo>
                  <a:cubicBezTo>
                    <a:pt x="60003" y="106"/>
                    <a:pt x="59902" y="1"/>
                    <a:pt x="5980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7921326" y="2152412"/>
              <a:ext cx="1001161" cy="995418"/>
            </a:xfrm>
            <a:custGeom>
              <a:avLst/>
              <a:gdLst/>
              <a:ahLst/>
              <a:cxnLst/>
              <a:rect l="l" t="t" r="r" b="b"/>
              <a:pathLst>
                <a:path w="31730" h="31548" extrusionOk="0">
                  <a:moveTo>
                    <a:pt x="10563" y="193"/>
                  </a:moveTo>
                  <a:lnTo>
                    <a:pt x="11396" y="1882"/>
                  </a:lnTo>
                  <a:cubicBezTo>
                    <a:pt x="11644" y="2422"/>
                    <a:pt x="11914" y="2985"/>
                    <a:pt x="12207" y="3525"/>
                  </a:cubicBezTo>
                  <a:cubicBezTo>
                    <a:pt x="11276" y="3405"/>
                    <a:pt x="10325" y="3345"/>
                    <a:pt x="9368" y="3345"/>
                  </a:cubicBezTo>
                  <a:cubicBezTo>
                    <a:pt x="8889" y="3345"/>
                    <a:pt x="8409" y="3360"/>
                    <a:pt x="7928" y="3390"/>
                  </a:cubicBezTo>
                  <a:cubicBezTo>
                    <a:pt x="7230" y="3435"/>
                    <a:pt x="6510" y="3503"/>
                    <a:pt x="5789" y="3615"/>
                  </a:cubicBezTo>
                  <a:cubicBezTo>
                    <a:pt x="5496" y="3120"/>
                    <a:pt x="5204" y="2647"/>
                    <a:pt x="4934" y="2152"/>
                  </a:cubicBezTo>
                  <a:cubicBezTo>
                    <a:pt x="5406" y="1882"/>
                    <a:pt x="5902" y="1634"/>
                    <a:pt x="6442" y="1386"/>
                  </a:cubicBezTo>
                  <a:cubicBezTo>
                    <a:pt x="7681" y="801"/>
                    <a:pt x="8987" y="260"/>
                    <a:pt x="10383" y="193"/>
                  </a:cubicBezTo>
                  <a:close/>
                  <a:moveTo>
                    <a:pt x="10676" y="193"/>
                  </a:moveTo>
                  <a:cubicBezTo>
                    <a:pt x="12027" y="193"/>
                    <a:pt x="13378" y="485"/>
                    <a:pt x="14729" y="711"/>
                  </a:cubicBezTo>
                  <a:cubicBezTo>
                    <a:pt x="15539" y="846"/>
                    <a:pt x="16373" y="981"/>
                    <a:pt x="17206" y="1138"/>
                  </a:cubicBezTo>
                  <a:cubicBezTo>
                    <a:pt x="17363" y="1769"/>
                    <a:pt x="17498" y="2444"/>
                    <a:pt x="17656" y="3120"/>
                  </a:cubicBezTo>
                  <a:cubicBezTo>
                    <a:pt x="17724" y="3503"/>
                    <a:pt x="17791" y="3841"/>
                    <a:pt x="17836" y="4201"/>
                  </a:cubicBezTo>
                  <a:cubicBezTo>
                    <a:pt x="17881" y="4336"/>
                    <a:pt x="17904" y="4516"/>
                    <a:pt x="17926" y="4674"/>
                  </a:cubicBezTo>
                  <a:cubicBezTo>
                    <a:pt x="17926" y="4764"/>
                    <a:pt x="17949" y="4854"/>
                    <a:pt x="17949" y="4899"/>
                  </a:cubicBezTo>
                  <a:cubicBezTo>
                    <a:pt x="17949" y="4966"/>
                    <a:pt x="17994" y="4989"/>
                    <a:pt x="17994" y="5012"/>
                  </a:cubicBezTo>
                  <a:cubicBezTo>
                    <a:pt x="16192" y="4313"/>
                    <a:pt x="14278" y="3796"/>
                    <a:pt x="12364" y="3548"/>
                  </a:cubicBezTo>
                  <a:cubicBezTo>
                    <a:pt x="12139" y="2985"/>
                    <a:pt x="11801" y="2422"/>
                    <a:pt x="11509" y="1859"/>
                  </a:cubicBezTo>
                  <a:cubicBezTo>
                    <a:pt x="11238" y="1296"/>
                    <a:pt x="10946" y="756"/>
                    <a:pt x="10676" y="193"/>
                  </a:cubicBezTo>
                  <a:close/>
                  <a:moveTo>
                    <a:pt x="4821" y="2219"/>
                  </a:moveTo>
                  <a:cubicBezTo>
                    <a:pt x="5091" y="2715"/>
                    <a:pt x="5384" y="3188"/>
                    <a:pt x="5677" y="3638"/>
                  </a:cubicBezTo>
                  <a:cubicBezTo>
                    <a:pt x="5159" y="3728"/>
                    <a:pt x="4596" y="3841"/>
                    <a:pt x="4055" y="3953"/>
                  </a:cubicBezTo>
                  <a:cubicBezTo>
                    <a:pt x="2974" y="4201"/>
                    <a:pt x="1849" y="4516"/>
                    <a:pt x="880" y="5079"/>
                  </a:cubicBezTo>
                  <a:cubicBezTo>
                    <a:pt x="2029" y="3953"/>
                    <a:pt x="3380" y="3007"/>
                    <a:pt x="4821" y="2219"/>
                  </a:cubicBezTo>
                  <a:close/>
                  <a:moveTo>
                    <a:pt x="5496" y="3818"/>
                  </a:moveTo>
                  <a:cubicBezTo>
                    <a:pt x="4641" y="4494"/>
                    <a:pt x="3830" y="5214"/>
                    <a:pt x="3065" y="6002"/>
                  </a:cubicBezTo>
                  <a:cubicBezTo>
                    <a:pt x="2862" y="5867"/>
                    <a:pt x="2704" y="5687"/>
                    <a:pt x="2479" y="5552"/>
                  </a:cubicBezTo>
                  <a:cubicBezTo>
                    <a:pt x="2094" y="5340"/>
                    <a:pt x="1626" y="5227"/>
                    <a:pt x="1160" y="5227"/>
                  </a:cubicBezTo>
                  <a:cubicBezTo>
                    <a:pt x="1082" y="5227"/>
                    <a:pt x="1003" y="5230"/>
                    <a:pt x="925" y="5237"/>
                  </a:cubicBezTo>
                  <a:lnTo>
                    <a:pt x="880" y="5237"/>
                  </a:lnTo>
                  <a:cubicBezTo>
                    <a:pt x="1263" y="5034"/>
                    <a:pt x="1668" y="4854"/>
                    <a:pt x="2074" y="4696"/>
                  </a:cubicBezTo>
                  <a:cubicBezTo>
                    <a:pt x="2614" y="4516"/>
                    <a:pt x="3177" y="4336"/>
                    <a:pt x="3740" y="4201"/>
                  </a:cubicBezTo>
                  <a:cubicBezTo>
                    <a:pt x="4303" y="4066"/>
                    <a:pt x="4888" y="3908"/>
                    <a:pt x="5496" y="3818"/>
                  </a:cubicBezTo>
                  <a:close/>
                  <a:moveTo>
                    <a:pt x="17341" y="1183"/>
                  </a:moveTo>
                  <a:cubicBezTo>
                    <a:pt x="17881" y="1274"/>
                    <a:pt x="18399" y="1364"/>
                    <a:pt x="18962" y="1431"/>
                  </a:cubicBezTo>
                  <a:cubicBezTo>
                    <a:pt x="19615" y="1544"/>
                    <a:pt x="20291" y="1701"/>
                    <a:pt x="20876" y="1994"/>
                  </a:cubicBezTo>
                  <a:cubicBezTo>
                    <a:pt x="21349" y="2264"/>
                    <a:pt x="21732" y="2625"/>
                    <a:pt x="22092" y="3007"/>
                  </a:cubicBezTo>
                  <a:cubicBezTo>
                    <a:pt x="22115" y="3345"/>
                    <a:pt x="22115" y="3683"/>
                    <a:pt x="22115" y="4021"/>
                  </a:cubicBezTo>
                  <a:cubicBezTo>
                    <a:pt x="22137" y="4426"/>
                    <a:pt x="22137" y="4786"/>
                    <a:pt x="22182" y="5192"/>
                  </a:cubicBezTo>
                  <a:cubicBezTo>
                    <a:pt x="22227" y="5890"/>
                    <a:pt x="22250" y="6565"/>
                    <a:pt x="22340" y="7263"/>
                  </a:cubicBezTo>
                  <a:lnTo>
                    <a:pt x="21259" y="6588"/>
                  </a:lnTo>
                  <a:cubicBezTo>
                    <a:pt x="20223" y="6002"/>
                    <a:pt x="19187" y="5484"/>
                    <a:pt x="18129" y="5079"/>
                  </a:cubicBezTo>
                  <a:cubicBezTo>
                    <a:pt x="17904" y="3773"/>
                    <a:pt x="17634" y="2444"/>
                    <a:pt x="17341" y="1183"/>
                  </a:cubicBezTo>
                  <a:close/>
                  <a:moveTo>
                    <a:pt x="9384" y="3493"/>
                  </a:moveTo>
                  <a:cubicBezTo>
                    <a:pt x="10263" y="3493"/>
                    <a:pt x="11145" y="3550"/>
                    <a:pt x="12027" y="3660"/>
                  </a:cubicBezTo>
                  <a:cubicBezTo>
                    <a:pt x="11509" y="3976"/>
                    <a:pt x="10968" y="4291"/>
                    <a:pt x="10473" y="4561"/>
                  </a:cubicBezTo>
                  <a:lnTo>
                    <a:pt x="8694" y="5665"/>
                  </a:lnTo>
                  <a:cubicBezTo>
                    <a:pt x="7546" y="6385"/>
                    <a:pt x="6352" y="7106"/>
                    <a:pt x="5271" y="7916"/>
                  </a:cubicBezTo>
                  <a:cubicBezTo>
                    <a:pt x="5159" y="7849"/>
                    <a:pt x="5046" y="7804"/>
                    <a:pt x="4888" y="7714"/>
                  </a:cubicBezTo>
                  <a:cubicBezTo>
                    <a:pt x="4393" y="7443"/>
                    <a:pt x="3988" y="7038"/>
                    <a:pt x="3605" y="6610"/>
                  </a:cubicBezTo>
                  <a:cubicBezTo>
                    <a:pt x="3425" y="6453"/>
                    <a:pt x="3290" y="6250"/>
                    <a:pt x="3132" y="6092"/>
                  </a:cubicBezTo>
                  <a:cubicBezTo>
                    <a:pt x="3920" y="5259"/>
                    <a:pt x="4776" y="4516"/>
                    <a:pt x="5677" y="3796"/>
                  </a:cubicBezTo>
                  <a:cubicBezTo>
                    <a:pt x="6195" y="3728"/>
                    <a:pt x="6667" y="3660"/>
                    <a:pt x="7185" y="3615"/>
                  </a:cubicBezTo>
                  <a:cubicBezTo>
                    <a:pt x="7914" y="3533"/>
                    <a:pt x="8648" y="3493"/>
                    <a:pt x="9384" y="3493"/>
                  </a:cubicBezTo>
                  <a:close/>
                  <a:moveTo>
                    <a:pt x="12252" y="3660"/>
                  </a:moveTo>
                  <a:cubicBezTo>
                    <a:pt x="12882" y="3751"/>
                    <a:pt x="13558" y="3863"/>
                    <a:pt x="14211" y="3976"/>
                  </a:cubicBezTo>
                  <a:cubicBezTo>
                    <a:pt x="15472" y="4223"/>
                    <a:pt x="16710" y="4629"/>
                    <a:pt x="17904" y="5102"/>
                  </a:cubicBezTo>
                  <a:lnTo>
                    <a:pt x="17881" y="5102"/>
                  </a:lnTo>
                  <a:cubicBezTo>
                    <a:pt x="17588" y="5259"/>
                    <a:pt x="17273" y="5417"/>
                    <a:pt x="17003" y="5574"/>
                  </a:cubicBezTo>
                  <a:cubicBezTo>
                    <a:pt x="16688" y="5755"/>
                    <a:pt x="16418" y="5912"/>
                    <a:pt x="16102" y="6092"/>
                  </a:cubicBezTo>
                  <a:cubicBezTo>
                    <a:pt x="15517" y="6430"/>
                    <a:pt x="14909" y="6768"/>
                    <a:pt x="14323" y="7128"/>
                  </a:cubicBezTo>
                  <a:cubicBezTo>
                    <a:pt x="13738" y="7488"/>
                    <a:pt x="13107" y="7826"/>
                    <a:pt x="12545" y="8232"/>
                  </a:cubicBezTo>
                  <a:cubicBezTo>
                    <a:pt x="12499" y="8232"/>
                    <a:pt x="12409" y="8232"/>
                    <a:pt x="12297" y="8187"/>
                  </a:cubicBezTo>
                  <a:cubicBezTo>
                    <a:pt x="11883" y="8144"/>
                    <a:pt x="11460" y="8128"/>
                    <a:pt x="11045" y="8128"/>
                  </a:cubicBezTo>
                  <a:cubicBezTo>
                    <a:pt x="10805" y="8128"/>
                    <a:pt x="10569" y="8133"/>
                    <a:pt x="10338" y="8141"/>
                  </a:cubicBezTo>
                  <a:cubicBezTo>
                    <a:pt x="9403" y="8174"/>
                    <a:pt x="8481" y="8291"/>
                    <a:pt x="7561" y="8291"/>
                  </a:cubicBezTo>
                  <a:cubicBezTo>
                    <a:pt x="7218" y="8291"/>
                    <a:pt x="6875" y="8274"/>
                    <a:pt x="6532" y="8232"/>
                  </a:cubicBezTo>
                  <a:cubicBezTo>
                    <a:pt x="6127" y="8164"/>
                    <a:pt x="5722" y="8051"/>
                    <a:pt x="5339" y="7916"/>
                  </a:cubicBezTo>
                  <a:cubicBezTo>
                    <a:pt x="6510" y="7218"/>
                    <a:pt x="7636" y="6453"/>
                    <a:pt x="8784" y="5755"/>
                  </a:cubicBezTo>
                  <a:cubicBezTo>
                    <a:pt x="9370" y="5372"/>
                    <a:pt x="9932" y="5034"/>
                    <a:pt x="10518" y="4674"/>
                  </a:cubicBezTo>
                  <a:cubicBezTo>
                    <a:pt x="11081" y="4336"/>
                    <a:pt x="11644" y="3976"/>
                    <a:pt x="12252" y="3660"/>
                  </a:cubicBezTo>
                  <a:close/>
                  <a:moveTo>
                    <a:pt x="18061" y="5192"/>
                  </a:moveTo>
                  <a:cubicBezTo>
                    <a:pt x="19570" y="5777"/>
                    <a:pt x="20966" y="6543"/>
                    <a:pt x="22317" y="7398"/>
                  </a:cubicBezTo>
                  <a:cubicBezTo>
                    <a:pt x="20718" y="8051"/>
                    <a:pt x="19120" y="8727"/>
                    <a:pt x="17566" y="9493"/>
                  </a:cubicBezTo>
                  <a:cubicBezTo>
                    <a:pt x="16373" y="9380"/>
                    <a:pt x="15247" y="8975"/>
                    <a:pt x="14098" y="8637"/>
                  </a:cubicBezTo>
                  <a:cubicBezTo>
                    <a:pt x="13648" y="8502"/>
                    <a:pt x="13198" y="8389"/>
                    <a:pt x="12747" y="8277"/>
                  </a:cubicBezTo>
                  <a:cubicBezTo>
                    <a:pt x="13152" y="8051"/>
                    <a:pt x="13513" y="7826"/>
                    <a:pt x="13873" y="7601"/>
                  </a:cubicBezTo>
                  <a:cubicBezTo>
                    <a:pt x="14323" y="7331"/>
                    <a:pt x="14796" y="7061"/>
                    <a:pt x="15247" y="6790"/>
                  </a:cubicBezTo>
                  <a:cubicBezTo>
                    <a:pt x="16192" y="6250"/>
                    <a:pt x="17116" y="5710"/>
                    <a:pt x="18061" y="5192"/>
                  </a:cubicBezTo>
                  <a:close/>
                  <a:moveTo>
                    <a:pt x="22205" y="3165"/>
                  </a:moveTo>
                  <a:cubicBezTo>
                    <a:pt x="22565" y="3548"/>
                    <a:pt x="22948" y="3998"/>
                    <a:pt x="23398" y="4358"/>
                  </a:cubicBezTo>
                  <a:cubicBezTo>
                    <a:pt x="23848" y="4764"/>
                    <a:pt x="24366" y="5012"/>
                    <a:pt x="24907" y="5259"/>
                  </a:cubicBezTo>
                  <a:cubicBezTo>
                    <a:pt x="25335" y="5462"/>
                    <a:pt x="25762" y="5665"/>
                    <a:pt x="26145" y="5912"/>
                  </a:cubicBezTo>
                  <a:cubicBezTo>
                    <a:pt x="26010" y="6768"/>
                    <a:pt x="25898" y="7624"/>
                    <a:pt x="25762" y="8479"/>
                  </a:cubicBezTo>
                  <a:cubicBezTo>
                    <a:pt x="25717" y="8704"/>
                    <a:pt x="25695" y="8907"/>
                    <a:pt x="25672" y="9132"/>
                  </a:cubicBezTo>
                  <a:cubicBezTo>
                    <a:pt x="25650" y="9245"/>
                    <a:pt x="25650" y="9357"/>
                    <a:pt x="25605" y="9425"/>
                  </a:cubicBezTo>
                  <a:cubicBezTo>
                    <a:pt x="25605" y="9493"/>
                    <a:pt x="25605" y="9583"/>
                    <a:pt x="25582" y="9650"/>
                  </a:cubicBezTo>
                  <a:cubicBezTo>
                    <a:pt x="24591" y="8840"/>
                    <a:pt x="23556" y="8051"/>
                    <a:pt x="22475" y="7353"/>
                  </a:cubicBezTo>
                  <a:cubicBezTo>
                    <a:pt x="22430" y="6610"/>
                    <a:pt x="22385" y="5912"/>
                    <a:pt x="22317" y="5192"/>
                  </a:cubicBezTo>
                  <a:cubicBezTo>
                    <a:pt x="22295" y="4809"/>
                    <a:pt x="22250" y="4449"/>
                    <a:pt x="22250" y="4088"/>
                  </a:cubicBezTo>
                  <a:cubicBezTo>
                    <a:pt x="22227" y="3773"/>
                    <a:pt x="22205" y="3458"/>
                    <a:pt x="22205" y="3165"/>
                  </a:cubicBezTo>
                  <a:close/>
                  <a:moveTo>
                    <a:pt x="22430" y="7511"/>
                  </a:moveTo>
                  <a:cubicBezTo>
                    <a:pt x="23511" y="8232"/>
                    <a:pt x="24546" y="9020"/>
                    <a:pt x="25492" y="9830"/>
                  </a:cubicBezTo>
                  <a:cubicBezTo>
                    <a:pt x="25357" y="9943"/>
                    <a:pt x="25019" y="9965"/>
                    <a:pt x="24862" y="9965"/>
                  </a:cubicBezTo>
                  <a:cubicBezTo>
                    <a:pt x="24682" y="9988"/>
                    <a:pt x="24479" y="10033"/>
                    <a:pt x="24321" y="10078"/>
                  </a:cubicBezTo>
                  <a:cubicBezTo>
                    <a:pt x="23398" y="9718"/>
                    <a:pt x="22340" y="9628"/>
                    <a:pt x="21326" y="9605"/>
                  </a:cubicBezTo>
                  <a:cubicBezTo>
                    <a:pt x="20929" y="9598"/>
                    <a:pt x="20531" y="9598"/>
                    <a:pt x="20132" y="9598"/>
                  </a:cubicBezTo>
                  <a:lnTo>
                    <a:pt x="20132" y="9598"/>
                  </a:lnTo>
                  <a:cubicBezTo>
                    <a:pt x="19335" y="9598"/>
                    <a:pt x="18534" y="9598"/>
                    <a:pt x="17724" y="9538"/>
                  </a:cubicBezTo>
                  <a:lnTo>
                    <a:pt x="17701" y="9538"/>
                  </a:lnTo>
                  <a:cubicBezTo>
                    <a:pt x="19255" y="8794"/>
                    <a:pt x="20831" y="8074"/>
                    <a:pt x="22430" y="7511"/>
                  </a:cubicBezTo>
                  <a:close/>
                  <a:moveTo>
                    <a:pt x="25627" y="9920"/>
                  </a:moveTo>
                  <a:cubicBezTo>
                    <a:pt x="25717" y="9988"/>
                    <a:pt x="25807" y="10055"/>
                    <a:pt x="25898" y="10146"/>
                  </a:cubicBezTo>
                  <a:cubicBezTo>
                    <a:pt x="27609" y="11654"/>
                    <a:pt x="29185" y="13298"/>
                    <a:pt x="30649" y="15032"/>
                  </a:cubicBezTo>
                  <a:cubicBezTo>
                    <a:pt x="29185" y="14424"/>
                    <a:pt x="28104" y="13005"/>
                    <a:pt x="26978" y="11902"/>
                  </a:cubicBezTo>
                  <a:cubicBezTo>
                    <a:pt x="26325" y="11226"/>
                    <a:pt x="25582" y="10618"/>
                    <a:pt x="24704" y="10213"/>
                  </a:cubicBezTo>
                  <a:cubicBezTo>
                    <a:pt x="24659" y="10191"/>
                    <a:pt x="24637" y="10191"/>
                    <a:pt x="24569" y="10168"/>
                  </a:cubicBezTo>
                  <a:cubicBezTo>
                    <a:pt x="24682" y="10146"/>
                    <a:pt x="24772" y="10146"/>
                    <a:pt x="24884" y="10101"/>
                  </a:cubicBezTo>
                  <a:cubicBezTo>
                    <a:pt x="25019" y="10078"/>
                    <a:pt x="25132" y="10055"/>
                    <a:pt x="25267" y="10033"/>
                  </a:cubicBezTo>
                  <a:cubicBezTo>
                    <a:pt x="25357" y="9988"/>
                    <a:pt x="25470" y="9988"/>
                    <a:pt x="25560" y="9965"/>
                  </a:cubicBezTo>
                  <a:cubicBezTo>
                    <a:pt x="25582" y="9965"/>
                    <a:pt x="25605" y="9943"/>
                    <a:pt x="25627" y="9920"/>
                  </a:cubicBezTo>
                  <a:close/>
                  <a:moveTo>
                    <a:pt x="26235" y="6002"/>
                  </a:moveTo>
                  <a:cubicBezTo>
                    <a:pt x="26325" y="6047"/>
                    <a:pt x="26393" y="6137"/>
                    <a:pt x="26483" y="6205"/>
                  </a:cubicBezTo>
                  <a:cubicBezTo>
                    <a:pt x="26911" y="6565"/>
                    <a:pt x="27271" y="7016"/>
                    <a:pt x="27541" y="7488"/>
                  </a:cubicBezTo>
                  <a:cubicBezTo>
                    <a:pt x="28172" y="8524"/>
                    <a:pt x="28532" y="9695"/>
                    <a:pt x="28982" y="10821"/>
                  </a:cubicBezTo>
                  <a:cubicBezTo>
                    <a:pt x="29500" y="12082"/>
                    <a:pt x="30063" y="13366"/>
                    <a:pt x="30739" y="14582"/>
                  </a:cubicBezTo>
                  <a:cubicBezTo>
                    <a:pt x="30851" y="14784"/>
                    <a:pt x="30964" y="14987"/>
                    <a:pt x="31054" y="15167"/>
                  </a:cubicBezTo>
                  <a:cubicBezTo>
                    <a:pt x="29388" y="13253"/>
                    <a:pt x="27631" y="11407"/>
                    <a:pt x="25695" y="9763"/>
                  </a:cubicBezTo>
                  <a:cubicBezTo>
                    <a:pt x="25695" y="9718"/>
                    <a:pt x="25717" y="9650"/>
                    <a:pt x="25717" y="9605"/>
                  </a:cubicBezTo>
                  <a:cubicBezTo>
                    <a:pt x="25762" y="9357"/>
                    <a:pt x="25807" y="9087"/>
                    <a:pt x="25830" y="8840"/>
                  </a:cubicBezTo>
                  <a:cubicBezTo>
                    <a:pt x="25988" y="7894"/>
                    <a:pt x="26123" y="6948"/>
                    <a:pt x="26235" y="6002"/>
                  </a:cubicBezTo>
                  <a:close/>
                  <a:moveTo>
                    <a:pt x="20515" y="12694"/>
                  </a:moveTo>
                  <a:cubicBezTo>
                    <a:pt x="21726" y="12694"/>
                    <a:pt x="22915" y="13057"/>
                    <a:pt x="24051" y="13456"/>
                  </a:cubicBezTo>
                  <a:cubicBezTo>
                    <a:pt x="25267" y="13906"/>
                    <a:pt x="26460" y="14469"/>
                    <a:pt x="27541" y="15122"/>
                  </a:cubicBezTo>
                  <a:cubicBezTo>
                    <a:pt x="27721" y="15235"/>
                    <a:pt x="27924" y="15347"/>
                    <a:pt x="28082" y="15460"/>
                  </a:cubicBezTo>
                  <a:cubicBezTo>
                    <a:pt x="26843" y="15572"/>
                    <a:pt x="25582" y="15707"/>
                    <a:pt x="24321" y="15888"/>
                  </a:cubicBezTo>
                  <a:cubicBezTo>
                    <a:pt x="23601" y="16000"/>
                    <a:pt x="22880" y="16135"/>
                    <a:pt x="22182" y="16270"/>
                  </a:cubicBezTo>
                  <a:cubicBezTo>
                    <a:pt x="19502" y="15595"/>
                    <a:pt x="16823" y="14987"/>
                    <a:pt x="14143" y="14446"/>
                  </a:cubicBezTo>
                  <a:cubicBezTo>
                    <a:pt x="13468" y="14311"/>
                    <a:pt x="12815" y="14199"/>
                    <a:pt x="12117" y="14086"/>
                  </a:cubicBezTo>
                  <a:lnTo>
                    <a:pt x="12297" y="13996"/>
                  </a:lnTo>
                  <a:cubicBezTo>
                    <a:pt x="13468" y="13366"/>
                    <a:pt x="14819" y="13546"/>
                    <a:pt x="16102" y="13478"/>
                  </a:cubicBezTo>
                  <a:cubicBezTo>
                    <a:pt x="16733" y="13456"/>
                    <a:pt x="17386" y="13343"/>
                    <a:pt x="18016" y="13163"/>
                  </a:cubicBezTo>
                  <a:cubicBezTo>
                    <a:pt x="18692" y="12983"/>
                    <a:pt x="19367" y="12780"/>
                    <a:pt x="20043" y="12713"/>
                  </a:cubicBezTo>
                  <a:cubicBezTo>
                    <a:pt x="20200" y="12700"/>
                    <a:pt x="20358" y="12694"/>
                    <a:pt x="20515" y="12694"/>
                  </a:cubicBezTo>
                  <a:close/>
                  <a:moveTo>
                    <a:pt x="12072" y="14131"/>
                  </a:moveTo>
                  <a:cubicBezTo>
                    <a:pt x="13333" y="14446"/>
                    <a:pt x="14594" y="14694"/>
                    <a:pt x="15877" y="14942"/>
                  </a:cubicBezTo>
                  <a:cubicBezTo>
                    <a:pt x="17228" y="15257"/>
                    <a:pt x="18579" y="15550"/>
                    <a:pt x="19930" y="15888"/>
                  </a:cubicBezTo>
                  <a:cubicBezTo>
                    <a:pt x="20561" y="16045"/>
                    <a:pt x="21214" y="16180"/>
                    <a:pt x="21867" y="16360"/>
                  </a:cubicBezTo>
                  <a:cubicBezTo>
                    <a:pt x="20336" y="16698"/>
                    <a:pt x="18849" y="17104"/>
                    <a:pt x="17386" y="17621"/>
                  </a:cubicBezTo>
                  <a:cubicBezTo>
                    <a:pt x="15945" y="18139"/>
                    <a:pt x="14549" y="18747"/>
                    <a:pt x="13175" y="19423"/>
                  </a:cubicBezTo>
                  <a:cubicBezTo>
                    <a:pt x="13130" y="19423"/>
                    <a:pt x="13085" y="19400"/>
                    <a:pt x="13062" y="19400"/>
                  </a:cubicBezTo>
                  <a:cubicBezTo>
                    <a:pt x="12905" y="19333"/>
                    <a:pt x="12747" y="19310"/>
                    <a:pt x="12612" y="19288"/>
                  </a:cubicBezTo>
                  <a:cubicBezTo>
                    <a:pt x="11554" y="18995"/>
                    <a:pt x="10495" y="18747"/>
                    <a:pt x="9415" y="18500"/>
                  </a:cubicBezTo>
                  <a:cubicBezTo>
                    <a:pt x="8266" y="18229"/>
                    <a:pt x="7118" y="18049"/>
                    <a:pt x="5969" y="17869"/>
                  </a:cubicBezTo>
                  <a:cubicBezTo>
                    <a:pt x="6014" y="17824"/>
                    <a:pt x="6082" y="17734"/>
                    <a:pt x="6127" y="17689"/>
                  </a:cubicBezTo>
                  <a:cubicBezTo>
                    <a:pt x="6577" y="17239"/>
                    <a:pt x="7095" y="16901"/>
                    <a:pt x="7681" y="16676"/>
                  </a:cubicBezTo>
                  <a:cubicBezTo>
                    <a:pt x="8266" y="16405"/>
                    <a:pt x="8897" y="16248"/>
                    <a:pt x="9460" y="15955"/>
                  </a:cubicBezTo>
                  <a:cubicBezTo>
                    <a:pt x="10405" y="15482"/>
                    <a:pt x="11171" y="14672"/>
                    <a:pt x="12072" y="14131"/>
                  </a:cubicBezTo>
                  <a:close/>
                  <a:moveTo>
                    <a:pt x="5857" y="17982"/>
                  </a:moveTo>
                  <a:cubicBezTo>
                    <a:pt x="7883" y="18297"/>
                    <a:pt x="9887" y="18725"/>
                    <a:pt x="11846" y="19220"/>
                  </a:cubicBezTo>
                  <a:cubicBezTo>
                    <a:pt x="12072" y="19288"/>
                    <a:pt x="12319" y="19378"/>
                    <a:pt x="12545" y="19423"/>
                  </a:cubicBezTo>
                  <a:cubicBezTo>
                    <a:pt x="12657" y="19445"/>
                    <a:pt x="12815" y="19490"/>
                    <a:pt x="12905" y="19535"/>
                  </a:cubicBezTo>
                  <a:lnTo>
                    <a:pt x="12950" y="19535"/>
                  </a:lnTo>
                  <a:cubicBezTo>
                    <a:pt x="12274" y="19896"/>
                    <a:pt x="11576" y="20279"/>
                    <a:pt x="10923" y="20684"/>
                  </a:cubicBezTo>
                  <a:cubicBezTo>
                    <a:pt x="9550" y="21562"/>
                    <a:pt x="8221" y="22530"/>
                    <a:pt x="7005" y="23611"/>
                  </a:cubicBezTo>
                  <a:cubicBezTo>
                    <a:pt x="6195" y="23701"/>
                    <a:pt x="5384" y="23791"/>
                    <a:pt x="4551" y="23904"/>
                  </a:cubicBezTo>
                  <a:cubicBezTo>
                    <a:pt x="4145" y="23949"/>
                    <a:pt x="3718" y="24016"/>
                    <a:pt x="3312" y="24062"/>
                  </a:cubicBezTo>
                  <a:cubicBezTo>
                    <a:pt x="3020" y="24129"/>
                    <a:pt x="2704" y="24152"/>
                    <a:pt x="2389" y="24219"/>
                  </a:cubicBezTo>
                  <a:cubicBezTo>
                    <a:pt x="2412" y="24174"/>
                    <a:pt x="2457" y="24152"/>
                    <a:pt x="2457" y="24107"/>
                  </a:cubicBezTo>
                  <a:cubicBezTo>
                    <a:pt x="2749" y="23566"/>
                    <a:pt x="3155" y="23093"/>
                    <a:pt x="3515" y="22575"/>
                  </a:cubicBezTo>
                  <a:cubicBezTo>
                    <a:pt x="3875" y="22080"/>
                    <a:pt x="4213" y="21562"/>
                    <a:pt x="4438" y="20999"/>
                  </a:cubicBezTo>
                  <a:cubicBezTo>
                    <a:pt x="4708" y="20414"/>
                    <a:pt x="4866" y="19783"/>
                    <a:pt x="5114" y="19198"/>
                  </a:cubicBezTo>
                  <a:cubicBezTo>
                    <a:pt x="5316" y="18747"/>
                    <a:pt x="5541" y="18365"/>
                    <a:pt x="5857" y="17982"/>
                  </a:cubicBezTo>
                  <a:close/>
                  <a:moveTo>
                    <a:pt x="22092" y="16563"/>
                  </a:moveTo>
                  <a:lnTo>
                    <a:pt x="22092" y="16563"/>
                  </a:lnTo>
                  <a:cubicBezTo>
                    <a:pt x="21529" y="17914"/>
                    <a:pt x="20966" y="19288"/>
                    <a:pt x="20403" y="20661"/>
                  </a:cubicBezTo>
                  <a:cubicBezTo>
                    <a:pt x="19818" y="22080"/>
                    <a:pt x="19210" y="23499"/>
                    <a:pt x="18692" y="24917"/>
                  </a:cubicBezTo>
                  <a:cubicBezTo>
                    <a:pt x="18377" y="25007"/>
                    <a:pt x="18039" y="25075"/>
                    <a:pt x="17769" y="25232"/>
                  </a:cubicBezTo>
                  <a:cubicBezTo>
                    <a:pt x="16688" y="25683"/>
                    <a:pt x="15900" y="26493"/>
                    <a:pt x="14954" y="27101"/>
                  </a:cubicBezTo>
                  <a:cubicBezTo>
                    <a:pt x="13941" y="27754"/>
                    <a:pt x="12770" y="27957"/>
                    <a:pt x="11621" y="28002"/>
                  </a:cubicBezTo>
                  <a:cubicBezTo>
                    <a:pt x="12094" y="25840"/>
                    <a:pt x="12612" y="23656"/>
                    <a:pt x="13085" y="21472"/>
                  </a:cubicBezTo>
                  <a:cubicBezTo>
                    <a:pt x="13198" y="20954"/>
                    <a:pt x="13333" y="20391"/>
                    <a:pt x="13445" y="19851"/>
                  </a:cubicBezTo>
                  <a:cubicBezTo>
                    <a:pt x="13468" y="19738"/>
                    <a:pt x="13513" y="19648"/>
                    <a:pt x="13423" y="19558"/>
                  </a:cubicBezTo>
                  <a:cubicBezTo>
                    <a:pt x="14526" y="18995"/>
                    <a:pt x="15652" y="18522"/>
                    <a:pt x="16778" y="18094"/>
                  </a:cubicBezTo>
                  <a:cubicBezTo>
                    <a:pt x="18489" y="17464"/>
                    <a:pt x="20291" y="16946"/>
                    <a:pt x="22092" y="16563"/>
                  </a:cubicBezTo>
                  <a:close/>
                  <a:moveTo>
                    <a:pt x="13198" y="19626"/>
                  </a:moveTo>
                  <a:cubicBezTo>
                    <a:pt x="13220" y="19648"/>
                    <a:pt x="13265" y="19671"/>
                    <a:pt x="13265" y="19716"/>
                  </a:cubicBezTo>
                  <a:cubicBezTo>
                    <a:pt x="13265" y="19738"/>
                    <a:pt x="13220" y="19783"/>
                    <a:pt x="13220" y="19828"/>
                  </a:cubicBezTo>
                  <a:cubicBezTo>
                    <a:pt x="13107" y="20346"/>
                    <a:pt x="12995" y="20864"/>
                    <a:pt x="12882" y="21404"/>
                  </a:cubicBezTo>
                  <a:cubicBezTo>
                    <a:pt x="12657" y="22463"/>
                    <a:pt x="12409" y="23499"/>
                    <a:pt x="12184" y="24579"/>
                  </a:cubicBezTo>
                  <a:cubicBezTo>
                    <a:pt x="11937" y="25728"/>
                    <a:pt x="11689" y="26854"/>
                    <a:pt x="11419" y="28002"/>
                  </a:cubicBezTo>
                  <a:cubicBezTo>
                    <a:pt x="11232" y="28010"/>
                    <a:pt x="11044" y="28013"/>
                    <a:pt x="10855" y="28013"/>
                  </a:cubicBezTo>
                  <a:cubicBezTo>
                    <a:pt x="10139" y="28013"/>
                    <a:pt x="9411" y="27969"/>
                    <a:pt x="8694" y="27969"/>
                  </a:cubicBezTo>
                  <a:cubicBezTo>
                    <a:pt x="8506" y="27969"/>
                    <a:pt x="8318" y="27972"/>
                    <a:pt x="8131" y="27980"/>
                  </a:cubicBezTo>
                  <a:cubicBezTo>
                    <a:pt x="7658" y="28002"/>
                    <a:pt x="7208" y="28070"/>
                    <a:pt x="6735" y="28182"/>
                  </a:cubicBezTo>
                  <a:cubicBezTo>
                    <a:pt x="6893" y="26719"/>
                    <a:pt x="7005" y="25232"/>
                    <a:pt x="7185" y="23724"/>
                  </a:cubicBezTo>
                  <a:cubicBezTo>
                    <a:pt x="8199" y="22801"/>
                    <a:pt x="9279" y="21990"/>
                    <a:pt x="10405" y="21224"/>
                  </a:cubicBezTo>
                  <a:cubicBezTo>
                    <a:pt x="11306" y="20639"/>
                    <a:pt x="12252" y="20098"/>
                    <a:pt x="13198" y="19626"/>
                  </a:cubicBezTo>
                  <a:close/>
                  <a:moveTo>
                    <a:pt x="6870" y="23791"/>
                  </a:moveTo>
                  <a:lnTo>
                    <a:pt x="6870" y="23791"/>
                  </a:lnTo>
                  <a:cubicBezTo>
                    <a:pt x="6510" y="24129"/>
                    <a:pt x="6127" y="24489"/>
                    <a:pt x="5789" y="24850"/>
                  </a:cubicBezTo>
                  <a:cubicBezTo>
                    <a:pt x="4326" y="26426"/>
                    <a:pt x="3087" y="28272"/>
                    <a:pt x="2389" y="30321"/>
                  </a:cubicBezTo>
                  <a:cubicBezTo>
                    <a:pt x="2389" y="30412"/>
                    <a:pt x="2344" y="30547"/>
                    <a:pt x="2299" y="30659"/>
                  </a:cubicBezTo>
                  <a:cubicBezTo>
                    <a:pt x="1781" y="28610"/>
                    <a:pt x="1398" y="26313"/>
                    <a:pt x="2344" y="24377"/>
                  </a:cubicBezTo>
                  <a:cubicBezTo>
                    <a:pt x="2682" y="24377"/>
                    <a:pt x="3042" y="24264"/>
                    <a:pt x="3380" y="24242"/>
                  </a:cubicBezTo>
                  <a:cubicBezTo>
                    <a:pt x="3808" y="24174"/>
                    <a:pt x="4213" y="24129"/>
                    <a:pt x="4618" y="24062"/>
                  </a:cubicBezTo>
                  <a:cubicBezTo>
                    <a:pt x="5384" y="23949"/>
                    <a:pt x="6127" y="23881"/>
                    <a:pt x="6870" y="23791"/>
                  </a:cubicBezTo>
                  <a:close/>
                  <a:moveTo>
                    <a:pt x="7095" y="23881"/>
                  </a:moveTo>
                  <a:cubicBezTo>
                    <a:pt x="6960" y="25300"/>
                    <a:pt x="6780" y="26764"/>
                    <a:pt x="6645" y="28205"/>
                  </a:cubicBezTo>
                  <a:cubicBezTo>
                    <a:pt x="5069" y="28565"/>
                    <a:pt x="3695" y="29398"/>
                    <a:pt x="2637" y="30592"/>
                  </a:cubicBezTo>
                  <a:cubicBezTo>
                    <a:pt x="2569" y="30704"/>
                    <a:pt x="2479" y="30817"/>
                    <a:pt x="2389" y="30907"/>
                  </a:cubicBezTo>
                  <a:cubicBezTo>
                    <a:pt x="3065" y="28903"/>
                    <a:pt x="4145" y="27079"/>
                    <a:pt x="5519" y="25480"/>
                  </a:cubicBezTo>
                  <a:cubicBezTo>
                    <a:pt x="5992" y="24917"/>
                    <a:pt x="6532" y="24377"/>
                    <a:pt x="7095" y="23881"/>
                  </a:cubicBezTo>
                  <a:close/>
                  <a:moveTo>
                    <a:pt x="10585" y="0"/>
                  </a:moveTo>
                  <a:cubicBezTo>
                    <a:pt x="10118" y="0"/>
                    <a:pt x="9647" y="50"/>
                    <a:pt x="9167" y="170"/>
                  </a:cubicBezTo>
                  <a:cubicBezTo>
                    <a:pt x="8491" y="305"/>
                    <a:pt x="7861" y="553"/>
                    <a:pt x="7208" y="823"/>
                  </a:cubicBezTo>
                  <a:cubicBezTo>
                    <a:pt x="4866" y="1814"/>
                    <a:pt x="2614" y="3098"/>
                    <a:pt x="768" y="4854"/>
                  </a:cubicBezTo>
                  <a:lnTo>
                    <a:pt x="92" y="5507"/>
                  </a:lnTo>
                  <a:cubicBezTo>
                    <a:pt x="1" y="5598"/>
                    <a:pt x="87" y="5734"/>
                    <a:pt x="183" y="5734"/>
                  </a:cubicBezTo>
                  <a:cubicBezTo>
                    <a:pt x="206" y="5734"/>
                    <a:pt x="229" y="5727"/>
                    <a:pt x="250" y="5710"/>
                  </a:cubicBezTo>
                  <a:cubicBezTo>
                    <a:pt x="610" y="5529"/>
                    <a:pt x="990" y="5429"/>
                    <a:pt x="1377" y="5429"/>
                  </a:cubicBezTo>
                  <a:cubicBezTo>
                    <a:pt x="1571" y="5429"/>
                    <a:pt x="1766" y="5454"/>
                    <a:pt x="1961" y="5507"/>
                  </a:cubicBezTo>
                  <a:cubicBezTo>
                    <a:pt x="2524" y="5687"/>
                    <a:pt x="2952" y="6070"/>
                    <a:pt x="3312" y="6543"/>
                  </a:cubicBezTo>
                  <a:cubicBezTo>
                    <a:pt x="3695" y="6948"/>
                    <a:pt x="4055" y="7376"/>
                    <a:pt x="4506" y="7691"/>
                  </a:cubicBezTo>
                  <a:cubicBezTo>
                    <a:pt x="4934" y="7961"/>
                    <a:pt x="5406" y="8164"/>
                    <a:pt x="5902" y="8299"/>
                  </a:cubicBezTo>
                  <a:cubicBezTo>
                    <a:pt x="6566" y="8465"/>
                    <a:pt x="7230" y="8515"/>
                    <a:pt x="7898" y="8515"/>
                  </a:cubicBezTo>
                  <a:cubicBezTo>
                    <a:pt x="8408" y="8515"/>
                    <a:pt x="8920" y="8486"/>
                    <a:pt x="9437" y="8457"/>
                  </a:cubicBezTo>
                  <a:cubicBezTo>
                    <a:pt x="9993" y="8401"/>
                    <a:pt x="10549" y="8361"/>
                    <a:pt x="11117" y="8361"/>
                  </a:cubicBezTo>
                  <a:cubicBezTo>
                    <a:pt x="11240" y="8361"/>
                    <a:pt x="11363" y="8363"/>
                    <a:pt x="11486" y="8367"/>
                  </a:cubicBezTo>
                  <a:cubicBezTo>
                    <a:pt x="11801" y="8367"/>
                    <a:pt x="12094" y="8412"/>
                    <a:pt x="12409" y="8479"/>
                  </a:cubicBezTo>
                  <a:lnTo>
                    <a:pt x="12432" y="8479"/>
                  </a:lnTo>
                  <a:cubicBezTo>
                    <a:pt x="12747" y="8524"/>
                    <a:pt x="13085" y="8614"/>
                    <a:pt x="13400" y="8704"/>
                  </a:cubicBezTo>
                  <a:cubicBezTo>
                    <a:pt x="14571" y="9042"/>
                    <a:pt x="15742" y="9515"/>
                    <a:pt x="16980" y="9740"/>
                  </a:cubicBezTo>
                  <a:cubicBezTo>
                    <a:pt x="17920" y="9906"/>
                    <a:pt x="18875" y="9921"/>
                    <a:pt x="19845" y="9921"/>
                  </a:cubicBezTo>
                  <a:cubicBezTo>
                    <a:pt x="20060" y="9921"/>
                    <a:pt x="20276" y="9920"/>
                    <a:pt x="20493" y="9920"/>
                  </a:cubicBezTo>
                  <a:cubicBezTo>
                    <a:pt x="21642" y="9920"/>
                    <a:pt x="22835" y="9943"/>
                    <a:pt x="23961" y="10303"/>
                  </a:cubicBezTo>
                  <a:cubicBezTo>
                    <a:pt x="24929" y="10618"/>
                    <a:pt x="25762" y="11204"/>
                    <a:pt x="26483" y="11879"/>
                  </a:cubicBezTo>
                  <a:cubicBezTo>
                    <a:pt x="27789" y="13118"/>
                    <a:pt x="28937" y="14717"/>
                    <a:pt x="30649" y="15392"/>
                  </a:cubicBezTo>
                  <a:cubicBezTo>
                    <a:pt x="30671" y="15392"/>
                    <a:pt x="30716" y="15437"/>
                    <a:pt x="30739" y="15437"/>
                  </a:cubicBezTo>
                  <a:cubicBezTo>
                    <a:pt x="29951" y="15437"/>
                    <a:pt x="29140" y="15460"/>
                    <a:pt x="28352" y="15505"/>
                  </a:cubicBezTo>
                  <a:cubicBezTo>
                    <a:pt x="27339" y="14784"/>
                    <a:pt x="26235" y="14154"/>
                    <a:pt x="25109" y="13681"/>
                  </a:cubicBezTo>
                  <a:cubicBezTo>
                    <a:pt x="23871" y="13140"/>
                    <a:pt x="22542" y="12690"/>
                    <a:pt x="21191" y="12555"/>
                  </a:cubicBezTo>
                  <a:cubicBezTo>
                    <a:pt x="20987" y="12541"/>
                    <a:pt x="20782" y="12534"/>
                    <a:pt x="20578" y="12534"/>
                  </a:cubicBezTo>
                  <a:cubicBezTo>
                    <a:pt x="20107" y="12534"/>
                    <a:pt x="19636" y="12573"/>
                    <a:pt x="19165" y="12668"/>
                  </a:cubicBezTo>
                  <a:cubicBezTo>
                    <a:pt x="18467" y="12803"/>
                    <a:pt x="17791" y="13073"/>
                    <a:pt x="17048" y="13185"/>
                  </a:cubicBezTo>
                  <a:cubicBezTo>
                    <a:pt x="15765" y="13366"/>
                    <a:pt x="14436" y="13140"/>
                    <a:pt x="13152" y="13456"/>
                  </a:cubicBezTo>
                  <a:cubicBezTo>
                    <a:pt x="11914" y="13748"/>
                    <a:pt x="11058" y="14649"/>
                    <a:pt x="10068" y="15370"/>
                  </a:cubicBezTo>
                  <a:cubicBezTo>
                    <a:pt x="9009" y="16135"/>
                    <a:pt x="7658" y="16293"/>
                    <a:pt x="6577" y="17058"/>
                  </a:cubicBezTo>
                  <a:cubicBezTo>
                    <a:pt x="6104" y="17396"/>
                    <a:pt x="5722" y="17824"/>
                    <a:pt x="5384" y="18297"/>
                  </a:cubicBezTo>
                  <a:cubicBezTo>
                    <a:pt x="5001" y="18837"/>
                    <a:pt x="4776" y="19423"/>
                    <a:pt x="4596" y="20053"/>
                  </a:cubicBezTo>
                  <a:cubicBezTo>
                    <a:pt x="4371" y="20661"/>
                    <a:pt x="4145" y="21314"/>
                    <a:pt x="3808" y="21877"/>
                  </a:cubicBezTo>
                  <a:cubicBezTo>
                    <a:pt x="3425" y="22440"/>
                    <a:pt x="3020" y="22913"/>
                    <a:pt x="2614" y="23454"/>
                  </a:cubicBezTo>
                  <a:cubicBezTo>
                    <a:pt x="1916" y="24467"/>
                    <a:pt x="1556" y="25593"/>
                    <a:pt x="1488" y="26831"/>
                  </a:cubicBezTo>
                  <a:cubicBezTo>
                    <a:pt x="1443" y="28070"/>
                    <a:pt x="1668" y="29308"/>
                    <a:pt x="1939" y="30524"/>
                  </a:cubicBezTo>
                  <a:cubicBezTo>
                    <a:pt x="2029" y="30817"/>
                    <a:pt x="2074" y="31132"/>
                    <a:pt x="2164" y="31447"/>
                  </a:cubicBezTo>
                  <a:cubicBezTo>
                    <a:pt x="2177" y="31513"/>
                    <a:pt x="2244" y="31548"/>
                    <a:pt x="2306" y="31548"/>
                  </a:cubicBezTo>
                  <a:cubicBezTo>
                    <a:pt x="2350" y="31548"/>
                    <a:pt x="2393" y="31530"/>
                    <a:pt x="2412" y="31492"/>
                  </a:cubicBezTo>
                  <a:cubicBezTo>
                    <a:pt x="3650" y="29691"/>
                    <a:pt x="5609" y="28543"/>
                    <a:pt x="7793" y="28340"/>
                  </a:cubicBezTo>
                  <a:cubicBezTo>
                    <a:pt x="8114" y="28314"/>
                    <a:pt x="8438" y="28305"/>
                    <a:pt x="8764" y="28305"/>
                  </a:cubicBezTo>
                  <a:cubicBezTo>
                    <a:pt x="9599" y="28305"/>
                    <a:pt x="10449" y="28365"/>
                    <a:pt x="11291" y="28365"/>
                  </a:cubicBezTo>
                  <a:cubicBezTo>
                    <a:pt x="12433" y="28365"/>
                    <a:pt x="13560" y="28254"/>
                    <a:pt x="14616" y="27732"/>
                  </a:cubicBezTo>
                  <a:cubicBezTo>
                    <a:pt x="15629" y="27214"/>
                    <a:pt x="16418" y="26381"/>
                    <a:pt x="17386" y="25840"/>
                  </a:cubicBezTo>
                  <a:cubicBezTo>
                    <a:pt x="18467" y="25255"/>
                    <a:pt x="19705" y="25165"/>
                    <a:pt x="20854" y="24850"/>
                  </a:cubicBezTo>
                  <a:cubicBezTo>
                    <a:pt x="22723" y="24354"/>
                    <a:pt x="24434" y="23273"/>
                    <a:pt x="25762" y="21855"/>
                  </a:cubicBezTo>
                  <a:cubicBezTo>
                    <a:pt x="27068" y="20436"/>
                    <a:pt x="28059" y="18635"/>
                    <a:pt x="28419" y="16721"/>
                  </a:cubicBezTo>
                  <a:cubicBezTo>
                    <a:pt x="28487" y="16496"/>
                    <a:pt x="28510" y="16248"/>
                    <a:pt x="28532" y="16000"/>
                  </a:cubicBezTo>
                  <a:cubicBezTo>
                    <a:pt x="28558" y="15895"/>
                    <a:pt x="28478" y="15836"/>
                    <a:pt x="28401" y="15836"/>
                  </a:cubicBezTo>
                  <a:cubicBezTo>
                    <a:pt x="28346" y="15836"/>
                    <a:pt x="28294" y="15867"/>
                    <a:pt x="28284" y="15933"/>
                  </a:cubicBezTo>
                  <a:cubicBezTo>
                    <a:pt x="28037" y="17869"/>
                    <a:pt x="27136" y="19716"/>
                    <a:pt x="25898" y="21202"/>
                  </a:cubicBezTo>
                  <a:cubicBezTo>
                    <a:pt x="24637" y="22688"/>
                    <a:pt x="22970" y="23836"/>
                    <a:pt x="21101" y="24444"/>
                  </a:cubicBezTo>
                  <a:cubicBezTo>
                    <a:pt x="20381" y="24669"/>
                    <a:pt x="19593" y="24782"/>
                    <a:pt x="18849" y="24962"/>
                  </a:cubicBezTo>
                  <a:cubicBezTo>
                    <a:pt x="19457" y="23589"/>
                    <a:pt x="19975" y="22215"/>
                    <a:pt x="20538" y="20796"/>
                  </a:cubicBezTo>
                  <a:cubicBezTo>
                    <a:pt x="21101" y="19400"/>
                    <a:pt x="21709" y="17982"/>
                    <a:pt x="22272" y="16586"/>
                  </a:cubicBezTo>
                  <a:cubicBezTo>
                    <a:pt x="22723" y="16496"/>
                    <a:pt x="23173" y="16405"/>
                    <a:pt x="23646" y="16338"/>
                  </a:cubicBezTo>
                  <a:cubicBezTo>
                    <a:pt x="25988" y="15933"/>
                    <a:pt x="28352" y="15775"/>
                    <a:pt x="30716" y="15775"/>
                  </a:cubicBezTo>
                  <a:lnTo>
                    <a:pt x="31572" y="15775"/>
                  </a:lnTo>
                  <a:cubicBezTo>
                    <a:pt x="31730" y="15707"/>
                    <a:pt x="31730" y="15392"/>
                    <a:pt x="31527" y="15392"/>
                  </a:cubicBezTo>
                  <a:cubicBezTo>
                    <a:pt x="31482" y="15347"/>
                    <a:pt x="31459" y="15280"/>
                    <a:pt x="31392" y="15257"/>
                  </a:cubicBezTo>
                  <a:cubicBezTo>
                    <a:pt x="31347" y="15257"/>
                    <a:pt x="31302" y="15235"/>
                    <a:pt x="31279" y="15235"/>
                  </a:cubicBezTo>
                  <a:cubicBezTo>
                    <a:pt x="30649" y="13996"/>
                    <a:pt x="30063" y="12735"/>
                    <a:pt x="29523" y="11452"/>
                  </a:cubicBezTo>
                  <a:cubicBezTo>
                    <a:pt x="29050" y="10303"/>
                    <a:pt x="28645" y="9087"/>
                    <a:pt x="28082" y="7961"/>
                  </a:cubicBezTo>
                  <a:cubicBezTo>
                    <a:pt x="27586" y="6903"/>
                    <a:pt x="26843" y="6002"/>
                    <a:pt x="25807" y="5439"/>
                  </a:cubicBezTo>
                  <a:cubicBezTo>
                    <a:pt x="25244" y="5124"/>
                    <a:pt x="24659" y="4899"/>
                    <a:pt x="24119" y="4584"/>
                  </a:cubicBezTo>
                  <a:cubicBezTo>
                    <a:pt x="23578" y="4291"/>
                    <a:pt x="23150" y="3886"/>
                    <a:pt x="22768" y="3435"/>
                  </a:cubicBezTo>
                  <a:cubicBezTo>
                    <a:pt x="22385" y="3007"/>
                    <a:pt x="22002" y="2557"/>
                    <a:pt x="21552" y="2197"/>
                  </a:cubicBezTo>
                  <a:cubicBezTo>
                    <a:pt x="21079" y="1814"/>
                    <a:pt x="20516" y="1589"/>
                    <a:pt x="19930" y="1409"/>
                  </a:cubicBezTo>
                  <a:cubicBezTo>
                    <a:pt x="19255" y="1251"/>
                    <a:pt x="18557" y="1161"/>
                    <a:pt x="17836" y="1048"/>
                  </a:cubicBezTo>
                  <a:cubicBezTo>
                    <a:pt x="17116" y="936"/>
                    <a:pt x="16373" y="801"/>
                    <a:pt x="15629" y="688"/>
                  </a:cubicBezTo>
                  <a:cubicBezTo>
                    <a:pt x="14188" y="418"/>
                    <a:pt x="12747" y="125"/>
                    <a:pt x="11284" y="35"/>
                  </a:cubicBezTo>
                  <a:cubicBezTo>
                    <a:pt x="11051" y="13"/>
                    <a:pt x="10818" y="0"/>
                    <a:pt x="10585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title"/>
          </p:nvPr>
        </p:nvSpPr>
        <p:spPr>
          <a:xfrm>
            <a:off x="2958000" y="2173500"/>
            <a:ext cx="4585500" cy="7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 idx="2" hasCustomPrompt="1"/>
          </p:nvPr>
        </p:nvSpPr>
        <p:spPr>
          <a:xfrm>
            <a:off x="1600500" y="2173500"/>
            <a:ext cx="1357500" cy="7965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11" name="Google Shape;111;p15"/>
          <p:cNvGrpSpPr/>
          <p:nvPr/>
        </p:nvGrpSpPr>
        <p:grpSpPr>
          <a:xfrm>
            <a:off x="242053" y="227597"/>
            <a:ext cx="8669395" cy="5073285"/>
            <a:chOff x="242053" y="227597"/>
            <a:chExt cx="8669395" cy="5073285"/>
          </a:xfrm>
        </p:grpSpPr>
        <p:sp>
          <p:nvSpPr>
            <p:cNvPr id="112" name="Google Shape;112;p15"/>
            <p:cNvSpPr/>
            <p:nvPr/>
          </p:nvSpPr>
          <p:spPr>
            <a:xfrm rot="-4872794">
              <a:off x="6351695" y="3996833"/>
              <a:ext cx="833633" cy="920526"/>
            </a:xfrm>
            <a:custGeom>
              <a:avLst/>
              <a:gdLst/>
              <a:ahLst/>
              <a:cxnLst/>
              <a:rect l="l" t="t" r="r" b="b"/>
              <a:pathLst>
                <a:path w="31717" h="35023" extrusionOk="0">
                  <a:moveTo>
                    <a:pt x="15108" y="455"/>
                  </a:moveTo>
                  <a:cubicBezTo>
                    <a:pt x="15716" y="2482"/>
                    <a:pt x="15896" y="4576"/>
                    <a:pt x="15693" y="6693"/>
                  </a:cubicBezTo>
                  <a:cubicBezTo>
                    <a:pt x="15603" y="7458"/>
                    <a:pt x="15491" y="8179"/>
                    <a:pt x="15356" y="8922"/>
                  </a:cubicBezTo>
                  <a:cubicBezTo>
                    <a:pt x="14613" y="7639"/>
                    <a:pt x="13937" y="6378"/>
                    <a:pt x="13217" y="5117"/>
                  </a:cubicBezTo>
                  <a:cubicBezTo>
                    <a:pt x="14252" y="3946"/>
                    <a:pt x="14928" y="2482"/>
                    <a:pt x="15063" y="861"/>
                  </a:cubicBezTo>
                  <a:cubicBezTo>
                    <a:pt x="15063" y="726"/>
                    <a:pt x="15108" y="590"/>
                    <a:pt x="15108" y="455"/>
                  </a:cubicBezTo>
                  <a:close/>
                  <a:moveTo>
                    <a:pt x="15333" y="636"/>
                  </a:moveTo>
                  <a:lnTo>
                    <a:pt x="15333" y="636"/>
                  </a:lnTo>
                  <a:cubicBezTo>
                    <a:pt x="16932" y="2009"/>
                    <a:pt x="18553" y="3653"/>
                    <a:pt x="18936" y="5792"/>
                  </a:cubicBezTo>
                  <a:cubicBezTo>
                    <a:pt x="18643" y="5995"/>
                    <a:pt x="18418" y="6265"/>
                    <a:pt x="18170" y="6535"/>
                  </a:cubicBezTo>
                  <a:cubicBezTo>
                    <a:pt x="17855" y="6805"/>
                    <a:pt x="17540" y="7121"/>
                    <a:pt x="17247" y="7391"/>
                  </a:cubicBezTo>
                  <a:cubicBezTo>
                    <a:pt x="16684" y="7909"/>
                    <a:pt x="16121" y="8449"/>
                    <a:pt x="15558" y="8922"/>
                  </a:cubicBezTo>
                  <a:cubicBezTo>
                    <a:pt x="15671" y="8449"/>
                    <a:pt x="15739" y="7931"/>
                    <a:pt x="15806" y="7436"/>
                  </a:cubicBezTo>
                  <a:cubicBezTo>
                    <a:pt x="16076" y="5297"/>
                    <a:pt x="16031" y="3090"/>
                    <a:pt x="15446" y="1018"/>
                  </a:cubicBezTo>
                  <a:cubicBezTo>
                    <a:pt x="15401" y="861"/>
                    <a:pt x="15356" y="748"/>
                    <a:pt x="15333" y="636"/>
                  </a:cubicBezTo>
                  <a:close/>
                  <a:moveTo>
                    <a:pt x="18981" y="5905"/>
                  </a:moveTo>
                  <a:cubicBezTo>
                    <a:pt x="18959" y="5972"/>
                    <a:pt x="18981" y="6017"/>
                    <a:pt x="18981" y="6085"/>
                  </a:cubicBezTo>
                  <a:cubicBezTo>
                    <a:pt x="19071" y="6693"/>
                    <a:pt x="19004" y="7323"/>
                    <a:pt x="18981" y="7931"/>
                  </a:cubicBezTo>
                  <a:cubicBezTo>
                    <a:pt x="18959" y="8562"/>
                    <a:pt x="18981" y="9170"/>
                    <a:pt x="19116" y="9755"/>
                  </a:cubicBezTo>
                  <a:cubicBezTo>
                    <a:pt x="19274" y="10386"/>
                    <a:pt x="19499" y="10994"/>
                    <a:pt x="19634" y="11624"/>
                  </a:cubicBezTo>
                  <a:cubicBezTo>
                    <a:pt x="19747" y="12097"/>
                    <a:pt x="19769" y="12547"/>
                    <a:pt x="19747" y="13020"/>
                  </a:cubicBezTo>
                  <a:cubicBezTo>
                    <a:pt x="17923" y="13921"/>
                    <a:pt x="16054" y="14754"/>
                    <a:pt x="14140" y="15475"/>
                  </a:cubicBezTo>
                  <a:cubicBezTo>
                    <a:pt x="13915" y="15565"/>
                    <a:pt x="13689" y="15655"/>
                    <a:pt x="13442" y="15722"/>
                  </a:cubicBezTo>
                  <a:cubicBezTo>
                    <a:pt x="13329" y="15790"/>
                    <a:pt x="13194" y="15812"/>
                    <a:pt x="13081" y="15880"/>
                  </a:cubicBezTo>
                  <a:lnTo>
                    <a:pt x="13036" y="15880"/>
                  </a:lnTo>
                  <a:cubicBezTo>
                    <a:pt x="13419" y="15159"/>
                    <a:pt x="13712" y="14461"/>
                    <a:pt x="14027" y="13763"/>
                  </a:cubicBezTo>
                  <a:cubicBezTo>
                    <a:pt x="14680" y="12277"/>
                    <a:pt x="15176" y="10701"/>
                    <a:pt x="15513" y="9080"/>
                  </a:cubicBezTo>
                  <a:cubicBezTo>
                    <a:pt x="16144" y="8562"/>
                    <a:pt x="16752" y="8021"/>
                    <a:pt x="17382" y="7458"/>
                  </a:cubicBezTo>
                  <a:cubicBezTo>
                    <a:pt x="17698" y="7166"/>
                    <a:pt x="17990" y="6895"/>
                    <a:pt x="18306" y="6580"/>
                  </a:cubicBezTo>
                  <a:cubicBezTo>
                    <a:pt x="18531" y="6355"/>
                    <a:pt x="18778" y="6152"/>
                    <a:pt x="18981" y="5905"/>
                  </a:cubicBezTo>
                  <a:close/>
                  <a:moveTo>
                    <a:pt x="13149" y="5229"/>
                  </a:moveTo>
                  <a:lnTo>
                    <a:pt x="15356" y="9125"/>
                  </a:lnTo>
                  <a:cubicBezTo>
                    <a:pt x="15063" y="10431"/>
                    <a:pt x="14658" y="11759"/>
                    <a:pt x="14140" y="13020"/>
                  </a:cubicBezTo>
                  <a:cubicBezTo>
                    <a:pt x="13757" y="14034"/>
                    <a:pt x="13284" y="15002"/>
                    <a:pt x="12789" y="15948"/>
                  </a:cubicBezTo>
                  <a:cubicBezTo>
                    <a:pt x="12766" y="15948"/>
                    <a:pt x="12721" y="15948"/>
                    <a:pt x="12699" y="15925"/>
                  </a:cubicBezTo>
                  <a:cubicBezTo>
                    <a:pt x="12676" y="15903"/>
                    <a:pt x="12676" y="15835"/>
                    <a:pt x="12654" y="15812"/>
                  </a:cubicBezTo>
                  <a:cubicBezTo>
                    <a:pt x="12451" y="15317"/>
                    <a:pt x="12226" y="14822"/>
                    <a:pt x="12023" y="14326"/>
                  </a:cubicBezTo>
                  <a:cubicBezTo>
                    <a:pt x="11595" y="13336"/>
                    <a:pt x="11190" y="12322"/>
                    <a:pt x="10762" y="11309"/>
                  </a:cubicBezTo>
                  <a:cubicBezTo>
                    <a:pt x="10312" y="10251"/>
                    <a:pt x="9861" y="9147"/>
                    <a:pt x="9411" y="8066"/>
                  </a:cubicBezTo>
                  <a:cubicBezTo>
                    <a:pt x="10289" y="7436"/>
                    <a:pt x="11280" y="6828"/>
                    <a:pt x="12113" y="6197"/>
                  </a:cubicBezTo>
                  <a:cubicBezTo>
                    <a:pt x="12473" y="5905"/>
                    <a:pt x="12811" y="5567"/>
                    <a:pt x="13149" y="5229"/>
                  </a:cubicBezTo>
                  <a:close/>
                  <a:moveTo>
                    <a:pt x="9298" y="8156"/>
                  </a:moveTo>
                  <a:cubicBezTo>
                    <a:pt x="10177" y="10206"/>
                    <a:pt x="11010" y="12277"/>
                    <a:pt x="11888" y="14349"/>
                  </a:cubicBezTo>
                  <a:cubicBezTo>
                    <a:pt x="12113" y="14867"/>
                    <a:pt x="12316" y="15385"/>
                    <a:pt x="12541" y="15903"/>
                  </a:cubicBezTo>
                  <a:cubicBezTo>
                    <a:pt x="12564" y="15993"/>
                    <a:pt x="12631" y="16105"/>
                    <a:pt x="12699" y="16128"/>
                  </a:cubicBezTo>
                  <a:cubicBezTo>
                    <a:pt x="12136" y="17186"/>
                    <a:pt x="11505" y="18267"/>
                    <a:pt x="10830" y="19280"/>
                  </a:cubicBezTo>
                  <a:cubicBezTo>
                    <a:pt x="9771" y="20789"/>
                    <a:pt x="8623" y="22253"/>
                    <a:pt x="7362" y="23604"/>
                  </a:cubicBezTo>
                  <a:cubicBezTo>
                    <a:pt x="7024" y="22140"/>
                    <a:pt x="6686" y="20676"/>
                    <a:pt x="6349" y="19258"/>
                  </a:cubicBezTo>
                  <a:cubicBezTo>
                    <a:pt x="6011" y="17749"/>
                    <a:pt x="5673" y="16263"/>
                    <a:pt x="5313" y="14777"/>
                  </a:cubicBezTo>
                  <a:cubicBezTo>
                    <a:pt x="5538" y="14529"/>
                    <a:pt x="5718" y="14259"/>
                    <a:pt x="5898" y="13989"/>
                  </a:cubicBezTo>
                  <a:cubicBezTo>
                    <a:pt x="6506" y="12998"/>
                    <a:pt x="6686" y="11872"/>
                    <a:pt x="7114" y="10814"/>
                  </a:cubicBezTo>
                  <a:cubicBezTo>
                    <a:pt x="7565" y="9688"/>
                    <a:pt x="8375" y="8854"/>
                    <a:pt x="9298" y="8156"/>
                  </a:cubicBezTo>
                  <a:close/>
                  <a:moveTo>
                    <a:pt x="19724" y="13133"/>
                  </a:moveTo>
                  <a:cubicBezTo>
                    <a:pt x="19724" y="13245"/>
                    <a:pt x="19724" y="13336"/>
                    <a:pt x="19679" y="13448"/>
                  </a:cubicBezTo>
                  <a:cubicBezTo>
                    <a:pt x="19567" y="14079"/>
                    <a:pt x="19341" y="14642"/>
                    <a:pt x="19004" y="15159"/>
                  </a:cubicBezTo>
                  <a:cubicBezTo>
                    <a:pt x="18666" y="15700"/>
                    <a:pt x="18283" y="16218"/>
                    <a:pt x="17968" y="16781"/>
                  </a:cubicBezTo>
                  <a:cubicBezTo>
                    <a:pt x="17472" y="17726"/>
                    <a:pt x="17315" y="18807"/>
                    <a:pt x="16909" y="19776"/>
                  </a:cubicBezTo>
                  <a:cubicBezTo>
                    <a:pt x="15693" y="20271"/>
                    <a:pt x="14500" y="20789"/>
                    <a:pt x="13329" y="21307"/>
                  </a:cubicBezTo>
                  <a:cubicBezTo>
                    <a:pt x="12068" y="21825"/>
                    <a:pt x="10762" y="22365"/>
                    <a:pt x="9479" y="22883"/>
                  </a:cubicBezTo>
                  <a:cubicBezTo>
                    <a:pt x="8848" y="23131"/>
                    <a:pt x="8240" y="23356"/>
                    <a:pt x="7610" y="23604"/>
                  </a:cubicBezTo>
                  <a:cubicBezTo>
                    <a:pt x="8645" y="22455"/>
                    <a:pt x="9636" y="21239"/>
                    <a:pt x="10537" y="19978"/>
                  </a:cubicBezTo>
                  <a:cubicBezTo>
                    <a:pt x="11415" y="18740"/>
                    <a:pt x="12226" y="17411"/>
                    <a:pt x="12924" y="16060"/>
                  </a:cubicBezTo>
                  <a:cubicBezTo>
                    <a:pt x="12969" y="16038"/>
                    <a:pt x="13014" y="16038"/>
                    <a:pt x="13036" y="16015"/>
                  </a:cubicBezTo>
                  <a:cubicBezTo>
                    <a:pt x="13194" y="15948"/>
                    <a:pt x="13329" y="15903"/>
                    <a:pt x="13487" y="15835"/>
                  </a:cubicBezTo>
                  <a:cubicBezTo>
                    <a:pt x="14500" y="15475"/>
                    <a:pt x="15558" y="15047"/>
                    <a:pt x="16527" y="14642"/>
                  </a:cubicBezTo>
                  <a:cubicBezTo>
                    <a:pt x="17607" y="14191"/>
                    <a:pt x="18666" y="13673"/>
                    <a:pt x="19724" y="13133"/>
                  </a:cubicBezTo>
                  <a:close/>
                  <a:moveTo>
                    <a:pt x="31141" y="20519"/>
                  </a:moveTo>
                  <a:lnTo>
                    <a:pt x="31141" y="20519"/>
                  </a:lnTo>
                  <a:cubicBezTo>
                    <a:pt x="30915" y="20901"/>
                    <a:pt x="30713" y="21307"/>
                    <a:pt x="30465" y="21667"/>
                  </a:cubicBezTo>
                  <a:cubicBezTo>
                    <a:pt x="30127" y="22140"/>
                    <a:pt x="29790" y="22590"/>
                    <a:pt x="29407" y="23041"/>
                  </a:cubicBezTo>
                  <a:cubicBezTo>
                    <a:pt x="29001" y="23491"/>
                    <a:pt x="28619" y="23941"/>
                    <a:pt x="28191" y="24369"/>
                  </a:cubicBezTo>
                  <a:cubicBezTo>
                    <a:pt x="28506" y="23333"/>
                    <a:pt x="28754" y="22253"/>
                    <a:pt x="28911" y="21194"/>
                  </a:cubicBezTo>
                  <a:cubicBezTo>
                    <a:pt x="29058" y="21205"/>
                    <a:pt x="29193" y="21211"/>
                    <a:pt x="29320" y="21211"/>
                  </a:cubicBezTo>
                  <a:cubicBezTo>
                    <a:pt x="29446" y="21211"/>
                    <a:pt x="29564" y="21205"/>
                    <a:pt x="29677" y="21194"/>
                  </a:cubicBezTo>
                  <a:cubicBezTo>
                    <a:pt x="30217" y="21127"/>
                    <a:pt x="30713" y="20901"/>
                    <a:pt x="31118" y="20541"/>
                  </a:cubicBezTo>
                  <a:lnTo>
                    <a:pt x="31141" y="20519"/>
                  </a:lnTo>
                  <a:close/>
                  <a:moveTo>
                    <a:pt x="31253" y="20676"/>
                  </a:moveTo>
                  <a:cubicBezTo>
                    <a:pt x="30983" y="22253"/>
                    <a:pt x="30420" y="23806"/>
                    <a:pt x="29699" y="25270"/>
                  </a:cubicBezTo>
                  <a:cubicBezTo>
                    <a:pt x="29204" y="25045"/>
                    <a:pt x="28686" y="24820"/>
                    <a:pt x="28191" y="24617"/>
                  </a:cubicBezTo>
                  <a:cubicBezTo>
                    <a:pt x="28574" y="24234"/>
                    <a:pt x="28979" y="23829"/>
                    <a:pt x="29317" y="23446"/>
                  </a:cubicBezTo>
                  <a:cubicBezTo>
                    <a:pt x="30037" y="22635"/>
                    <a:pt x="30780" y="21690"/>
                    <a:pt x="31253" y="20676"/>
                  </a:cubicBezTo>
                  <a:close/>
                  <a:moveTo>
                    <a:pt x="16909" y="19843"/>
                  </a:moveTo>
                  <a:lnTo>
                    <a:pt x="16819" y="20001"/>
                  </a:lnTo>
                  <a:cubicBezTo>
                    <a:pt x="16234" y="21194"/>
                    <a:pt x="15018" y="21847"/>
                    <a:pt x="14005" y="22635"/>
                  </a:cubicBezTo>
                  <a:cubicBezTo>
                    <a:pt x="13464" y="23018"/>
                    <a:pt x="13014" y="23469"/>
                    <a:pt x="12631" y="23986"/>
                  </a:cubicBezTo>
                  <a:cubicBezTo>
                    <a:pt x="12181" y="24504"/>
                    <a:pt x="11753" y="25067"/>
                    <a:pt x="11212" y="25518"/>
                  </a:cubicBezTo>
                  <a:cubicBezTo>
                    <a:pt x="10154" y="26396"/>
                    <a:pt x="8826" y="26914"/>
                    <a:pt x="7497" y="27251"/>
                  </a:cubicBezTo>
                  <a:cubicBezTo>
                    <a:pt x="6259" y="27589"/>
                    <a:pt x="4975" y="27814"/>
                    <a:pt x="3669" y="27882"/>
                  </a:cubicBezTo>
                  <a:cubicBezTo>
                    <a:pt x="3444" y="27927"/>
                    <a:pt x="3241" y="27927"/>
                    <a:pt x="3016" y="27927"/>
                  </a:cubicBezTo>
                  <a:cubicBezTo>
                    <a:pt x="4007" y="27161"/>
                    <a:pt x="4975" y="26306"/>
                    <a:pt x="5898" y="25405"/>
                  </a:cubicBezTo>
                  <a:cubicBezTo>
                    <a:pt x="6439" y="24910"/>
                    <a:pt x="6912" y="24392"/>
                    <a:pt x="7407" y="23874"/>
                  </a:cubicBezTo>
                  <a:cubicBezTo>
                    <a:pt x="9974" y="22883"/>
                    <a:pt x="12518" y="21847"/>
                    <a:pt x="15040" y="20721"/>
                  </a:cubicBezTo>
                  <a:cubicBezTo>
                    <a:pt x="15671" y="20429"/>
                    <a:pt x="16279" y="20158"/>
                    <a:pt x="16909" y="19843"/>
                  </a:cubicBezTo>
                  <a:close/>
                  <a:moveTo>
                    <a:pt x="26874" y="20833"/>
                  </a:moveTo>
                  <a:cubicBezTo>
                    <a:pt x="27306" y="20833"/>
                    <a:pt x="27737" y="20911"/>
                    <a:pt x="28168" y="21014"/>
                  </a:cubicBezTo>
                  <a:cubicBezTo>
                    <a:pt x="28393" y="21082"/>
                    <a:pt x="28641" y="21127"/>
                    <a:pt x="28866" y="21172"/>
                  </a:cubicBezTo>
                  <a:cubicBezTo>
                    <a:pt x="28686" y="22298"/>
                    <a:pt x="28439" y="23423"/>
                    <a:pt x="28078" y="24504"/>
                  </a:cubicBezTo>
                  <a:cubicBezTo>
                    <a:pt x="27718" y="24887"/>
                    <a:pt x="27335" y="25225"/>
                    <a:pt x="26975" y="25563"/>
                  </a:cubicBezTo>
                  <a:cubicBezTo>
                    <a:pt x="25759" y="26621"/>
                    <a:pt x="24408" y="27522"/>
                    <a:pt x="23012" y="28310"/>
                  </a:cubicBezTo>
                  <a:cubicBezTo>
                    <a:pt x="23237" y="27747"/>
                    <a:pt x="23507" y="27206"/>
                    <a:pt x="23732" y="26689"/>
                  </a:cubicBezTo>
                  <a:cubicBezTo>
                    <a:pt x="24025" y="26036"/>
                    <a:pt x="24295" y="25405"/>
                    <a:pt x="24565" y="24775"/>
                  </a:cubicBezTo>
                  <a:cubicBezTo>
                    <a:pt x="25083" y="23491"/>
                    <a:pt x="25624" y="22230"/>
                    <a:pt x="26052" y="20969"/>
                  </a:cubicBezTo>
                  <a:cubicBezTo>
                    <a:pt x="26187" y="20879"/>
                    <a:pt x="26322" y="20856"/>
                    <a:pt x="26479" y="20856"/>
                  </a:cubicBezTo>
                  <a:cubicBezTo>
                    <a:pt x="26611" y="20841"/>
                    <a:pt x="26743" y="20833"/>
                    <a:pt x="26874" y="20833"/>
                  </a:cubicBezTo>
                  <a:close/>
                  <a:moveTo>
                    <a:pt x="28101" y="24707"/>
                  </a:moveTo>
                  <a:cubicBezTo>
                    <a:pt x="28641" y="24932"/>
                    <a:pt x="29137" y="25157"/>
                    <a:pt x="29654" y="25383"/>
                  </a:cubicBezTo>
                  <a:cubicBezTo>
                    <a:pt x="29429" y="25900"/>
                    <a:pt x="29137" y="26396"/>
                    <a:pt x="28866" y="26914"/>
                  </a:cubicBezTo>
                  <a:cubicBezTo>
                    <a:pt x="28191" y="28107"/>
                    <a:pt x="27448" y="29301"/>
                    <a:pt x="26322" y="30134"/>
                  </a:cubicBezTo>
                  <a:cubicBezTo>
                    <a:pt x="26277" y="30179"/>
                    <a:pt x="26254" y="30201"/>
                    <a:pt x="26187" y="30246"/>
                  </a:cubicBezTo>
                  <a:cubicBezTo>
                    <a:pt x="25624" y="29931"/>
                    <a:pt x="25061" y="29661"/>
                    <a:pt x="24520" y="29346"/>
                  </a:cubicBezTo>
                  <a:cubicBezTo>
                    <a:pt x="24003" y="29075"/>
                    <a:pt x="23485" y="28738"/>
                    <a:pt x="22922" y="28467"/>
                  </a:cubicBezTo>
                  <a:cubicBezTo>
                    <a:pt x="24160" y="27814"/>
                    <a:pt x="25376" y="27026"/>
                    <a:pt x="26502" y="26126"/>
                  </a:cubicBezTo>
                  <a:cubicBezTo>
                    <a:pt x="27065" y="25653"/>
                    <a:pt x="27605" y="25180"/>
                    <a:pt x="28101" y="24707"/>
                  </a:cubicBezTo>
                  <a:close/>
                  <a:moveTo>
                    <a:pt x="25962" y="20969"/>
                  </a:moveTo>
                  <a:cubicBezTo>
                    <a:pt x="25421" y="22208"/>
                    <a:pt x="24948" y="23469"/>
                    <a:pt x="24408" y="24707"/>
                  </a:cubicBezTo>
                  <a:cubicBezTo>
                    <a:pt x="24160" y="25337"/>
                    <a:pt x="23890" y="25945"/>
                    <a:pt x="23597" y="26598"/>
                  </a:cubicBezTo>
                  <a:cubicBezTo>
                    <a:pt x="23349" y="27184"/>
                    <a:pt x="23102" y="27814"/>
                    <a:pt x="22787" y="28400"/>
                  </a:cubicBezTo>
                  <a:cubicBezTo>
                    <a:pt x="22201" y="28715"/>
                    <a:pt x="21593" y="29008"/>
                    <a:pt x="20985" y="29278"/>
                  </a:cubicBezTo>
                  <a:cubicBezTo>
                    <a:pt x="19792" y="29773"/>
                    <a:pt x="18553" y="30201"/>
                    <a:pt x="17315" y="30472"/>
                  </a:cubicBezTo>
                  <a:lnTo>
                    <a:pt x="17315" y="30449"/>
                  </a:lnTo>
                  <a:cubicBezTo>
                    <a:pt x="17427" y="30134"/>
                    <a:pt x="17607" y="29864"/>
                    <a:pt x="17743" y="29571"/>
                  </a:cubicBezTo>
                  <a:cubicBezTo>
                    <a:pt x="17878" y="29278"/>
                    <a:pt x="18035" y="28963"/>
                    <a:pt x="18193" y="28648"/>
                  </a:cubicBezTo>
                  <a:lnTo>
                    <a:pt x="19049" y="26779"/>
                  </a:lnTo>
                  <a:cubicBezTo>
                    <a:pt x="19319" y="26148"/>
                    <a:pt x="19634" y="25518"/>
                    <a:pt x="19859" y="24842"/>
                  </a:cubicBezTo>
                  <a:cubicBezTo>
                    <a:pt x="19972" y="24820"/>
                    <a:pt x="20062" y="24775"/>
                    <a:pt x="20129" y="24729"/>
                  </a:cubicBezTo>
                  <a:cubicBezTo>
                    <a:pt x="20737" y="24437"/>
                    <a:pt x="21255" y="24054"/>
                    <a:pt x="21773" y="23649"/>
                  </a:cubicBezTo>
                  <a:cubicBezTo>
                    <a:pt x="22764" y="22861"/>
                    <a:pt x="23687" y="21960"/>
                    <a:pt x="24813" y="21397"/>
                  </a:cubicBezTo>
                  <a:cubicBezTo>
                    <a:pt x="25173" y="21194"/>
                    <a:pt x="25579" y="21059"/>
                    <a:pt x="25962" y="20969"/>
                  </a:cubicBezTo>
                  <a:close/>
                  <a:moveTo>
                    <a:pt x="2310" y="29662"/>
                  </a:moveTo>
                  <a:cubicBezTo>
                    <a:pt x="3548" y="29662"/>
                    <a:pt x="4819" y="30011"/>
                    <a:pt x="6011" y="30201"/>
                  </a:cubicBezTo>
                  <a:cubicBezTo>
                    <a:pt x="6565" y="30282"/>
                    <a:pt x="7143" y="30347"/>
                    <a:pt x="7716" y="30347"/>
                  </a:cubicBezTo>
                  <a:cubicBezTo>
                    <a:pt x="8099" y="30347"/>
                    <a:pt x="8479" y="30318"/>
                    <a:pt x="8848" y="30246"/>
                  </a:cubicBezTo>
                  <a:cubicBezTo>
                    <a:pt x="8916" y="30246"/>
                    <a:pt x="8938" y="30224"/>
                    <a:pt x="8983" y="30224"/>
                  </a:cubicBezTo>
                  <a:lnTo>
                    <a:pt x="8758" y="30449"/>
                  </a:lnTo>
                  <a:cubicBezTo>
                    <a:pt x="8690" y="30539"/>
                    <a:pt x="8600" y="30652"/>
                    <a:pt x="8488" y="30719"/>
                  </a:cubicBezTo>
                  <a:cubicBezTo>
                    <a:pt x="8420" y="30787"/>
                    <a:pt x="8308" y="30877"/>
                    <a:pt x="8285" y="30967"/>
                  </a:cubicBezTo>
                  <a:cubicBezTo>
                    <a:pt x="8263" y="30989"/>
                    <a:pt x="8263" y="31012"/>
                    <a:pt x="8263" y="31034"/>
                  </a:cubicBezTo>
                  <a:cubicBezTo>
                    <a:pt x="8150" y="31034"/>
                    <a:pt x="8037" y="31012"/>
                    <a:pt x="7925" y="31012"/>
                  </a:cubicBezTo>
                  <a:cubicBezTo>
                    <a:pt x="5651" y="30764"/>
                    <a:pt x="3421" y="30336"/>
                    <a:pt x="1192" y="29773"/>
                  </a:cubicBezTo>
                  <a:cubicBezTo>
                    <a:pt x="1560" y="29695"/>
                    <a:pt x="1933" y="29662"/>
                    <a:pt x="2310" y="29662"/>
                  </a:cubicBezTo>
                  <a:close/>
                  <a:moveTo>
                    <a:pt x="19747" y="24910"/>
                  </a:moveTo>
                  <a:lnTo>
                    <a:pt x="19747" y="24910"/>
                  </a:lnTo>
                  <a:cubicBezTo>
                    <a:pt x="19544" y="25292"/>
                    <a:pt x="19409" y="25720"/>
                    <a:pt x="19206" y="26126"/>
                  </a:cubicBezTo>
                  <a:cubicBezTo>
                    <a:pt x="18981" y="26598"/>
                    <a:pt x="18756" y="27094"/>
                    <a:pt x="18553" y="27589"/>
                  </a:cubicBezTo>
                  <a:cubicBezTo>
                    <a:pt x="18103" y="28558"/>
                    <a:pt x="17653" y="29526"/>
                    <a:pt x="17180" y="30494"/>
                  </a:cubicBezTo>
                  <a:cubicBezTo>
                    <a:pt x="15626" y="30877"/>
                    <a:pt x="14027" y="31057"/>
                    <a:pt x="12428" y="31147"/>
                  </a:cubicBezTo>
                  <a:cubicBezTo>
                    <a:pt x="13352" y="29683"/>
                    <a:pt x="14275" y="28220"/>
                    <a:pt x="15108" y="26711"/>
                  </a:cubicBezTo>
                  <a:cubicBezTo>
                    <a:pt x="16144" y="26148"/>
                    <a:pt x="17292" y="25810"/>
                    <a:pt x="18418" y="25405"/>
                  </a:cubicBezTo>
                  <a:cubicBezTo>
                    <a:pt x="18868" y="25270"/>
                    <a:pt x="19296" y="25090"/>
                    <a:pt x="19747" y="24910"/>
                  </a:cubicBezTo>
                  <a:close/>
                  <a:moveTo>
                    <a:pt x="14974" y="26795"/>
                  </a:moveTo>
                  <a:cubicBezTo>
                    <a:pt x="14148" y="28290"/>
                    <a:pt x="13298" y="29763"/>
                    <a:pt x="12316" y="31147"/>
                  </a:cubicBezTo>
                  <a:cubicBezTo>
                    <a:pt x="11969" y="31166"/>
                    <a:pt x="11618" y="31174"/>
                    <a:pt x="11266" y="31174"/>
                  </a:cubicBezTo>
                  <a:cubicBezTo>
                    <a:pt x="10338" y="31174"/>
                    <a:pt x="9396" y="31116"/>
                    <a:pt x="8465" y="31034"/>
                  </a:cubicBezTo>
                  <a:cubicBezTo>
                    <a:pt x="8488" y="30877"/>
                    <a:pt x="8803" y="30652"/>
                    <a:pt x="8871" y="30539"/>
                  </a:cubicBezTo>
                  <a:cubicBezTo>
                    <a:pt x="9028" y="30404"/>
                    <a:pt x="9141" y="30291"/>
                    <a:pt x="9253" y="30111"/>
                  </a:cubicBezTo>
                  <a:cubicBezTo>
                    <a:pt x="10222" y="29886"/>
                    <a:pt x="11122" y="29391"/>
                    <a:pt x="11978" y="28828"/>
                  </a:cubicBezTo>
                  <a:cubicBezTo>
                    <a:pt x="12991" y="28152"/>
                    <a:pt x="13915" y="27409"/>
                    <a:pt x="14950" y="26801"/>
                  </a:cubicBezTo>
                  <a:cubicBezTo>
                    <a:pt x="14950" y="26801"/>
                    <a:pt x="14962" y="26801"/>
                    <a:pt x="14974" y="26795"/>
                  </a:cubicBezTo>
                  <a:close/>
                  <a:moveTo>
                    <a:pt x="22787" y="28535"/>
                  </a:moveTo>
                  <a:cubicBezTo>
                    <a:pt x="23327" y="28873"/>
                    <a:pt x="23890" y="29120"/>
                    <a:pt x="24453" y="29413"/>
                  </a:cubicBezTo>
                  <a:cubicBezTo>
                    <a:pt x="25016" y="29683"/>
                    <a:pt x="25534" y="29999"/>
                    <a:pt x="26074" y="30291"/>
                  </a:cubicBezTo>
                  <a:cubicBezTo>
                    <a:pt x="25016" y="31102"/>
                    <a:pt x="23710" y="31642"/>
                    <a:pt x="22494" y="32228"/>
                  </a:cubicBezTo>
                  <a:cubicBezTo>
                    <a:pt x="21751" y="32588"/>
                    <a:pt x="20985" y="32948"/>
                    <a:pt x="20242" y="33331"/>
                  </a:cubicBezTo>
                  <a:lnTo>
                    <a:pt x="18733" y="31980"/>
                  </a:lnTo>
                  <a:cubicBezTo>
                    <a:pt x="18486" y="31710"/>
                    <a:pt x="18193" y="31462"/>
                    <a:pt x="17945" y="31215"/>
                  </a:cubicBezTo>
                  <a:lnTo>
                    <a:pt x="17607" y="30877"/>
                  </a:lnTo>
                  <a:lnTo>
                    <a:pt x="17427" y="30697"/>
                  </a:lnTo>
                  <a:lnTo>
                    <a:pt x="17360" y="30629"/>
                  </a:lnTo>
                  <a:cubicBezTo>
                    <a:pt x="19229" y="30134"/>
                    <a:pt x="21075" y="29458"/>
                    <a:pt x="22787" y="28535"/>
                  </a:cubicBezTo>
                  <a:close/>
                  <a:moveTo>
                    <a:pt x="832" y="29886"/>
                  </a:moveTo>
                  <a:lnTo>
                    <a:pt x="832" y="29886"/>
                  </a:lnTo>
                  <a:cubicBezTo>
                    <a:pt x="3286" y="30517"/>
                    <a:pt x="5786" y="30989"/>
                    <a:pt x="8308" y="31215"/>
                  </a:cubicBezTo>
                  <a:lnTo>
                    <a:pt x="8398" y="31372"/>
                  </a:lnTo>
                  <a:lnTo>
                    <a:pt x="8735" y="32048"/>
                  </a:lnTo>
                  <a:cubicBezTo>
                    <a:pt x="9163" y="32903"/>
                    <a:pt x="9614" y="33782"/>
                    <a:pt x="10064" y="34592"/>
                  </a:cubicBezTo>
                  <a:lnTo>
                    <a:pt x="9726" y="34592"/>
                  </a:lnTo>
                  <a:cubicBezTo>
                    <a:pt x="9163" y="34525"/>
                    <a:pt x="8623" y="34367"/>
                    <a:pt x="8082" y="34142"/>
                  </a:cubicBezTo>
                  <a:cubicBezTo>
                    <a:pt x="7002" y="33647"/>
                    <a:pt x="6011" y="32903"/>
                    <a:pt x="5020" y="32250"/>
                  </a:cubicBezTo>
                  <a:cubicBezTo>
                    <a:pt x="3872" y="31530"/>
                    <a:pt x="2656" y="30787"/>
                    <a:pt x="1417" y="30201"/>
                  </a:cubicBezTo>
                  <a:cubicBezTo>
                    <a:pt x="1215" y="30089"/>
                    <a:pt x="989" y="29999"/>
                    <a:pt x="832" y="29886"/>
                  </a:cubicBezTo>
                  <a:close/>
                  <a:moveTo>
                    <a:pt x="8488" y="31237"/>
                  </a:moveTo>
                  <a:lnTo>
                    <a:pt x="8488" y="31237"/>
                  </a:lnTo>
                  <a:cubicBezTo>
                    <a:pt x="9365" y="31314"/>
                    <a:pt x="10253" y="31349"/>
                    <a:pt x="11136" y="31349"/>
                  </a:cubicBezTo>
                  <a:cubicBezTo>
                    <a:pt x="11546" y="31349"/>
                    <a:pt x="11954" y="31341"/>
                    <a:pt x="12361" y="31327"/>
                  </a:cubicBezTo>
                  <a:cubicBezTo>
                    <a:pt x="12811" y="31890"/>
                    <a:pt x="13307" y="32431"/>
                    <a:pt x="13757" y="32994"/>
                  </a:cubicBezTo>
                  <a:cubicBezTo>
                    <a:pt x="13982" y="33264"/>
                    <a:pt x="14207" y="33579"/>
                    <a:pt x="14455" y="33849"/>
                  </a:cubicBezTo>
                  <a:cubicBezTo>
                    <a:pt x="14658" y="34097"/>
                    <a:pt x="14838" y="34345"/>
                    <a:pt x="15040" y="34592"/>
                  </a:cubicBezTo>
                  <a:cubicBezTo>
                    <a:pt x="14455" y="34457"/>
                    <a:pt x="13892" y="34300"/>
                    <a:pt x="13329" y="34277"/>
                  </a:cubicBezTo>
                  <a:cubicBezTo>
                    <a:pt x="13213" y="34264"/>
                    <a:pt x="13098" y="34259"/>
                    <a:pt x="12983" y="34259"/>
                  </a:cubicBezTo>
                  <a:cubicBezTo>
                    <a:pt x="12498" y="34259"/>
                    <a:pt x="12028" y="34357"/>
                    <a:pt x="11573" y="34412"/>
                  </a:cubicBezTo>
                  <a:cubicBezTo>
                    <a:pt x="11122" y="34502"/>
                    <a:pt x="10672" y="34592"/>
                    <a:pt x="10199" y="34592"/>
                  </a:cubicBezTo>
                  <a:cubicBezTo>
                    <a:pt x="9839" y="33804"/>
                    <a:pt x="9411" y="33039"/>
                    <a:pt x="9028" y="32273"/>
                  </a:cubicBezTo>
                  <a:cubicBezTo>
                    <a:pt x="8938" y="32093"/>
                    <a:pt x="8826" y="31890"/>
                    <a:pt x="8735" y="31710"/>
                  </a:cubicBezTo>
                  <a:cubicBezTo>
                    <a:pt x="8690" y="31642"/>
                    <a:pt x="8645" y="31530"/>
                    <a:pt x="8600" y="31440"/>
                  </a:cubicBezTo>
                  <a:cubicBezTo>
                    <a:pt x="8578" y="31372"/>
                    <a:pt x="8510" y="31327"/>
                    <a:pt x="8488" y="31237"/>
                  </a:cubicBezTo>
                  <a:close/>
                  <a:moveTo>
                    <a:pt x="17180" y="30652"/>
                  </a:moveTo>
                  <a:cubicBezTo>
                    <a:pt x="18103" y="31575"/>
                    <a:pt x="19071" y="32498"/>
                    <a:pt x="20084" y="33376"/>
                  </a:cubicBezTo>
                  <a:cubicBezTo>
                    <a:pt x="19612" y="33624"/>
                    <a:pt x="19116" y="33849"/>
                    <a:pt x="18621" y="34097"/>
                  </a:cubicBezTo>
                  <a:cubicBezTo>
                    <a:pt x="18035" y="34390"/>
                    <a:pt x="17405" y="34660"/>
                    <a:pt x="16729" y="34750"/>
                  </a:cubicBezTo>
                  <a:cubicBezTo>
                    <a:pt x="16600" y="34766"/>
                    <a:pt x="16473" y="34773"/>
                    <a:pt x="16346" y="34773"/>
                  </a:cubicBezTo>
                  <a:cubicBezTo>
                    <a:pt x="15942" y="34773"/>
                    <a:pt x="15547" y="34700"/>
                    <a:pt x="15153" y="34615"/>
                  </a:cubicBezTo>
                  <a:cubicBezTo>
                    <a:pt x="14928" y="34367"/>
                    <a:pt x="14770" y="34074"/>
                    <a:pt x="14545" y="33804"/>
                  </a:cubicBezTo>
                  <a:cubicBezTo>
                    <a:pt x="14320" y="33489"/>
                    <a:pt x="14050" y="33196"/>
                    <a:pt x="13825" y="32903"/>
                  </a:cubicBezTo>
                  <a:cubicBezTo>
                    <a:pt x="13374" y="32363"/>
                    <a:pt x="12969" y="31823"/>
                    <a:pt x="12473" y="31282"/>
                  </a:cubicBezTo>
                  <a:lnTo>
                    <a:pt x="13757" y="31215"/>
                  </a:lnTo>
                  <a:cubicBezTo>
                    <a:pt x="14905" y="31102"/>
                    <a:pt x="16054" y="30922"/>
                    <a:pt x="17180" y="30652"/>
                  </a:cubicBezTo>
                  <a:close/>
                  <a:moveTo>
                    <a:pt x="15041" y="1"/>
                  </a:moveTo>
                  <a:cubicBezTo>
                    <a:pt x="14955" y="1"/>
                    <a:pt x="14860" y="59"/>
                    <a:pt x="14860" y="140"/>
                  </a:cubicBezTo>
                  <a:cubicBezTo>
                    <a:pt x="14905" y="2324"/>
                    <a:pt x="14005" y="4396"/>
                    <a:pt x="12316" y="5792"/>
                  </a:cubicBezTo>
                  <a:cubicBezTo>
                    <a:pt x="10582" y="7256"/>
                    <a:pt x="8218" y="8134"/>
                    <a:pt x="7092" y="10206"/>
                  </a:cubicBezTo>
                  <a:cubicBezTo>
                    <a:pt x="6574" y="11219"/>
                    <a:pt x="6416" y="12345"/>
                    <a:pt x="5921" y="13358"/>
                  </a:cubicBezTo>
                  <a:cubicBezTo>
                    <a:pt x="5380" y="14461"/>
                    <a:pt x="4435" y="15250"/>
                    <a:pt x="3692" y="16173"/>
                  </a:cubicBezTo>
                  <a:cubicBezTo>
                    <a:pt x="2453" y="17681"/>
                    <a:pt x="1687" y="19528"/>
                    <a:pt x="1440" y="21442"/>
                  </a:cubicBezTo>
                  <a:cubicBezTo>
                    <a:pt x="1192" y="23356"/>
                    <a:pt x="1417" y="25383"/>
                    <a:pt x="2205" y="27161"/>
                  </a:cubicBezTo>
                  <a:cubicBezTo>
                    <a:pt x="2318" y="27387"/>
                    <a:pt x="2431" y="27589"/>
                    <a:pt x="2543" y="27814"/>
                  </a:cubicBezTo>
                  <a:cubicBezTo>
                    <a:pt x="2574" y="27860"/>
                    <a:pt x="2620" y="27880"/>
                    <a:pt x="2664" y="27880"/>
                  </a:cubicBezTo>
                  <a:cubicBezTo>
                    <a:pt x="2750" y="27880"/>
                    <a:pt x="2828" y="27806"/>
                    <a:pt x="2768" y="27702"/>
                  </a:cubicBezTo>
                  <a:cubicBezTo>
                    <a:pt x="1868" y="25968"/>
                    <a:pt x="1507" y="23941"/>
                    <a:pt x="1665" y="22005"/>
                  </a:cubicBezTo>
                  <a:cubicBezTo>
                    <a:pt x="1845" y="20068"/>
                    <a:pt x="2521" y="18154"/>
                    <a:pt x="3692" y="16601"/>
                  </a:cubicBezTo>
                  <a:cubicBezTo>
                    <a:pt x="4164" y="15993"/>
                    <a:pt x="4727" y="15452"/>
                    <a:pt x="5245" y="14867"/>
                  </a:cubicBezTo>
                  <a:cubicBezTo>
                    <a:pt x="5561" y="16330"/>
                    <a:pt x="5921" y="17794"/>
                    <a:pt x="6259" y="19213"/>
                  </a:cubicBezTo>
                  <a:cubicBezTo>
                    <a:pt x="6596" y="20721"/>
                    <a:pt x="6934" y="22185"/>
                    <a:pt x="7294" y="23671"/>
                  </a:cubicBezTo>
                  <a:cubicBezTo>
                    <a:pt x="6979" y="24009"/>
                    <a:pt x="6641" y="24347"/>
                    <a:pt x="6349" y="24684"/>
                  </a:cubicBezTo>
                  <a:cubicBezTo>
                    <a:pt x="4682" y="26351"/>
                    <a:pt x="2858" y="27859"/>
                    <a:pt x="899" y="29211"/>
                  </a:cubicBezTo>
                  <a:cubicBezTo>
                    <a:pt x="674" y="29391"/>
                    <a:pt x="426" y="29548"/>
                    <a:pt x="201" y="29728"/>
                  </a:cubicBezTo>
                  <a:cubicBezTo>
                    <a:pt x="0" y="29838"/>
                    <a:pt x="96" y="30007"/>
                    <a:pt x="211" y="30007"/>
                  </a:cubicBezTo>
                  <a:cubicBezTo>
                    <a:pt x="238" y="30007"/>
                    <a:pt x="266" y="29997"/>
                    <a:pt x="291" y="29976"/>
                  </a:cubicBezTo>
                  <a:cubicBezTo>
                    <a:pt x="323" y="29992"/>
                    <a:pt x="366" y="30008"/>
                    <a:pt x="421" y="30008"/>
                  </a:cubicBezTo>
                  <a:cubicBezTo>
                    <a:pt x="443" y="30008"/>
                    <a:pt x="468" y="30005"/>
                    <a:pt x="494" y="29999"/>
                  </a:cubicBezTo>
                  <a:cubicBezTo>
                    <a:pt x="517" y="29976"/>
                    <a:pt x="539" y="29976"/>
                    <a:pt x="607" y="29976"/>
                  </a:cubicBezTo>
                  <a:cubicBezTo>
                    <a:pt x="1800" y="30629"/>
                    <a:pt x="3016" y="31327"/>
                    <a:pt x="4209" y="32048"/>
                  </a:cubicBezTo>
                  <a:cubicBezTo>
                    <a:pt x="5268" y="32701"/>
                    <a:pt x="6281" y="33466"/>
                    <a:pt x="7384" y="34074"/>
                  </a:cubicBezTo>
                  <a:cubicBezTo>
                    <a:pt x="8259" y="34550"/>
                    <a:pt x="9182" y="34849"/>
                    <a:pt x="10167" y="34849"/>
                  </a:cubicBezTo>
                  <a:cubicBezTo>
                    <a:pt x="10348" y="34849"/>
                    <a:pt x="10532" y="34838"/>
                    <a:pt x="10717" y="34817"/>
                  </a:cubicBezTo>
                  <a:cubicBezTo>
                    <a:pt x="11325" y="34727"/>
                    <a:pt x="11933" y="34592"/>
                    <a:pt x="12586" y="34525"/>
                  </a:cubicBezTo>
                  <a:cubicBezTo>
                    <a:pt x="12694" y="34517"/>
                    <a:pt x="12801" y="34513"/>
                    <a:pt x="12907" y="34513"/>
                  </a:cubicBezTo>
                  <a:cubicBezTo>
                    <a:pt x="13401" y="34513"/>
                    <a:pt x="13883" y="34594"/>
                    <a:pt x="14365" y="34705"/>
                  </a:cubicBezTo>
                  <a:cubicBezTo>
                    <a:pt x="14928" y="34817"/>
                    <a:pt x="15491" y="34975"/>
                    <a:pt x="16076" y="35020"/>
                  </a:cubicBezTo>
                  <a:cubicBezTo>
                    <a:pt x="16129" y="35022"/>
                    <a:pt x="16182" y="35023"/>
                    <a:pt x="16234" y="35023"/>
                  </a:cubicBezTo>
                  <a:cubicBezTo>
                    <a:pt x="16805" y="35023"/>
                    <a:pt x="17339" y="34911"/>
                    <a:pt x="17855" y="34705"/>
                  </a:cubicBezTo>
                  <a:cubicBezTo>
                    <a:pt x="18508" y="34457"/>
                    <a:pt x="19161" y="34119"/>
                    <a:pt x="19769" y="33804"/>
                  </a:cubicBezTo>
                  <a:cubicBezTo>
                    <a:pt x="20445" y="33466"/>
                    <a:pt x="21120" y="33151"/>
                    <a:pt x="21796" y="32813"/>
                  </a:cubicBezTo>
                  <a:cubicBezTo>
                    <a:pt x="23102" y="32205"/>
                    <a:pt x="24475" y="31597"/>
                    <a:pt x="25714" y="30854"/>
                  </a:cubicBezTo>
                  <a:cubicBezTo>
                    <a:pt x="26299" y="30472"/>
                    <a:pt x="26862" y="30021"/>
                    <a:pt x="27380" y="29526"/>
                  </a:cubicBezTo>
                  <a:cubicBezTo>
                    <a:pt x="27853" y="29008"/>
                    <a:pt x="28236" y="28445"/>
                    <a:pt x="28596" y="27859"/>
                  </a:cubicBezTo>
                  <a:cubicBezTo>
                    <a:pt x="29925" y="25698"/>
                    <a:pt x="31028" y="23356"/>
                    <a:pt x="31523" y="20856"/>
                  </a:cubicBezTo>
                  <a:cubicBezTo>
                    <a:pt x="31591" y="20541"/>
                    <a:pt x="31636" y="20226"/>
                    <a:pt x="31704" y="19888"/>
                  </a:cubicBezTo>
                  <a:cubicBezTo>
                    <a:pt x="31716" y="19800"/>
                    <a:pt x="31652" y="19754"/>
                    <a:pt x="31584" y="19754"/>
                  </a:cubicBezTo>
                  <a:cubicBezTo>
                    <a:pt x="31531" y="19754"/>
                    <a:pt x="31476" y="19783"/>
                    <a:pt x="31456" y="19843"/>
                  </a:cubicBezTo>
                  <a:cubicBezTo>
                    <a:pt x="31208" y="20384"/>
                    <a:pt x="30758" y="20789"/>
                    <a:pt x="30150" y="20992"/>
                  </a:cubicBezTo>
                  <a:cubicBezTo>
                    <a:pt x="29919" y="21066"/>
                    <a:pt x="29688" y="21094"/>
                    <a:pt x="29456" y="21094"/>
                  </a:cubicBezTo>
                  <a:cubicBezTo>
                    <a:pt x="29125" y="21094"/>
                    <a:pt x="28793" y="21035"/>
                    <a:pt x="28461" y="20969"/>
                  </a:cubicBezTo>
                  <a:cubicBezTo>
                    <a:pt x="27943" y="20856"/>
                    <a:pt x="27403" y="20721"/>
                    <a:pt x="26840" y="20721"/>
                  </a:cubicBezTo>
                  <a:cubicBezTo>
                    <a:pt x="26322" y="20721"/>
                    <a:pt x="25826" y="20856"/>
                    <a:pt x="25331" y="21014"/>
                  </a:cubicBezTo>
                  <a:cubicBezTo>
                    <a:pt x="24250" y="21442"/>
                    <a:pt x="23304" y="22208"/>
                    <a:pt x="22404" y="22928"/>
                  </a:cubicBezTo>
                  <a:cubicBezTo>
                    <a:pt x="21886" y="23356"/>
                    <a:pt x="21368" y="23806"/>
                    <a:pt x="20782" y="24167"/>
                  </a:cubicBezTo>
                  <a:cubicBezTo>
                    <a:pt x="20535" y="24347"/>
                    <a:pt x="20242" y="24482"/>
                    <a:pt x="19972" y="24617"/>
                  </a:cubicBezTo>
                  <a:cubicBezTo>
                    <a:pt x="19972" y="24617"/>
                    <a:pt x="19927" y="24617"/>
                    <a:pt x="19927" y="24662"/>
                  </a:cubicBezTo>
                  <a:cubicBezTo>
                    <a:pt x="19657" y="24797"/>
                    <a:pt x="19341" y="24910"/>
                    <a:pt x="19026" y="25022"/>
                  </a:cubicBezTo>
                  <a:cubicBezTo>
                    <a:pt x="17878" y="25450"/>
                    <a:pt x="16639" y="25720"/>
                    <a:pt x="15513" y="26261"/>
                  </a:cubicBezTo>
                  <a:cubicBezTo>
                    <a:pt x="14455" y="26756"/>
                    <a:pt x="13487" y="27477"/>
                    <a:pt x="12541" y="28152"/>
                  </a:cubicBezTo>
                  <a:cubicBezTo>
                    <a:pt x="11573" y="28828"/>
                    <a:pt x="10582" y="29458"/>
                    <a:pt x="9501" y="29841"/>
                  </a:cubicBezTo>
                  <a:cubicBezTo>
                    <a:pt x="8911" y="30015"/>
                    <a:pt x="8313" y="30086"/>
                    <a:pt x="7717" y="30086"/>
                  </a:cubicBezTo>
                  <a:cubicBezTo>
                    <a:pt x="7312" y="30086"/>
                    <a:pt x="6907" y="30053"/>
                    <a:pt x="6506" y="29999"/>
                  </a:cubicBezTo>
                  <a:cubicBezTo>
                    <a:pt x="5169" y="29812"/>
                    <a:pt x="3793" y="29384"/>
                    <a:pt x="2427" y="29384"/>
                  </a:cubicBezTo>
                  <a:cubicBezTo>
                    <a:pt x="1976" y="29384"/>
                    <a:pt x="1526" y="29431"/>
                    <a:pt x="1079" y="29548"/>
                  </a:cubicBezTo>
                  <a:cubicBezTo>
                    <a:pt x="1057" y="29548"/>
                    <a:pt x="1012" y="29571"/>
                    <a:pt x="989" y="29571"/>
                  </a:cubicBezTo>
                  <a:cubicBezTo>
                    <a:pt x="1642" y="29098"/>
                    <a:pt x="2295" y="28625"/>
                    <a:pt x="2903" y="28152"/>
                  </a:cubicBezTo>
                  <a:cubicBezTo>
                    <a:pt x="4142" y="28152"/>
                    <a:pt x="5403" y="28040"/>
                    <a:pt x="6619" y="27769"/>
                  </a:cubicBezTo>
                  <a:cubicBezTo>
                    <a:pt x="7947" y="27499"/>
                    <a:pt x="9298" y="27094"/>
                    <a:pt x="10447" y="26418"/>
                  </a:cubicBezTo>
                  <a:cubicBezTo>
                    <a:pt x="11032" y="26081"/>
                    <a:pt x="11573" y="25675"/>
                    <a:pt x="12046" y="25157"/>
                  </a:cubicBezTo>
                  <a:cubicBezTo>
                    <a:pt x="12541" y="24617"/>
                    <a:pt x="12946" y="24031"/>
                    <a:pt x="13487" y="23536"/>
                  </a:cubicBezTo>
                  <a:cubicBezTo>
                    <a:pt x="14410" y="22590"/>
                    <a:pt x="15648" y="22027"/>
                    <a:pt x="16527" y="21059"/>
                  </a:cubicBezTo>
                  <a:cubicBezTo>
                    <a:pt x="17337" y="20091"/>
                    <a:pt x="17540" y="18875"/>
                    <a:pt x="17945" y="17726"/>
                  </a:cubicBezTo>
                  <a:cubicBezTo>
                    <a:pt x="18351" y="16488"/>
                    <a:pt x="19364" y="15565"/>
                    <a:pt x="19814" y="14326"/>
                  </a:cubicBezTo>
                  <a:cubicBezTo>
                    <a:pt x="20017" y="13763"/>
                    <a:pt x="20107" y="13200"/>
                    <a:pt x="20107" y="12615"/>
                  </a:cubicBezTo>
                  <a:cubicBezTo>
                    <a:pt x="20107" y="11962"/>
                    <a:pt x="19927" y="11331"/>
                    <a:pt x="19747" y="10723"/>
                  </a:cubicBezTo>
                  <a:cubicBezTo>
                    <a:pt x="19544" y="10070"/>
                    <a:pt x="19364" y="9462"/>
                    <a:pt x="19341" y="8787"/>
                  </a:cubicBezTo>
                  <a:cubicBezTo>
                    <a:pt x="19319" y="8134"/>
                    <a:pt x="19409" y="7458"/>
                    <a:pt x="19409" y="6805"/>
                  </a:cubicBezTo>
                  <a:cubicBezTo>
                    <a:pt x="19409" y="5567"/>
                    <a:pt x="19026" y="4441"/>
                    <a:pt x="18351" y="3405"/>
                  </a:cubicBezTo>
                  <a:cubicBezTo>
                    <a:pt x="17675" y="2369"/>
                    <a:pt x="16774" y="1469"/>
                    <a:pt x="15851" y="636"/>
                  </a:cubicBezTo>
                  <a:cubicBezTo>
                    <a:pt x="15626" y="455"/>
                    <a:pt x="15378" y="230"/>
                    <a:pt x="15131" y="28"/>
                  </a:cubicBezTo>
                  <a:cubicBezTo>
                    <a:pt x="15106" y="9"/>
                    <a:pt x="15074" y="1"/>
                    <a:pt x="1504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242053" y="227597"/>
              <a:ext cx="1526026" cy="695121"/>
            </a:xfrm>
            <a:custGeom>
              <a:avLst/>
              <a:gdLst/>
              <a:ahLst/>
              <a:cxnLst/>
              <a:rect l="l" t="t" r="r" b="b"/>
              <a:pathLst>
                <a:path w="60003" h="27332" extrusionOk="0">
                  <a:moveTo>
                    <a:pt x="59807" y="1"/>
                  </a:moveTo>
                  <a:cubicBezTo>
                    <a:pt x="59772" y="1"/>
                    <a:pt x="59737" y="16"/>
                    <a:pt x="59712" y="53"/>
                  </a:cubicBezTo>
                  <a:cubicBezTo>
                    <a:pt x="57055" y="3498"/>
                    <a:pt x="53475" y="6043"/>
                    <a:pt x="49241" y="7169"/>
                  </a:cubicBezTo>
                  <a:cubicBezTo>
                    <a:pt x="48183" y="7461"/>
                    <a:pt x="47080" y="7641"/>
                    <a:pt x="45954" y="7731"/>
                  </a:cubicBezTo>
                  <a:cubicBezTo>
                    <a:pt x="44670" y="7844"/>
                    <a:pt x="43342" y="7844"/>
                    <a:pt x="42036" y="7979"/>
                  </a:cubicBezTo>
                  <a:cubicBezTo>
                    <a:pt x="39874" y="8204"/>
                    <a:pt x="37915" y="8925"/>
                    <a:pt x="36069" y="10096"/>
                  </a:cubicBezTo>
                  <a:cubicBezTo>
                    <a:pt x="32466" y="12438"/>
                    <a:pt x="29831" y="15950"/>
                    <a:pt x="26724" y="18878"/>
                  </a:cubicBezTo>
                  <a:cubicBezTo>
                    <a:pt x="23346" y="22030"/>
                    <a:pt x="19450" y="24755"/>
                    <a:pt x="14969" y="26173"/>
                  </a:cubicBezTo>
                  <a:cubicBezTo>
                    <a:pt x="12999" y="26792"/>
                    <a:pt x="10897" y="27128"/>
                    <a:pt x="8795" y="27128"/>
                  </a:cubicBezTo>
                  <a:cubicBezTo>
                    <a:pt x="6307" y="27128"/>
                    <a:pt x="3819" y="26658"/>
                    <a:pt x="1549" y="25633"/>
                  </a:cubicBezTo>
                  <a:cubicBezTo>
                    <a:pt x="1031" y="25408"/>
                    <a:pt x="536" y="25160"/>
                    <a:pt x="40" y="24890"/>
                  </a:cubicBezTo>
                  <a:cubicBezTo>
                    <a:pt x="35" y="24879"/>
                    <a:pt x="29" y="24875"/>
                    <a:pt x="25" y="24875"/>
                  </a:cubicBezTo>
                  <a:cubicBezTo>
                    <a:pt x="9" y="24875"/>
                    <a:pt x="1" y="24918"/>
                    <a:pt x="18" y="24935"/>
                  </a:cubicBezTo>
                  <a:cubicBezTo>
                    <a:pt x="2676" y="26595"/>
                    <a:pt x="5733" y="27331"/>
                    <a:pt x="8816" y="27331"/>
                  </a:cubicBezTo>
                  <a:cubicBezTo>
                    <a:pt x="10251" y="27331"/>
                    <a:pt x="11692" y="27172"/>
                    <a:pt x="13100" y="26872"/>
                  </a:cubicBezTo>
                  <a:cubicBezTo>
                    <a:pt x="17627" y="25926"/>
                    <a:pt x="21747" y="23494"/>
                    <a:pt x="25260" y="20522"/>
                  </a:cubicBezTo>
                  <a:cubicBezTo>
                    <a:pt x="26994" y="19058"/>
                    <a:pt x="28570" y="17414"/>
                    <a:pt x="30101" y="15793"/>
                  </a:cubicBezTo>
                  <a:cubicBezTo>
                    <a:pt x="31610" y="14217"/>
                    <a:pt x="33096" y="12640"/>
                    <a:pt x="34808" y="11289"/>
                  </a:cubicBezTo>
                  <a:cubicBezTo>
                    <a:pt x="36474" y="9961"/>
                    <a:pt x="38388" y="8880"/>
                    <a:pt x="40460" y="8429"/>
                  </a:cubicBezTo>
                  <a:cubicBezTo>
                    <a:pt x="42982" y="7912"/>
                    <a:pt x="45594" y="8204"/>
                    <a:pt x="48116" y="7731"/>
                  </a:cubicBezTo>
                  <a:cubicBezTo>
                    <a:pt x="52304" y="6966"/>
                    <a:pt x="56312" y="4692"/>
                    <a:pt x="59037" y="1426"/>
                  </a:cubicBezTo>
                  <a:cubicBezTo>
                    <a:pt x="59374" y="1044"/>
                    <a:pt x="59667" y="616"/>
                    <a:pt x="59937" y="188"/>
                  </a:cubicBezTo>
                  <a:cubicBezTo>
                    <a:pt x="60003" y="106"/>
                    <a:pt x="59902" y="1"/>
                    <a:pt x="5980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 rot="-2700000" flipH="1">
              <a:off x="7052411" y="4056912"/>
              <a:ext cx="1900375" cy="670241"/>
            </a:xfrm>
            <a:custGeom>
              <a:avLst/>
              <a:gdLst/>
              <a:ahLst/>
              <a:cxnLst/>
              <a:rect l="l" t="t" r="r" b="b"/>
              <a:pathLst>
                <a:path w="77652" h="27387" extrusionOk="0">
                  <a:moveTo>
                    <a:pt x="42758" y="221"/>
                  </a:moveTo>
                  <a:cubicBezTo>
                    <a:pt x="42867" y="221"/>
                    <a:pt x="42977" y="233"/>
                    <a:pt x="43087" y="260"/>
                  </a:cubicBezTo>
                  <a:cubicBezTo>
                    <a:pt x="43785" y="418"/>
                    <a:pt x="44213" y="1116"/>
                    <a:pt x="44303" y="1836"/>
                  </a:cubicBezTo>
                  <a:cubicBezTo>
                    <a:pt x="44506" y="3300"/>
                    <a:pt x="43290" y="4313"/>
                    <a:pt x="42119" y="5011"/>
                  </a:cubicBezTo>
                  <a:cubicBezTo>
                    <a:pt x="41263" y="3998"/>
                    <a:pt x="40610" y="2669"/>
                    <a:pt x="41128" y="1431"/>
                  </a:cubicBezTo>
                  <a:cubicBezTo>
                    <a:pt x="41382" y="766"/>
                    <a:pt x="42043" y="221"/>
                    <a:pt x="42758" y="221"/>
                  </a:cubicBezTo>
                  <a:close/>
                  <a:moveTo>
                    <a:pt x="42786" y="0"/>
                  </a:moveTo>
                  <a:cubicBezTo>
                    <a:pt x="42623" y="0"/>
                    <a:pt x="42453" y="25"/>
                    <a:pt x="42276" y="80"/>
                  </a:cubicBezTo>
                  <a:cubicBezTo>
                    <a:pt x="40745" y="598"/>
                    <a:pt x="40520" y="2354"/>
                    <a:pt x="41038" y="3660"/>
                  </a:cubicBezTo>
                  <a:cubicBezTo>
                    <a:pt x="41263" y="4201"/>
                    <a:pt x="41533" y="4674"/>
                    <a:pt x="41894" y="5124"/>
                  </a:cubicBezTo>
                  <a:cubicBezTo>
                    <a:pt x="41826" y="5169"/>
                    <a:pt x="41736" y="5214"/>
                    <a:pt x="41646" y="5259"/>
                  </a:cubicBezTo>
                  <a:cubicBezTo>
                    <a:pt x="38674" y="6835"/>
                    <a:pt x="35296" y="7376"/>
                    <a:pt x="31963" y="7736"/>
                  </a:cubicBezTo>
                  <a:cubicBezTo>
                    <a:pt x="28698" y="8096"/>
                    <a:pt x="25411" y="8299"/>
                    <a:pt x="22236" y="9110"/>
                  </a:cubicBezTo>
                  <a:cubicBezTo>
                    <a:pt x="19353" y="9853"/>
                    <a:pt x="16629" y="11091"/>
                    <a:pt x="14084" y="12667"/>
                  </a:cubicBezTo>
                  <a:cubicBezTo>
                    <a:pt x="8950" y="15865"/>
                    <a:pt x="4694" y="20413"/>
                    <a:pt x="1294" y="25367"/>
                  </a:cubicBezTo>
                  <a:cubicBezTo>
                    <a:pt x="866" y="25953"/>
                    <a:pt x="461" y="26561"/>
                    <a:pt x="78" y="27191"/>
                  </a:cubicBezTo>
                  <a:cubicBezTo>
                    <a:pt x="1" y="27300"/>
                    <a:pt x="104" y="27387"/>
                    <a:pt x="206" y="27387"/>
                  </a:cubicBezTo>
                  <a:cubicBezTo>
                    <a:pt x="252" y="27387"/>
                    <a:pt x="298" y="27369"/>
                    <a:pt x="326" y="27326"/>
                  </a:cubicBezTo>
                  <a:cubicBezTo>
                    <a:pt x="3771" y="21877"/>
                    <a:pt x="8095" y="16833"/>
                    <a:pt x="13499" y="13275"/>
                  </a:cubicBezTo>
                  <a:cubicBezTo>
                    <a:pt x="16178" y="11541"/>
                    <a:pt x="19083" y="10190"/>
                    <a:pt x="22168" y="9380"/>
                  </a:cubicBezTo>
                  <a:cubicBezTo>
                    <a:pt x="25568" y="8479"/>
                    <a:pt x="29149" y="8321"/>
                    <a:pt x="32639" y="7961"/>
                  </a:cubicBezTo>
                  <a:cubicBezTo>
                    <a:pt x="35881" y="7601"/>
                    <a:pt x="39237" y="7015"/>
                    <a:pt x="42074" y="5372"/>
                  </a:cubicBezTo>
                  <a:cubicBezTo>
                    <a:pt x="42682" y="6070"/>
                    <a:pt x="43447" y="6700"/>
                    <a:pt x="44235" y="7196"/>
                  </a:cubicBezTo>
                  <a:cubicBezTo>
                    <a:pt x="47185" y="9110"/>
                    <a:pt x="50743" y="10168"/>
                    <a:pt x="54233" y="10326"/>
                  </a:cubicBezTo>
                  <a:cubicBezTo>
                    <a:pt x="54523" y="10339"/>
                    <a:pt x="54812" y="10346"/>
                    <a:pt x="55099" y="10346"/>
                  </a:cubicBezTo>
                  <a:cubicBezTo>
                    <a:pt x="61997" y="10346"/>
                    <a:pt x="68161" y="6590"/>
                    <a:pt x="74927" y="5574"/>
                  </a:cubicBezTo>
                  <a:cubicBezTo>
                    <a:pt x="75783" y="5439"/>
                    <a:pt x="76661" y="5349"/>
                    <a:pt x="77562" y="5349"/>
                  </a:cubicBezTo>
                  <a:cubicBezTo>
                    <a:pt x="77652" y="5282"/>
                    <a:pt x="77629" y="5124"/>
                    <a:pt x="77539" y="5124"/>
                  </a:cubicBezTo>
                  <a:cubicBezTo>
                    <a:pt x="70694" y="5237"/>
                    <a:pt x="64614" y="8884"/>
                    <a:pt x="57926" y="9763"/>
                  </a:cubicBezTo>
                  <a:cubicBezTo>
                    <a:pt x="57028" y="9878"/>
                    <a:pt x="56124" y="9936"/>
                    <a:pt x="55222" y="9936"/>
                  </a:cubicBezTo>
                  <a:cubicBezTo>
                    <a:pt x="52615" y="9936"/>
                    <a:pt x="50016" y="9455"/>
                    <a:pt x="47591" y="8502"/>
                  </a:cubicBezTo>
                  <a:cubicBezTo>
                    <a:pt x="46037" y="7871"/>
                    <a:pt x="44461" y="7128"/>
                    <a:pt x="43177" y="6025"/>
                  </a:cubicBezTo>
                  <a:cubicBezTo>
                    <a:pt x="42884" y="5799"/>
                    <a:pt x="42614" y="5507"/>
                    <a:pt x="42321" y="5214"/>
                  </a:cubicBezTo>
                  <a:lnTo>
                    <a:pt x="42344" y="5214"/>
                  </a:lnTo>
                  <a:cubicBezTo>
                    <a:pt x="43515" y="4493"/>
                    <a:pt x="44708" y="3413"/>
                    <a:pt x="44573" y="1904"/>
                  </a:cubicBezTo>
                  <a:cubicBezTo>
                    <a:pt x="44477" y="919"/>
                    <a:pt x="43767" y="0"/>
                    <a:pt x="4278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1"/>
          </p:nvPr>
        </p:nvSpPr>
        <p:spPr>
          <a:xfrm>
            <a:off x="2799600" y="1860000"/>
            <a:ext cx="3544800" cy="18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41" name="Google Shape;141;p19"/>
          <p:cNvGrpSpPr/>
          <p:nvPr/>
        </p:nvGrpSpPr>
        <p:grpSpPr>
          <a:xfrm>
            <a:off x="241056" y="219272"/>
            <a:ext cx="8681480" cy="4959322"/>
            <a:chOff x="241056" y="219272"/>
            <a:chExt cx="8681480" cy="4959322"/>
          </a:xfrm>
        </p:grpSpPr>
        <p:sp>
          <p:nvSpPr>
            <p:cNvPr id="142" name="Google Shape;142;p19"/>
            <p:cNvSpPr/>
            <p:nvPr/>
          </p:nvSpPr>
          <p:spPr>
            <a:xfrm flipH="1">
              <a:off x="241056" y="219272"/>
              <a:ext cx="1352145" cy="403479"/>
            </a:xfrm>
            <a:custGeom>
              <a:avLst/>
              <a:gdLst/>
              <a:ahLst/>
              <a:cxnLst/>
              <a:rect l="l" t="t" r="r" b="b"/>
              <a:pathLst>
                <a:path w="56783" h="16944" extrusionOk="0">
                  <a:moveTo>
                    <a:pt x="46" y="1"/>
                  </a:moveTo>
                  <a:cubicBezTo>
                    <a:pt x="23" y="1"/>
                    <a:pt x="1" y="18"/>
                    <a:pt x="1" y="51"/>
                  </a:cubicBezTo>
                  <a:cubicBezTo>
                    <a:pt x="91" y="1898"/>
                    <a:pt x="901" y="3699"/>
                    <a:pt x="2343" y="4915"/>
                  </a:cubicBezTo>
                  <a:cubicBezTo>
                    <a:pt x="3831" y="6194"/>
                    <a:pt x="5769" y="6634"/>
                    <a:pt x="7682" y="6634"/>
                  </a:cubicBezTo>
                  <a:cubicBezTo>
                    <a:pt x="7824" y="6634"/>
                    <a:pt x="7966" y="6631"/>
                    <a:pt x="8107" y="6627"/>
                  </a:cubicBezTo>
                  <a:cubicBezTo>
                    <a:pt x="10291" y="6582"/>
                    <a:pt x="12430" y="6041"/>
                    <a:pt x="14592" y="5884"/>
                  </a:cubicBezTo>
                  <a:cubicBezTo>
                    <a:pt x="15045" y="5843"/>
                    <a:pt x="15508" y="5819"/>
                    <a:pt x="15972" y="5819"/>
                  </a:cubicBezTo>
                  <a:cubicBezTo>
                    <a:pt x="17589" y="5819"/>
                    <a:pt x="19230" y="6115"/>
                    <a:pt x="20559" y="7077"/>
                  </a:cubicBezTo>
                  <a:cubicBezTo>
                    <a:pt x="22226" y="8270"/>
                    <a:pt x="23081" y="10184"/>
                    <a:pt x="24590" y="11513"/>
                  </a:cubicBezTo>
                  <a:cubicBezTo>
                    <a:pt x="26007" y="12758"/>
                    <a:pt x="27894" y="13205"/>
                    <a:pt x="29745" y="13205"/>
                  </a:cubicBezTo>
                  <a:cubicBezTo>
                    <a:pt x="29836" y="13205"/>
                    <a:pt x="29926" y="13204"/>
                    <a:pt x="30017" y="13202"/>
                  </a:cubicBezTo>
                  <a:cubicBezTo>
                    <a:pt x="31008" y="13157"/>
                    <a:pt x="32021" y="12999"/>
                    <a:pt x="32967" y="12751"/>
                  </a:cubicBezTo>
                  <a:cubicBezTo>
                    <a:pt x="34092" y="12459"/>
                    <a:pt x="35218" y="12098"/>
                    <a:pt x="36344" y="11851"/>
                  </a:cubicBezTo>
                  <a:cubicBezTo>
                    <a:pt x="36921" y="11742"/>
                    <a:pt x="37513" y="11665"/>
                    <a:pt x="38099" y="11665"/>
                  </a:cubicBezTo>
                  <a:cubicBezTo>
                    <a:pt x="38725" y="11665"/>
                    <a:pt x="39343" y="11753"/>
                    <a:pt x="39925" y="11986"/>
                  </a:cubicBezTo>
                  <a:cubicBezTo>
                    <a:pt x="40870" y="12346"/>
                    <a:pt x="41658" y="13022"/>
                    <a:pt x="42402" y="13675"/>
                  </a:cubicBezTo>
                  <a:cubicBezTo>
                    <a:pt x="43167" y="14350"/>
                    <a:pt x="43910" y="15048"/>
                    <a:pt x="44811" y="15566"/>
                  </a:cubicBezTo>
                  <a:cubicBezTo>
                    <a:pt x="45757" y="16084"/>
                    <a:pt x="46770" y="16422"/>
                    <a:pt x="47783" y="16647"/>
                  </a:cubicBezTo>
                  <a:cubicBezTo>
                    <a:pt x="48769" y="16860"/>
                    <a:pt x="49771" y="16944"/>
                    <a:pt x="50777" y="16944"/>
                  </a:cubicBezTo>
                  <a:cubicBezTo>
                    <a:pt x="52116" y="16944"/>
                    <a:pt x="53462" y="16795"/>
                    <a:pt x="54786" y="16602"/>
                  </a:cubicBezTo>
                  <a:cubicBezTo>
                    <a:pt x="55372" y="16512"/>
                    <a:pt x="55957" y="16399"/>
                    <a:pt x="56565" y="16287"/>
                  </a:cubicBezTo>
                  <a:cubicBezTo>
                    <a:pt x="56782" y="16243"/>
                    <a:pt x="56727" y="15970"/>
                    <a:pt x="56582" y="15970"/>
                  </a:cubicBezTo>
                  <a:cubicBezTo>
                    <a:pt x="56577" y="15970"/>
                    <a:pt x="56571" y="15971"/>
                    <a:pt x="56565" y="15971"/>
                  </a:cubicBezTo>
                  <a:cubicBezTo>
                    <a:pt x="54584" y="16286"/>
                    <a:pt x="52602" y="16632"/>
                    <a:pt x="50596" y="16632"/>
                  </a:cubicBezTo>
                  <a:cubicBezTo>
                    <a:pt x="50162" y="16632"/>
                    <a:pt x="49728" y="16615"/>
                    <a:pt x="49292" y="16579"/>
                  </a:cubicBezTo>
                  <a:cubicBezTo>
                    <a:pt x="47130" y="16377"/>
                    <a:pt x="45126" y="15634"/>
                    <a:pt x="43437" y="14215"/>
                  </a:cubicBezTo>
                  <a:cubicBezTo>
                    <a:pt x="42672" y="13562"/>
                    <a:pt x="41996" y="12864"/>
                    <a:pt x="41186" y="12301"/>
                  </a:cubicBezTo>
                  <a:cubicBezTo>
                    <a:pt x="40352" y="11738"/>
                    <a:pt x="39407" y="11400"/>
                    <a:pt x="38393" y="11333"/>
                  </a:cubicBezTo>
                  <a:cubicBezTo>
                    <a:pt x="38278" y="11327"/>
                    <a:pt x="38164" y="11324"/>
                    <a:pt x="38049" y="11324"/>
                  </a:cubicBezTo>
                  <a:cubicBezTo>
                    <a:pt x="35966" y="11324"/>
                    <a:pt x="33959" y="12256"/>
                    <a:pt x="31931" y="12661"/>
                  </a:cubicBezTo>
                  <a:cubicBezTo>
                    <a:pt x="31125" y="12817"/>
                    <a:pt x="30289" y="12917"/>
                    <a:pt x="29460" y="12917"/>
                  </a:cubicBezTo>
                  <a:cubicBezTo>
                    <a:pt x="28250" y="12917"/>
                    <a:pt x="27055" y="12705"/>
                    <a:pt x="25986" y="12143"/>
                  </a:cubicBezTo>
                  <a:cubicBezTo>
                    <a:pt x="24162" y="11220"/>
                    <a:pt x="23194" y="9396"/>
                    <a:pt x="21888" y="7933"/>
                  </a:cubicBezTo>
                  <a:cubicBezTo>
                    <a:pt x="21235" y="7190"/>
                    <a:pt x="20447" y="6604"/>
                    <a:pt x="19546" y="6221"/>
                  </a:cubicBezTo>
                  <a:cubicBezTo>
                    <a:pt x="18668" y="5838"/>
                    <a:pt x="17722" y="5658"/>
                    <a:pt x="16776" y="5591"/>
                  </a:cubicBezTo>
                  <a:cubicBezTo>
                    <a:pt x="16483" y="5572"/>
                    <a:pt x="16190" y="5563"/>
                    <a:pt x="15898" y="5563"/>
                  </a:cubicBezTo>
                  <a:cubicBezTo>
                    <a:pt x="14130" y="5563"/>
                    <a:pt x="12391" y="5883"/>
                    <a:pt x="10652" y="6154"/>
                  </a:cubicBezTo>
                  <a:cubicBezTo>
                    <a:pt x="9653" y="6299"/>
                    <a:pt x="8617" y="6421"/>
                    <a:pt x="7584" y="6421"/>
                  </a:cubicBezTo>
                  <a:cubicBezTo>
                    <a:pt x="6380" y="6421"/>
                    <a:pt x="5181" y="6256"/>
                    <a:pt x="4054" y="5771"/>
                  </a:cubicBezTo>
                  <a:cubicBezTo>
                    <a:pt x="2297" y="4983"/>
                    <a:pt x="901" y="3339"/>
                    <a:pt x="338" y="1493"/>
                  </a:cubicBezTo>
                  <a:cubicBezTo>
                    <a:pt x="203" y="997"/>
                    <a:pt x="113" y="547"/>
                    <a:pt x="91" y="51"/>
                  </a:cubicBezTo>
                  <a:cubicBezTo>
                    <a:pt x="91" y="18"/>
                    <a:pt x="68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9"/>
            <p:cNvSpPr/>
            <p:nvPr/>
          </p:nvSpPr>
          <p:spPr>
            <a:xfrm rot="-2700000" flipH="1">
              <a:off x="7690877" y="4354432"/>
              <a:ext cx="1259046" cy="444052"/>
            </a:xfrm>
            <a:custGeom>
              <a:avLst/>
              <a:gdLst/>
              <a:ahLst/>
              <a:cxnLst/>
              <a:rect l="l" t="t" r="r" b="b"/>
              <a:pathLst>
                <a:path w="77652" h="27387" extrusionOk="0">
                  <a:moveTo>
                    <a:pt x="42758" y="221"/>
                  </a:moveTo>
                  <a:cubicBezTo>
                    <a:pt x="42867" y="221"/>
                    <a:pt x="42977" y="233"/>
                    <a:pt x="43087" y="260"/>
                  </a:cubicBezTo>
                  <a:cubicBezTo>
                    <a:pt x="43785" y="418"/>
                    <a:pt x="44213" y="1116"/>
                    <a:pt x="44303" y="1836"/>
                  </a:cubicBezTo>
                  <a:cubicBezTo>
                    <a:pt x="44506" y="3300"/>
                    <a:pt x="43290" y="4313"/>
                    <a:pt x="42119" y="5011"/>
                  </a:cubicBezTo>
                  <a:cubicBezTo>
                    <a:pt x="41263" y="3998"/>
                    <a:pt x="40610" y="2669"/>
                    <a:pt x="41128" y="1431"/>
                  </a:cubicBezTo>
                  <a:cubicBezTo>
                    <a:pt x="41382" y="766"/>
                    <a:pt x="42043" y="221"/>
                    <a:pt x="42758" y="221"/>
                  </a:cubicBezTo>
                  <a:close/>
                  <a:moveTo>
                    <a:pt x="42786" y="0"/>
                  </a:moveTo>
                  <a:cubicBezTo>
                    <a:pt x="42623" y="0"/>
                    <a:pt x="42453" y="25"/>
                    <a:pt x="42276" y="80"/>
                  </a:cubicBezTo>
                  <a:cubicBezTo>
                    <a:pt x="40745" y="598"/>
                    <a:pt x="40520" y="2354"/>
                    <a:pt x="41038" y="3660"/>
                  </a:cubicBezTo>
                  <a:cubicBezTo>
                    <a:pt x="41263" y="4201"/>
                    <a:pt x="41533" y="4674"/>
                    <a:pt x="41894" y="5124"/>
                  </a:cubicBezTo>
                  <a:cubicBezTo>
                    <a:pt x="41826" y="5169"/>
                    <a:pt x="41736" y="5214"/>
                    <a:pt x="41646" y="5259"/>
                  </a:cubicBezTo>
                  <a:cubicBezTo>
                    <a:pt x="38674" y="6835"/>
                    <a:pt x="35296" y="7376"/>
                    <a:pt x="31963" y="7736"/>
                  </a:cubicBezTo>
                  <a:cubicBezTo>
                    <a:pt x="28698" y="8096"/>
                    <a:pt x="25411" y="8299"/>
                    <a:pt x="22236" y="9110"/>
                  </a:cubicBezTo>
                  <a:cubicBezTo>
                    <a:pt x="19353" y="9853"/>
                    <a:pt x="16629" y="11091"/>
                    <a:pt x="14084" y="12667"/>
                  </a:cubicBezTo>
                  <a:cubicBezTo>
                    <a:pt x="8950" y="15865"/>
                    <a:pt x="4694" y="20413"/>
                    <a:pt x="1294" y="25367"/>
                  </a:cubicBezTo>
                  <a:cubicBezTo>
                    <a:pt x="866" y="25953"/>
                    <a:pt x="461" y="26561"/>
                    <a:pt x="78" y="27191"/>
                  </a:cubicBezTo>
                  <a:cubicBezTo>
                    <a:pt x="1" y="27300"/>
                    <a:pt x="104" y="27387"/>
                    <a:pt x="206" y="27387"/>
                  </a:cubicBezTo>
                  <a:cubicBezTo>
                    <a:pt x="252" y="27387"/>
                    <a:pt x="298" y="27369"/>
                    <a:pt x="326" y="27326"/>
                  </a:cubicBezTo>
                  <a:cubicBezTo>
                    <a:pt x="3771" y="21877"/>
                    <a:pt x="8095" y="16833"/>
                    <a:pt x="13499" y="13275"/>
                  </a:cubicBezTo>
                  <a:cubicBezTo>
                    <a:pt x="16178" y="11541"/>
                    <a:pt x="19083" y="10190"/>
                    <a:pt x="22168" y="9380"/>
                  </a:cubicBezTo>
                  <a:cubicBezTo>
                    <a:pt x="25568" y="8479"/>
                    <a:pt x="29149" y="8321"/>
                    <a:pt x="32639" y="7961"/>
                  </a:cubicBezTo>
                  <a:cubicBezTo>
                    <a:pt x="35881" y="7601"/>
                    <a:pt x="39237" y="7015"/>
                    <a:pt x="42074" y="5372"/>
                  </a:cubicBezTo>
                  <a:cubicBezTo>
                    <a:pt x="42682" y="6070"/>
                    <a:pt x="43447" y="6700"/>
                    <a:pt x="44235" y="7196"/>
                  </a:cubicBezTo>
                  <a:cubicBezTo>
                    <a:pt x="47185" y="9110"/>
                    <a:pt x="50743" y="10168"/>
                    <a:pt x="54233" y="10326"/>
                  </a:cubicBezTo>
                  <a:cubicBezTo>
                    <a:pt x="54523" y="10339"/>
                    <a:pt x="54812" y="10346"/>
                    <a:pt x="55099" y="10346"/>
                  </a:cubicBezTo>
                  <a:cubicBezTo>
                    <a:pt x="61997" y="10346"/>
                    <a:pt x="68161" y="6590"/>
                    <a:pt x="74927" y="5574"/>
                  </a:cubicBezTo>
                  <a:cubicBezTo>
                    <a:pt x="75783" y="5439"/>
                    <a:pt x="76661" y="5349"/>
                    <a:pt x="77562" y="5349"/>
                  </a:cubicBezTo>
                  <a:cubicBezTo>
                    <a:pt x="77652" y="5282"/>
                    <a:pt x="77629" y="5124"/>
                    <a:pt x="77539" y="5124"/>
                  </a:cubicBezTo>
                  <a:cubicBezTo>
                    <a:pt x="70694" y="5237"/>
                    <a:pt x="64614" y="8884"/>
                    <a:pt x="57926" y="9763"/>
                  </a:cubicBezTo>
                  <a:cubicBezTo>
                    <a:pt x="57028" y="9878"/>
                    <a:pt x="56124" y="9936"/>
                    <a:pt x="55222" y="9936"/>
                  </a:cubicBezTo>
                  <a:cubicBezTo>
                    <a:pt x="52615" y="9936"/>
                    <a:pt x="50016" y="9455"/>
                    <a:pt x="47591" y="8502"/>
                  </a:cubicBezTo>
                  <a:cubicBezTo>
                    <a:pt x="46037" y="7871"/>
                    <a:pt x="44461" y="7128"/>
                    <a:pt x="43177" y="6025"/>
                  </a:cubicBezTo>
                  <a:cubicBezTo>
                    <a:pt x="42884" y="5799"/>
                    <a:pt x="42614" y="5507"/>
                    <a:pt x="42321" y="5214"/>
                  </a:cubicBezTo>
                  <a:lnTo>
                    <a:pt x="42344" y="5214"/>
                  </a:lnTo>
                  <a:cubicBezTo>
                    <a:pt x="43515" y="4493"/>
                    <a:pt x="44708" y="3413"/>
                    <a:pt x="44573" y="1904"/>
                  </a:cubicBezTo>
                  <a:cubicBezTo>
                    <a:pt x="44477" y="919"/>
                    <a:pt x="43767" y="0"/>
                    <a:pt x="4278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9"/>
            <p:cNvSpPr/>
            <p:nvPr/>
          </p:nvSpPr>
          <p:spPr>
            <a:xfrm rot="10800000" flipH="1">
              <a:off x="8268879" y="3565685"/>
              <a:ext cx="653638" cy="649889"/>
            </a:xfrm>
            <a:custGeom>
              <a:avLst/>
              <a:gdLst/>
              <a:ahLst/>
              <a:cxnLst/>
              <a:rect l="l" t="t" r="r" b="b"/>
              <a:pathLst>
                <a:path w="31730" h="31548" extrusionOk="0">
                  <a:moveTo>
                    <a:pt x="10563" y="193"/>
                  </a:moveTo>
                  <a:lnTo>
                    <a:pt x="11396" y="1882"/>
                  </a:lnTo>
                  <a:cubicBezTo>
                    <a:pt x="11644" y="2422"/>
                    <a:pt x="11914" y="2985"/>
                    <a:pt x="12207" y="3525"/>
                  </a:cubicBezTo>
                  <a:cubicBezTo>
                    <a:pt x="11276" y="3405"/>
                    <a:pt x="10325" y="3345"/>
                    <a:pt x="9368" y="3345"/>
                  </a:cubicBezTo>
                  <a:cubicBezTo>
                    <a:pt x="8889" y="3345"/>
                    <a:pt x="8409" y="3360"/>
                    <a:pt x="7928" y="3390"/>
                  </a:cubicBezTo>
                  <a:cubicBezTo>
                    <a:pt x="7230" y="3435"/>
                    <a:pt x="6510" y="3503"/>
                    <a:pt x="5789" y="3615"/>
                  </a:cubicBezTo>
                  <a:cubicBezTo>
                    <a:pt x="5496" y="3120"/>
                    <a:pt x="5204" y="2647"/>
                    <a:pt x="4934" y="2152"/>
                  </a:cubicBezTo>
                  <a:cubicBezTo>
                    <a:pt x="5406" y="1882"/>
                    <a:pt x="5902" y="1634"/>
                    <a:pt x="6442" y="1386"/>
                  </a:cubicBezTo>
                  <a:cubicBezTo>
                    <a:pt x="7681" y="801"/>
                    <a:pt x="8987" y="260"/>
                    <a:pt x="10383" y="193"/>
                  </a:cubicBezTo>
                  <a:close/>
                  <a:moveTo>
                    <a:pt x="10676" y="193"/>
                  </a:moveTo>
                  <a:cubicBezTo>
                    <a:pt x="12027" y="193"/>
                    <a:pt x="13378" y="485"/>
                    <a:pt x="14729" y="711"/>
                  </a:cubicBezTo>
                  <a:cubicBezTo>
                    <a:pt x="15539" y="846"/>
                    <a:pt x="16373" y="981"/>
                    <a:pt x="17206" y="1138"/>
                  </a:cubicBezTo>
                  <a:cubicBezTo>
                    <a:pt x="17363" y="1769"/>
                    <a:pt x="17498" y="2444"/>
                    <a:pt x="17656" y="3120"/>
                  </a:cubicBezTo>
                  <a:cubicBezTo>
                    <a:pt x="17724" y="3503"/>
                    <a:pt x="17791" y="3841"/>
                    <a:pt x="17836" y="4201"/>
                  </a:cubicBezTo>
                  <a:cubicBezTo>
                    <a:pt x="17881" y="4336"/>
                    <a:pt x="17904" y="4516"/>
                    <a:pt x="17926" y="4674"/>
                  </a:cubicBezTo>
                  <a:cubicBezTo>
                    <a:pt x="17926" y="4764"/>
                    <a:pt x="17949" y="4854"/>
                    <a:pt x="17949" y="4899"/>
                  </a:cubicBezTo>
                  <a:cubicBezTo>
                    <a:pt x="17949" y="4966"/>
                    <a:pt x="17994" y="4989"/>
                    <a:pt x="17994" y="5012"/>
                  </a:cubicBezTo>
                  <a:cubicBezTo>
                    <a:pt x="16192" y="4313"/>
                    <a:pt x="14278" y="3796"/>
                    <a:pt x="12364" y="3548"/>
                  </a:cubicBezTo>
                  <a:cubicBezTo>
                    <a:pt x="12139" y="2985"/>
                    <a:pt x="11801" y="2422"/>
                    <a:pt x="11509" y="1859"/>
                  </a:cubicBezTo>
                  <a:cubicBezTo>
                    <a:pt x="11238" y="1296"/>
                    <a:pt x="10946" y="756"/>
                    <a:pt x="10676" y="193"/>
                  </a:cubicBezTo>
                  <a:close/>
                  <a:moveTo>
                    <a:pt x="4821" y="2219"/>
                  </a:moveTo>
                  <a:cubicBezTo>
                    <a:pt x="5091" y="2715"/>
                    <a:pt x="5384" y="3188"/>
                    <a:pt x="5677" y="3638"/>
                  </a:cubicBezTo>
                  <a:cubicBezTo>
                    <a:pt x="5159" y="3728"/>
                    <a:pt x="4596" y="3841"/>
                    <a:pt x="4055" y="3953"/>
                  </a:cubicBezTo>
                  <a:cubicBezTo>
                    <a:pt x="2974" y="4201"/>
                    <a:pt x="1849" y="4516"/>
                    <a:pt x="880" y="5079"/>
                  </a:cubicBezTo>
                  <a:cubicBezTo>
                    <a:pt x="2029" y="3953"/>
                    <a:pt x="3380" y="3007"/>
                    <a:pt x="4821" y="2219"/>
                  </a:cubicBezTo>
                  <a:close/>
                  <a:moveTo>
                    <a:pt x="5496" y="3818"/>
                  </a:moveTo>
                  <a:cubicBezTo>
                    <a:pt x="4641" y="4494"/>
                    <a:pt x="3830" y="5214"/>
                    <a:pt x="3065" y="6002"/>
                  </a:cubicBezTo>
                  <a:cubicBezTo>
                    <a:pt x="2862" y="5867"/>
                    <a:pt x="2704" y="5687"/>
                    <a:pt x="2479" y="5552"/>
                  </a:cubicBezTo>
                  <a:cubicBezTo>
                    <a:pt x="2094" y="5340"/>
                    <a:pt x="1626" y="5227"/>
                    <a:pt x="1160" y="5227"/>
                  </a:cubicBezTo>
                  <a:cubicBezTo>
                    <a:pt x="1082" y="5227"/>
                    <a:pt x="1003" y="5230"/>
                    <a:pt x="925" y="5237"/>
                  </a:cubicBezTo>
                  <a:lnTo>
                    <a:pt x="880" y="5237"/>
                  </a:lnTo>
                  <a:cubicBezTo>
                    <a:pt x="1263" y="5034"/>
                    <a:pt x="1668" y="4854"/>
                    <a:pt x="2074" y="4696"/>
                  </a:cubicBezTo>
                  <a:cubicBezTo>
                    <a:pt x="2614" y="4516"/>
                    <a:pt x="3177" y="4336"/>
                    <a:pt x="3740" y="4201"/>
                  </a:cubicBezTo>
                  <a:cubicBezTo>
                    <a:pt x="4303" y="4066"/>
                    <a:pt x="4888" y="3908"/>
                    <a:pt x="5496" y="3818"/>
                  </a:cubicBezTo>
                  <a:close/>
                  <a:moveTo>
                    <a:pt x="17341" y="1183"/>
                  </a:moveTo>
                  <a:cubicBezTo>
                    <a:pt x="17881" y="1274"/>
                    <a:pt x="18399" y="1364"/>
                    <a:pt x="18962" y="1431"/>
                  </a:cubicBezTo>
                  <a:cubicBezTo>
                    <a:pt x="19615" y="1544"/>
                    <a:pt x="20291" y="1701"/>
                    <a:pt x="20876" y="1994"/>
                  </a:cubicBezTo>
                  <a:cubicBezTo>
                    <a:pt x="21349" y="2264"/>
                    <a:pt x="21732" y="2625"/>
                    <a:pt x="22092" y="3007"/>
                  </a:cubicBezTo>
                  <a:cubicBezTo>
                    <a:pt x="22115" y="3345"/>
                    <a:pt x="22115" y="3683"/>
                    <a:pt x="22115" y="4021"/>
                  </a:cubicBezTo>
                  <a:cubicBezTo>
                    <a:pt x="22137" y="4426"/>
                    <a:pt x="22137" y="4786"/>
                    <a:pt x="22182" y="5192"/>
                  </a:cubicBezTo>
                  <a:cubicBezTo>
                    <a:pt x="22227" y="5890"/>
                    <a:pt x="22250" y="6565"/>
                    <a:pt x="22340" y="7263"/>
                  </a:cubicBezTo>
                  <a:lnTo>
                    <a:pt x="21259" y="6588"/>
                  </a:lnTo>
                  <a:cubicBezTo>
                    <a:pt x="20223" y="6002"/>
                    <a:pt x="19187" y="5484"/>
                    <a:pt x="18129" y="5079"/>
                  </a:cubicBezTo>
                  <a:cubicBezTo>
                    <a:pt x="17904" y="3773"/>
                    <a:pt x="17634" y="2444"/>
                    <a:pt x="17341" y="1183"/>
                  </a:cubicBezTo>
                  <a:close/>
                  <a:moveTo>
                    <a:pt x="9384" y="3493"/>
                  </a:moveTo>
                  <a:cubicBezTo>
                    <a:pt x="10263" y="3493"/>
                    <a:pt x="11145" y="3550"/>
                    <a:pt x="12027" y="3660"/>
                  </a:cubicBezTo>
                  <a:cubicBezTo>
                    <a:pt x="11509" y="3976"/>
                    <a:pt x="10968" y="4291"/>
                    <a:pt x="10473" y="4561"/>
                  </a:cubicBezTo>
                  <a:lnTo>
                    <a:pt x="8694" y="5665"/>
                  </a:lnTo>
                  <a:cubicBezTo>
                    <a:pt x="7546" y="6385"/>
                    <a:pt x="6352" y="7106"/>
                    <a:pt x="5271" y="7916"/>
                  </a:cubicBezTo>
                  <a:cubicBezTo>
                    <a:pt x="5159" y="7849"/>
                    <a:pt x="5046" y="7804"/>
                    <a:pt x="4888" y="7714"/>
                  </a:cubicBezTo>
                  <a:cubicBezTo>
                    <a:pt x="4393" y="7443"/>
                    <a:pt x="3988" y="7038"/>
                    <a:pt x="3605" y="6610"/>
                  </a:cubicBezTo>
                  <a:cubicBezTo>
                    <a:pt x="3425" y="6453"/>
                    <a:pt x="3290" y="6250"/>
                    <a:pt x="3132" y="6092"/>
                  </a:cubicBezTo>
                  <a:cubicBezTo>
                    <a:pt x="3920" y="5259"/>
                    <a:pt x="4776" y="4516"/>
                    <a:pt x="5677" y="3796"/>
                  </a:cubicBezTo>
                  <a:cubicBezTo>
                    <a:pt x="6195" y="3728"/>
                    <a:pt x="6667" y="3660"/>
                    <a:pt x="7185" y="3615"/>
                  </a:cubicBezTo>
                  <a:cubicBezTo>
                    <a:pt x="7914" y="3533"/>
                    <a:pt x="8648" y="3493"/>
                    <a:pt x="9384" y="3493"/>
                  </a:cubicBezTo>
                  <a:close/>
                  <a:moveTo>
                    <a:pt x="12252" y="3660"/>
                  </a:moveTo>
                  <a:cubicBezTo>
                    <a:pt x="12882" y="3751"/>
                    <a:pt x="13558" y="3863"/>
                    <a:pt x="14211" y="3976"/>
                  </a:cubicBezTo>
                  <a:cubicBezTo>
                    <a:pt x="15472" y="4223"/>
                    <a:pt x="16710" y="4629"/>
                    <a:pt x="17904" y="5102"/>
                  </a:cubicBezTo>
                  <a:lnTo>
                    <a:pt x="17881" y="5102"/>
                  </a:lnTo>
                  <a:cubicBezTo>
                    <a:pt x="17588" y="5259"/>
                    <a:pt x="17273" y="5417"/>
                    <a:pt x="17003" y="5574"/>
                  </a:cubicBezTo>
                  <a:cubicBezTo>
                    <a:pt x="16688" y="5755"/>
                    <a:pt x="16418" y="5912"/>
                    <a:pt x="16102" y="6092"/>
                  </a:cubicBezTo>
                  <a:cubicBezTo>
                    <a:pt x="15517" y="6430"/>
                    <a:pt x="14909" y="6768"/>
                    <a:pt x="14323" y="7128"/>
                  </a:cubicBezTo>
                  <a:cubicBezTo>
                    <a:pt x="13738" y="7488"/>
                    <a:pt x="13107" y="7826"/>
                    <a:pt x="12545" y="8232"/>
                  </a:cubicBezTo>
                  <a:cubicBezTo>
                    <a:pt x="12499" y="8232"/>
                    <a:pt x="12409" y="8232"/>
                    <a:pt x="12297" y="8187"/>
                  </a:cubicBezTo>
                  <a:cubicBezTo>
                    <a:pt x="11883" y="8144"/>
                    <a:pt x="11460" y="8128"/>
                    <a:pt x="11045" y="8128"/>
                  </a:cubicBezTo>
                  <a:cubicBezTo>
                    <a:pt x="10805" y="8128"/>
                    <a:pt x="10569" y="8133"/>
                    <a:pt x="10338" y="8141"/>
                  </a:cubicBezTo>
                  <a:cubicBezTo>
                    <a:pt x="9403" y="8174"/>
                    <a:pt x="8481" y="8291"/>
                    <a:pt x="7561" y="8291"/>
                  </a:cubicBezTo>
                  <a:cubicBezTo>
                    <a:pt x="7218" y="8291"/>
                    <a:pt x="6875" y="8274"/>
                    <a:pt x="6532" y="8232"/>
                  </a:cubicBezTo>
                  <a:cubicBezTo>
                    <a:pt x="6127" y="8164"/>
                    <a:pt x="5722" y="8051"/>
                    <a:pt x="5339" y="7916"/>
                  </a:cubicBezTo>
                  <a:cubicBezTo>
                    <a:pt x="6510" y="7218"/>
                    <a:pt x="7636" y="6453"/>
                    <a:pt x="8784" y="5755"/>
                  </a:cubicBezTo>
                  <a:cubicBezTo>
                    <a:pt x="9370" y="5372"/>
                    <a:pt x="9932" y="5034"/>
                    <a:pt x="10518" y="4674"/>
                  </a:cubicBezTo>
                  <a:cubicBezTo>
                    <a:pt x="11081" y="4336"/>
                    <a:pt x="11644" y="3976"/>
                    <a:pt x="12252" y="3660"/>
                  </a:cubicBezTo>
                  <a:close/>
                  <a:moveTo>
                    <a:pt x="18061" y="5192"/>
                  </a:moveTo>
                  <a:cubicBezTo>
                    <a:pt x="19570" y="5777"/>
                    <a:pt x="20966" y="6543"/>
                    <a:pt x="22317" y="7398"/>
                  </a:cubicBezTo>
                  <a:cubicBezTo>
                    <a:pt x="20718" y="8051"/>
                    <a:pt x="19120" y="8727"/>
                    <a:pt x="17566" y="9493"/>
                  </a:cubicBezTo>
                  <a:cubicBezTo>
                    <a:pt x="16373" y="9380"/>
                    <a:pt x="15247" y="8975"/>
                    <a:pt x="14098" y="8637"/>
                  </a:cubicBezTo>
                  <a:cubicBezTo>
                    <a:pt x="13648" y="8502"/>
                    <a:pt x="13198" y="8389"/>
                    <a:pt x="12747" y="8277"/>
                  </a:cubicBezTo>
                  <a:cubicBezTo>
                    <a:pt x="13152" y="8051"/>
                    <a:pt x="13513" y="7826"/>
                    <a:pt x="13873" y="7601"/>
                  </a:cubicBezTo>
                  <a:cubicBezTo>
                    <a:pt x="14323" y="7331"/>
                    <a:pt x="14796" y="7061"/>
                    <a:pt x="15247" y="6790"/>
                  </a:cubicBezTo>
                  <a:cubicBezTo>
                    <a:pt x="16192" y="6250"/>
                    <a:pt x="17116" y="5710"/>
                    <a:pt x="18061" y="5192"/>
                  </a:cubicBezTo>
                  <a:close/>
                  <a:moveTo>
                    <a:pt x="22205" y="3165"/>
                  </a:moveTo>
                  <a:cubicBezTo>
                    <a:pt x="22565" y="3548"/>
                    <a:pt x="22948" y="3998"/>
                    <a:pt x="23398" y="4358"/>
                  </a:cubicBezTo>
                  <a:cubicBezTo>
                    <a:pt x="23848" y="4764"/>
                    <a:pt x="24366" y="5012"/>
                    <a:pt x="24907" y="5259"/>
                  </a:cubicBezTo>
                  <a:cubicBezTo>
                    <a:pt x="25335" y="5462"/>
                    <a:pt x="25762" y="5665"/>
                    <a:pt x="26145" y="5912"/>
                  </a:cubicBezTo>
                  <a:cubicBezTo>
                    <a:pt x="26010" y="6768"/>
                    <a:pt x="25898" y="7624"/>
                    <a:pt x="25762" y="8479"/>
                  </a:cubicBezTo>
                  <a:cubicBezTo>
                    <a:pt x="25717" y="8704"/>
                    <a:pt x="25695" y="8907"/>
                    <a:pt x="25672" y="9132"/>
                  </a:cubicBezTo>
                  <a:cubicBezTo>
                    <a:pt x="25650" y="9245"/>
                    <a:pt x="25650" y="9357"/>
                    <a:pt x="25605" y="9425"/>
                  </a:cubicBezTo>
                  <a:cubicBezTo>
                    <a:pt x="25605" y="9493"/>
                    <a:pt x="25605" y="9583"/>
                    <a:pt x="25582" y="9650"/>
                  </a:cubicBezTo>
                  <a:cubicBezTo>
                    <a:pt x="24591" y="8840"/>
                    <a:pt x="23556" y="8051"/>
                    <a:pt x="22475" y="7353"/>
                  </a:cubicBezTo>
                  <a:cubicBezTo>
                    <a:pt x="22430" y="6610"/>
                    <a:pt x="22385" y="5912"/>
                    <a:pt x="22317" y="5192"/>
                  </a:cubicBezTo>
                  <a:cubicBezTo>
                    <a:pt x="22295" y="4809"/>
                    <a:pt x="22250" y="4449"/>
                    <a:pt x="22250" y="4088"/>
                  </a:cubicBezTo>
                  <a:cubicBezTo>
                    <a:pt x="22227" y="3773"/>
                    <a:pt x="22205" y="3458"/>
                    <a:pt x="22205" y="3165"/>
                  </a:cubicBezTo>
                  <a:close/>
                  <a:moveTo>
                    <a:pt x="22430" y="7511"/>
                  </a:moveTo>
                  <a:cubicBezTo>
                    <a:pt x="23511" y="8232"/>
                    <a:pt x="24546" y="9020"/>
                    <a:pt x="25492" y="9830"/>
                  </a:cubicBezTo>
                  <a:cubicBezTo>
                    <a:pt x="25357" y="9943"/>
                    <a:pt x="25019" y="9965"/>
                    <a:pt x="24862" y="9965"/>
                  </a:cubicBezTo>
                  <a:cubicBezTo>
                    <a:pt x="24682" y="9988"/>
                    <a:pt x="24479" y="10033"/>
                    <a:pt x="24321" y="10078"/>
                  </a:cubicBezTo>
                  <a:cubicBezTo>
                    <a:pt x="23398" y="9718"/>
                    <a:pt x="22340" y="9628"/>
                    <a:pt x="21326" y="9605"/>
                  </a:cubicBezTo>
                  <a:cubicBezTo>
                    <a:pt x="20929" y="9598"/>
                    <a:pt x="20531" y="9598"/>
                    <a:pt x="20132" y="9598"/>
                  </a:cubicBezTo>
                  <a:lnTo>
                    <a:pt x="20132" y="9598"/>
                  </a:lnTo>
                  <a:cubicBezTo>
                    <a:pt x="19335" y="9598"/>
                    <a:pt x="18534" y="9598"/>
                    <a:pt x="17724" y="9538"/>
                  </a:cubicBezTo>
                  <a:lnTo>
                    <a:pt x="17701" y="9538"/>
                  </a:lnTo>
                  <a:cubicBezTo>
                    <a:pt x="19255" y="8794"/>
                    <a:pt x="20831" y="8074"/>
                    <a:pt x="22430" y="7511"/>
                  </a:cubicBezTo>
                  <a:close/>
                  <a:moveTo>
                    <a:pt x="25627" y="9920"/>
                  </a:moveTo>
                  <a:cubicBezTo>
                    <a:pt x="25717" y="9988"/>
                    <a:pt x="25807" y="10055"/>
                    <a:pt x="25898" y="10146"/>
                  </a:cubicBezTo>
                  <a:cubicBezTo>
                    <a:pt x="27609" y="11654"/>
                    <a:pt x="29185" y="13298"/>
                    <a:pt x="30649" y="15032"/>
                  </a:cubicBezTo>
                  <a:cubicBezTo>
                    <a:pt x="29185" y="14424"/>
                    <a:pt x="28104" y="13005"/>
                    <a:pt x="26978" y="11902"/>
                  </a:cubicBezTo>
                  <a:cubicBezTo>
                    <a:pt x="26325" y="11226"/>
                    <a:pt x="25582" y="10618"/>
                    <a:pt x="24704" y="10213"/>
                  </a:cubicBezTo>
                  <a:cubicBezTo>
                    <a:pt x="24659" y="10191"/>
                    <a:pt x="24637" y="10191"/>
                    <a:pt x="24569" y="10168"/>
                  </a:cubicBezTo>
                  <a:cubicBezTo>
                    <a:pt x="24682" y="10146"/>
                    <a:pt x="24772" y="10146"/>
                    <a:pt x="24884" y="10101"/>
                  </a:cubicBezTo>
                  <a:cubicBezTo>
                    <a:pt x="25019" y="10078"/>
                    <a:pt x="25132" y="10055"/>
                    <a:pt x="25267" y="10033"/>
                  </a:cubicBezTo>
                  <a:cubicBezTo>
                    <a:pt x="25357" y="9988"/>
                    <a:pt x="25470" y="9988"/>
                    <a:pt x="25560" y="9965"/>
                  </a:cubicBezTo>
                  <a:cubicBezTo>
                    <a:pt x="25582" y="9965"/>
                    <a:pt x="25605" y="9943"/>
                    <a:pt x="25627" y="9920"/>
                  </a:cubicBezTo>
                  <a:close/>
                  <a:moveTo>
                    <a:pt x="26235" y="6002"/>
                  </a:moveTo>
                  <a:cubicBezTo>
                    <a:pt x="26325" y="6047"/>
                    <a:pt x="26393" y="6137"/>
                    <a:pt x="26483" y="6205"/>
                  </a:cubicBezTo>
                  <a:cubicBezTo>
                    <a:pt x="26911" y="6565"/>
                    <a:pt x="27271" y="7016"/>
                    <a:pt x="27541" y="7488"/>
                  </a:cubicBezTo>
                  <a:cubicBezTo>
                    <a:pt x="28172" y="8524"/>
                    <a:pt x="28532" y="9695"/>
                    <a:pt x="28982" y="10821"/>
                  </a:cubicBezTo>
                  <a:cubicBezTo>
                    <a:pt x="29500" y="12082"/>
                    <a:pt x="30063" y="13366"/>
                    <a:pt x="30739" y="14582"/>
                  </a:cubicBezTo>
                  <a:cubicBezTo>
                    <a:pt x="30851" y="14784"/>
                    <a:pt x="30964" y="14987"/>
                    <a:pt x="31054" y="15167"/>
                  </a:cubicBezTo>
                  <a:cubicBezTo>
                    <a:pt x="29388" y="13253"/>
                    <a:pt x="27631" y="11407"/>
                    <a:pt x="25695" y="9763"/>
                  </a:cubicBezTo>
                  <a:cubicBezTo>
                    <a:pt x="25695" y="9718"/>
                    <a:pt x="25717" y="9650"/>
                    <a:pt x="25717" y="9605"/>
                  </a:cubicBezTo>
                  <a:cubicBezTo>
                    <a:pt x="25762" y="9357"/>
                    <a:pt x="25807" y="9087"/>
                    <a:pt x="25830" y="8840"/>
                  </a:cubicBezTo>
                  <a:cubicBezTo>
                    <a:pt x="25988" y="7894"/>
                    <a:pt x="26123" y="6948"/>
                    <a:pt x="26235" y="6002"/>
                  </a:cubicBezTo>
                  <a:close/>
                  <a:moveTo>
                    <a:pt x="20515" y="12694"/>
                  </a:moveTo>
                  <a:cubicBezTo>
                    <a:pt x="21726" y="12694"/>
                    <a:pt x="22915" y="13057"/>
                    <a:pt x="24051" y="13456"/>
                  </a:cubicBezTo>
                  <a:cubicBezTo>
                    <a:pt x="25267" y="13906"/>
                    <a:pt x="26460" y="14469"/>
                    <a:pt x="27541" y="15122"/>
                  </a:cubicBezTo>
                  <a:cubicBezTo>
                    <a:pt x="27721" y="15235"/>
                    <a:pt x="27924" y="15347"/>
                    <a:pt x="28082" y="15460"/>
                  </a:cubicBezTo>
                  <a:cubicBezTo>
                    <a:pt x="26843" y="15572"/>
                    <a:pt x="25582" y="15707"/>
                    <a:pt x="24321" y="15888"/>
                  </a:cubicBezTo>
                  <a:cubicBezTo>
                    <a:pt x="23601" y="16000"/>
                    <a:pt x="22880" y="16135"/>
                    <a:pt x="22182" y="16270"/>
                  </a:cubicBezTo>
                  <a:cubicBezTo>
                    <a:pt x="19502" y="15595"/>
                    <a:pt x="16823" y="14987"/>
                    <a:pt x="14143" y="14446"/>
                  </a:cubicBezTo>
                  <a:cubicBezTo>
                    <a:pt x="13468" y="14311"/>
                    <a:pt x="12815" y="14199"/>
                    <a:pt x="12117" y="14086"/>
                  </a:cubicBezTo>
                  <a:lnTo>
                    <a:pt x="12297" y="13996"/>
                  </a:lnTo>
                  <a:cubicBezTo>
                    <a:pt x="13468" y="13366"/>
                    <a:pt x="14819" y="13546"/>
                    <a:pt x="16102" y="13478"/>
                  </a:cubicBezTo>
                  <a:cubicBezTo>
                    <a:pt x="16733" y="13456"/>
                    <a:pt x="17386" y="13343"/>
                    <a:pt x="18016" y="13163"/>
                  </a:cubicBezTo>
                  <a:cubicBezTo>
                    <a:pt x="18692" y="12983"/>
                    <a:pt x="19367" y="12780"/>
                    <a:pt x="20043" y="12713"/>
                  </a:cubicBezTo>
                  <a:cubicBezTo>
                    <a:pt x="20200" y="12700"/>
                    <a:pt x="20358" y="12694"/>
                    <a:pt x="20515" y="12694"/>
                  </a:cubicBezTo>
                  <a:close/>
                  <a:moveTo>
                    <a:pt x="12072" y="14131"/>
                  </a:moveTo>
                  <a:cubicBezTo>
                    <a:pt x="13333" y="14446"/>
                    <a:pt x="14594" y="14694"/>
                    <a:pt x="15877" y="14942"/>
                  </a:cubicBezTo>
                  <a:cubicBezTo>
                    <a:pt x="17228" y="15257"/>
                    <a:pt x="18579" y="15550"/>
                    <a:pt x="19930" y="15888"/>
                  </a:cubicBezTo>
                  <a:cubicBezTo>
                    <a:pt x="20561" y="16045"/>
                    <a:pt x="21214" y="16180"/>
                    <a:pt x="21867" y="16360"/>
                  </a:cubicBezTo>
                  <a:cubicBezTo>
                    <a:pt x="20336" y="16698"/>
                    <a:pt x="18849" y="17104"/>
                    <a:pt x="17386" y="17621"/>
                  </a:cubicBezTo>
                  <a:cubicBezTo>
                    <a:pt x="15945" y="18139"/>
                    <a:pt x="14549" y="18747"/>
                    <a:pt x="13175" y="19423"/>
                  </a:cubicBezTo>
                  <a:cubicBezTo>
                    <a:pt x="13130" y="19423"/>
                    <a:pt x="13085" y="19400"/>
                    <a:pt x="13062" y="19400"/>
                  </a:cubicBezTo>
                  <a:cubicBezTo>
                    <a:pt x="12905" y="19333"/>
                    <a:pt x="12747" y="19310"/>
                    <a:pt x="12612" y="19288"/>
                  </a:cubicBezTo>
                  <a:cubicBezTo>
                    <a:pt x="11554" y="18995"/>
                    <a:pt x="10495" y="18747"/>
                    <a:pt x="9415" y="18500"/>
                  </a:cubicBezTo>
                  <a:cubicBezTo>
                    <a:pt x="8266" y="18229"/>
                    <a:pt x="7118" y="18049"/>
                    <a:pt x="5969" y="17869"/>
                  </a:cubicBezTo>
                  <a:cubicBezTo>
                    <a:pt x="6014" y="17824"/>
                    <a:pt x="6082" y="17734"/>
                    <a:pt x="6127" y="17689"/>
                  </a:cubicBezTo>
                  <a:cubicBezTo>
                    <a:pt x="6577" y="17239"/>
                    <a:pt x="7095" y="16901"/>
                    <a:pt x="7681" y="16676"/>
                  </a:cubicBezTo>
                  <a:cubicBezTo>
                    <a:pt x="8266" y="16405"/>
                    <a:pt x="8897" y="16248"/>
                    <a:pt x="9460" y="15955"/>
                  </a:cubicBezTo>
                  <a:cubicBezTo>
                    <a:pt x="10405" y="15482"/>
                    <a:pt x="11171" y="14672"/>
                    <a:pt x="12072" y="14131"/>
                  </a:cubicBezTo>
                  <a:close/>
                  <a:moveTo>
                    <a:pt x="5857" y="17982"/>
                  </a:moveTo>
                  <a:cubicBezTo>
                    <a:pt x="7883" y="18297"/>
                    <a:pt x="9887" y="18725"/>
                    <a:pt x="11846" y="19220"/>
                  </a:cubicBezTo>
                  <a:cubicBezTo>
                    <a:pt x="12072" y="19288"/>
                    <a:pt x="12319" y="19378"/>
                    <a:pt x="12545" y="19423"/>
                  </a:cubicBezTo>
                  <a:cubicBezTo>
                    <a:pt x="12657" y="19445"/>
                    <a:pt x="12815" y="19490"/>
                    <a:pt x="12905" y="19535"/>
                  </a:cubicBezTo>
                  <a:lnTo>
                    <a:pt x="12950" y="19535"/>
                  </a:lnTo>
                  <a:cubicBezTo>
                    <a:pt x="12274" y="19896"/>
                    <a:pt x="11576" y="20279"/>
                    <a:pt x="10923" y="20684"/>
                  </a:cubicBezTo>
                  <a:cubicBezTo>
                    <a:pt x="9550" y="21562"/>
                    <a:pt x="8221" y="22530"/>
                    <a:pt x="7005" y="23611"/>
                  </a:cubicBezTo>
                  <a:cubicBezTo>
                    <a:pt x="6195" y="23701"/>
                    <a:pt x="5384" y="23791"/>
                    <a:pt x="4551" y="23904"/>
                  </a:cubicBezTo>
                  <a:cubicBezTo>
                    <a:pt x="4145" y="23949"/>
                    <a:pt x="3718" y="24016"/>
                    <a:pt x="3312" y="24062"/>
                  </a:cubicBezTo>
                  <a:cubicBezTo>
                    <a:pt x="3020" y="24129"/>
                    <a:pt x="2704" y="24152"/>
                    <a:pt x="2389" y="24219"/>
                  </a:cubicBezTo>
                  <a:cubicBezTo>
                    <a:pt x="2412" y="24174"/>
                    <a:pt x="2457" y="24152"/>
                    <a:pt x="2457" y="24107"/>
                  </a:cubicBezTo>
                  <a:cubicBezTo>
                    <a:pt x="2749" y="23566"/>
                    <a:pt x="3155" y="23093"/>
                    <a:pt x="3515" y="22575"/>
                  </a:cubicBezTo>
                  <a:cubicBezTo>
                    <a:pt x="3875" y="22080"/>
                    <a:pt x="4213" y="21562"/>
                    <a:pt x="4438" y="20999"/>
                  </a:cubicBezTo>
                  <a:cubicBezTo>
                    <a:pt x="4708" y="20414"/>
                    <a:pt x="4866" y="19783"/>
                    <a:pt x="5114" y="19198"/>
                  </a:cubicBezTo>
                  <a:cubicBezTo>
                    <a:pt x="5316" y="18747"/>
                    <a:pt x="5541" y="18365"/>
                    <a:pt x="5857" y="17982"/>
                  </a:cubicBezTo>
                  <a:close/>
                  <a:moveTo>
                    <a:pt x="22092" y="16563"/>
                  </a:moveTo>
                  <a:lnTo>
                    <a:pt x="22092" y="16563"/>
                  </a:lnTo>
                  <a:cubicBezTo>
                    <a:pt x="21529" y="17914"/>
                    <a:pt x="20966" y="19288"/>
                    <a:pt x="20403" y="20661"/>
                  </a:cubicBezTo>
                  <a:cubicBezTo>
                    <a:pt x="19818" y="22080"/>
                    <a:pt x="19210" y="23499"/>
                    <a:pt x="18692" y="24917"/>
                  </a:cubicBezTo>
                  <a:cubicBezTo>
                    <a:pt x="18377" y="25007"/>
                    <a:pt x="18039" y="25075"/>
                    <a:pt x="17769" y="25232"/>
                  </a:cubicBezTo>
                  <a:cubicBezTo>
                    <a:pt x="16688" y="25683"/>
                    <a:pt x="15900" y="26493"/>
                    <a:pt x="14954" y="27101"/>
                  </a:cubicBezTo>
                  <a:cubicBezTo>
                    <a:pt x="13941" y="27754"/>
                    <a:pt x="12770" y="27957"/>
                    <a:pt x="11621" y="28002"/>
                  </a:cubicBezTo>
                  <a:cubicBezTo>
                    <a:pt x="12094" y="25840"/>
                    <a:pt x="12612" y="23656"/>
                    <a:pt x="13085" y="21472"/>
                  </a:cubicBezTo>
                  <a:cubicBezTo>
                    <a:pt x="13198" y="20954"/>
                    <a:pt x="13333" y="20391"/>
                    <a:pt x="13445" y="19851"/>
                  </a:cubicBezTo>
                  <a:cubicBezTo>
                    <a:pt x="13468" y="19738"/>
                    <a:pt x="13513" y="19648"/>
                    <a:pt x="13423" y="19558"/>
                  </a:cubicBezTo>
                  <a:cubicBezTo>
                    <a:pt x="14526" y="18995"/>
                    <a:pt x="15652" y="18522"/>
                    <a:pt x="16778" y="18094"/>
                  </a:cubicBezTo>
                  <a:cubicBezTo>
                    <a:pt x="18489" y="17464"/>
                    <a:pt x="20291" y="16946"/>
                    <a:pt x="22092" y="16563"/>
                  </a:cubicBezTo>
                  <a:close/>
                  <a:moveTo>
                    <a:pt x="13198" y="19626"/>
                  </a:moveTo>
                  <a:cubicBezTo>
                    <a:pt x="13220" y="19648"/>
                    <a:pt x="13265" y="19671"/>
                    <a:pt x="13265" y="19716"/>
                  </a:cubicBezTo>
                  <a:cubicBezTo>
                    <a:pt x="13265" y="19738"/>
                    <a:pt x="13220" y="19783"/>
                    <a:pt x="13220" y="19828"/>
                  </a:cubicBezTo>
                  <a:cubicBezTo>
                    <a:pt x="13107" y="20346"/>
                    <a:pt x="12995" y="20864"/>
                    <a:pt x="12882" y="21404"/>
                  </a:cubicBezTo>
                  <a:cubicBezTo>
                    <a:pt x="12657" y="22463"/>
                    <a:pt x="12409" y="23499"/>
                    <a:pt x="12184" y="24579"/>
                  </a:cubicBezTo>
                  <a:cubicBezTo>
                    <a:pt x="11937" y="25728"/>
                    <a:pt x="11689" y="26854"/>
                    <a:pt x="11419" y="28002"/>
                  </a:cubicBezTo>
                  <a:cubicBezTo>
                    <a:pt x="11232" y="28010"/>
                    <a:pt x="11044" y="28013"/>
                    <a:pt x="10855" y="28013"/>
                  </a:cubicBezTo>
                  <a:cubicBezTo>
                    <a:pt x="10139" y="28013"/>
                    <a:pt x="9411" y="27969"/>
                    <a:pt x="8694" y="27969"/>
                  </a:cubicBezTo>
                  <a:cubicBezTo>
                    <a:pt x="8506" y="27969"/>
                    <a:pt x="8318" y="27972"/>
                    <a:pt x="8131" y="27980"/>
                  </a:cubicBezTo>
                  <a:cubicBezTo>
                    <a:pt x="7658" y="28002"/>
                    <a:pt x="7208" y="28070"/>
                    <a:pt x="6735" y="28182"/>
                  </a:cubicBezTo>
                  <a:cubicBezTo>
                    <a:pt x="6893" y="26719"/>
                    <a:pt x="7005" y="25232"/>
                    <a:pt x="7185" y="23724"/>
                  </a:cubicBezTo>
                  <a:cubicBezTo>
                    <a:pt x="8199" y="22801"/>
                    <a:pt x="9279" y="21990"/>
                    <a:pt x="10405" y="21224"/>
                  </a:cubicBezTo>
                  <a:cubicBezTo>
                    <a:pt x="11306" y="20639"/>
                    <a:pt x="12252" y="20098"/>
                    <a:pt x="13198" y="19626"/>
                  </a:cubicBezTo>
                  <a:close/>
                  <a:moveTo>
                    <a:pt x="6870" y="23791"/>
                  </a:moveTo>
                  <a:lnTo>
                    <a:pt x="6870" y="23791"/>
                  </a:lnTo>
                  <a:cubicBezTo>
                    <a:pt x="6510" y="24129"/>
                    <a:pt x="6127" y="24489"/>
                    <a:pt x="5789" y="24850"/>
                  </a:cubicBezTo>
                  <a:cubicBezTo>
                    <a:pt x="4326" y="26426"/>
                    <a:pt x="3087" y="28272"/>
                    <a:pt x="2389" y="30321"/>
                  </a:cubicBezTo>
                  <a:cubicBezTo>
                    <a:pt x="2389" y="30412"/>
                    <a:pt x="2344" y="30547"/>
                    <a:pt x="2299" y="30659"/>
                  </a:cubicBezTo>
                  <a:cubicBezTo>
                    <a:pt x="1781" y="28610"/>
                    <a:pt x="1398" y="26313"/>
                    <a:pt x="2344" y="24377"/>
                  </a:cubicBezTo>
                  <a:cubicBezTo>
                    <a:pt x="2682" y="24377"/>
                    <a:pt x="3042" y="24264"/>
                    <a:pt x="3380" y="24242"/>
                  </a:cubicBezTo>
                  <a:cubicBezTo>
                    <a:pt x="3808" y="24174"/>
                    <a:pt x="4213" y="24129"/>
                    <a:pt x="4618" y="24062"/>
                  </a:cubicBezTo>
                  <a:cubicBezTo>
                    <a:pt x="5384" y="23949"/>
                    <a:pt x="6127" y="23881"/>
                    <a:pt x="6870" y="23791"/>
                  </a:cubicBezTo>
                  <a:close/>
                  <a:moveTo>
                    <a:pt x="7095" y="23881"/>
                  </a:moveTo>
                  <a:cubicBezTo>
                    <a:pt x="6960" y="25300"/>
                    <a:pt x="6780" y="26764"/>
                    <a:pt x="6645" y="28205"/>
                  </a:cubicBezTo>
                  <a:cubicBezTo>
                    <a:pt x="5069" y="28565"/>
                    <a:pt x="3695" y="29398"/>
                    <a:pt x="2637" y="30592"/>
                  </a:cubicBezTo>
                  <a:cubicBezTo>
                    <a:pt x="2569" y="30704"/>
                    <a:pt x="2479" y="30817"/>
                    <a:pt x="2389" y="30907"/>
                  </a:cubicBezTo>
                  <a:cubicBezTo>
                    <a:pt x="3065" y="28903"/>
                    <a:pt x="4145" y="27079"/>
                    <a:pt x="5519" y="25480"/>
                  </a:cubicBezTo>
                  <a:cubicBezTo>
                    <a:pt x="5992" y="24917"/>
                    <a:pt x="6532" y="24377"/>
                    <a:pt x="7095" y="23881"/>
                  </a:cubicBezTo>
                  <a:close/>
                  <a:moveTo>
                    <a:pt x="10585" y="0"/>
                  </a:moveTo>
                  <a:cubicBezTo>
                    <a:pt x="10118" y="0"/>
                    <a:pt x="9647" y="50"/>
                    <a:pt x="9167" y="170"/>
                  </a:cubicBezTo>
                  <a:cubicBezTo>
                    <a:pt x="8491" y="305"/>
                    <a:pt x="7861" y="553"/>
                    <a:pt x="7208" y="823"/>
                  </a:cubicBezTo>
                  <a:cubicBezTo>
                    <a:pt x="4866" y="1814"/>
                    <a:pt x="2614" y="3098"/>
                    <a:pt x="768" y="4854"/>
                  </a:cubicBezTo>
                  <a:lnTo>
                    <a:pt x="92" y="5507"/>
                  </a:lnTo>
                  <a:cubicBezTo>
                    <a:pt x="1" y="5598"/>
                    <a:pt x="87" y="5734"/>
                    <a:pt x="183" y="5734"/>
                  </a:cubicBezTo>
                  <a:cubicBezTo>
                    <a:pt x="206" y="5734"/>
                    <a:pt x="229" y="5727"/>
                    <a:pt x="250" y="5710"/>
                  </a:cubicBezTo>
                  <a:cubicBezTo>
                    <a:pt x="610" y="5529"/>
                    <a:pt x="990" y="5429"/>
                    <a:pt x="1377" y="5429"/>
                  </a:cubicBezTo>
                  <a:cubicBezTo>
                    <a:pt x="1571" y="5429"/>
                    <a:pt x="1766" y="5454"/>
                    <a:pt x="1961" y="5507"/>
                  </a:cubicBezTo>
                  <a:cubicBezTo>
                    <a:pt x="2524" y="5687"/>
                    <a:pt x="2952" y="6070"/>
                    <a:pt x="3312" y="6543"/>
                  </a:cubicBezTo>
                  <a:cubicBezTo>
                    <a:pt x="3695" y="6948"/>
                    <a:pt x="4055" y="7376"/>
                    <a:pt x="4506" y="7691"/>
                  </a:cubicBezTo>
                  <a:cubicBezTo>
                    <a:pt x="4934" y="7961"/>
                    <a:pt x="5406" y="8164"/>
                    <a:pt x="5902" y="8299"/>
                  </a:cubicBezTo>
                  <a:cubicBezTo>
                    <a:pt x="6566" y="8465"/>
                    <a:pt x="7230" y="8515"/>
                    <a:pt x="7898" y="8515"/>
                  </a:cubicBezTo>
                  <a:cubicBezTo>
                    <a:pt x="8408" y="8515"/>
                    <a:pt x="8920" y="8486"/>
                    <a:pt x="9437" y="8457"/>
                  </a:cubicBezTo>
                  <a:cubicBezTo>
                    <a:pt x="9993" y="8401"/>
                    <a:pt x="10549" y="8361"/>
                    <a:pt x="11117" y="8361"/>
                  </a:cubicBezTo>
                  <a:cubicBezTo>
                    <a:pt x="11240" y="8361"/>
                    <a:pt x="11363" y="8363"/>
                    <a:pt x="11486" y="8367"/>
                  </a:cubicBezTo>
                  <a:cubicBezTo>
                    <a:pt x="11801" y="8367"/>
                    <a:pt x="12094" y="8412"/>
                    <a:pt x="12409" y="8479"/>
                  </a:cubicBezTo>
                  <a:lnTo>
                    <a:pt x="12432" y="8479"/>
                  </a:lnTo>
                  <a:cubicBezTo>
                    <a:pt x="12747" y="8524"/>
                    <a:pt x="13085" y="8614"/>
                    <a:pt x="13400" y="8704"/>
                  </a:cubicBezTo>
                  <a:cubicBezTo>
                    <a:pt x="14571" y="9042"/>
                    <a:pt x="15742" y="9515"/>
                    <a:pt x="16980" y="9740"/>
                  </a:cubicBezTo>
                  <a:cubicBezTo>
                    <a:pt x="17920" y="9906"/>
                    <a:pt x="18875" y="9921"/>
                    <a:pt x="19845" y="9921"/>
                  </a:cubicBezTo>
                  <a:cubicBezTo>
                    <a:pt x="20060" y="9921"/>
                    <a:pt x="20276" y="9920"/>
                    <a:pt x="20493" y="9920"/>
                  </a:cubicBezTo>
                  <a:cubicBezTo>
                    <a:pt x="21642" y="9920"/>
                    <a:pt x="22835" y="9943"/>
                    <a:pt x="23961" y="10303"/>
                  </a:cubicBezTo>
                  <a:cubicBezTo>
                    <a:pt x="24929" y="10618"/>
                    <a:pt x="25762" y="11204"/>
                    <a:pt x="26483" y="11879"/>
                  </a:cubicBezTo>
                  <a:cubicBezTo>
                    <a:pt x="27789" y="13118"/>
                    <a:pt x="28937" y="14717"/>
                    <a:pt x="30649" y="15392"/>
                  </a:cubicBezTo>
                  <a:cubicBezTo>
                    <a:pt x="30671" y="15392"/>
                    <a:pt x="30716" y="15437"/>
                    <a:pt x="30739" y="15437"/>
                  </a:cubicBezTo>
                  <a:cubicBezTo>
                    <a:pt x="29951" y="15437"/>
                    <a:pt x="29140" y="15460"/>
                    <a:pt x="28352" y="15505"/>
                  </a:cubicBezTo>
                  <a:cubicBezTo>
                    <a:pt x="27339" y="14784"/>
                    <a:pt x="26235" y="14154"/>
                    <a:pt x="25109" y="13681"/>
                  </a:cubicBezTo>
                  <a:cubicBezTo>
                    <a:pt x="23871" y="13140"/>
                    <a:pt x="22542" y="12690"/>
                    <a:pt x="21191" y="12555"/>
                  </a:cubicBezTo>
                  <a:cubicBezTo>
                    <a:pt x="20987" y="12541"/>
                    <a:pt x="20782" y="12534"/>
                    <a:pt x="20578" y="12534"/>
                  </a:cubicBezTo>
                  <a:cubicBezTo>
                    <a:pt x="20107" y="12534"/>
                    <a:pt x="19636" y="12573"/>
                    <a:pt x="19165" y="12668"/>
                  </a:cubicBezTo>
                  <a:cubicBezTo>
                    <a:pt x="18467" y="12803"/>
                    <a:pt x="17791" y="13073"/>
                    <a:pt x="17048" y="13185"/>
                  </a:cubicBezTo>
                  <a:cubicBezTo>
                    <a:pt x="15765" y="13366"/>
                    <a:pt x="14436" y="13140"/>
                    <a:pt x="13152" y="13456"/>
                  </a:cubicBezTo>
                  <a:cubicBezTo>
                    <a:pt x="11914" y="13748"/>
                    <a:pt x="11058" y="14649"/>
                    <a:pt x="10068" y="15370"/>
                  </a:cubicBezTo>
                  <a:cubicBezTo>
                    <a:pt x="9009" y="16135"/>
                    <a:pt x="7658" y="16293"/>
                    <a:pt x="6577" y="17058"/>
                  </a:cubicBezTo>
                  <a:cubicBezTo>
                    <a:pt x="6104" y="17396"/>
                    <a:pt x="5722" y="17824"/>
                    <a:pt x="5384" y="18297"/>
                  </a:cubicBezTo>
                  <a:cubicBezTo>
                    <a:pt x="5001" y="18837"/>
                    <a:pt x="4776" y="19423"/>
                    <a:pt x="4596" y="20053"/>
                  </a:cubicBezTo>
                  <a:cubicBezTo>
                    <a:pt x="4371" y="20661"/>
                    <a:pt x="4145" y="21314"/>
                    <a:pt x="3808" y="21877"/>
                  </a:cubicBezTo>
                  <a:cubicBezTo>
                    <a:pt x="3425" y="22440"/>
                    <a:pt x="3020" y="22913"/>
                    <a:pt x="2614" y="23454"/>
                  </a:cubicBezTo>
                  <a:cubicBezTo>
                    <a:pt x="1916" y="24467"/>
                    <a:pt x="1556" y="25593"/>
                    <a:pt x="1488" y="26831"/>
                  </a:cubicBezTo>
                  <a:cubicBezTo>
                    <a:pt x="1443" y="28070"/>
                    <a:pt x="1668" y="29308"/>
                    <a:pt x="1939" y="30524"/>
                  </a:cubicBezTo>
                  <a:cubicBezTo>
                    <a:pt x="2029" y="30817"/>
                    <a:pt x="2074" y="31132"/>
                    <a:pt x="2164" y="31447"/>
                  </a:cubicBezTo>
                  <a:cubicBezTo>
                    <a:pt x="2177" y="31513"/>
                    <a:pt x="2244" y="31548"/>
                    <a:pt x="2306" y="31548"/>
                  </a:cubicBezTo>
                  <a:cubicBezTo>
                    <a:pt x="2350" y="31548"/>
                    <a:pt x="2393" y="31530"/>
                    <a:pt x="2412" y="31492"/>
                  </a:cubicBezTo>
                  <a:cubicBezTo>
                    <a:pt x="3650" y="29691"/>
                    <a:pt x="5609" y="28543"/>
                    <a:pt x="7793" y="28340"/>
                  </a:cubicBezTo>
                  <a:cubicBezTo>
                    <a:pt x="8114" y="28314"/>
                    <a:pt x="8438" y="28305"/>
                    <a:pt x="8764" y="28305"/>
                  </a:cubicBezTo>
                  <a:cubicBezTo>
                    <a:pt x="9599" y="28305"/>
                    <a:pt x="10449" y="28365"/>
                    <a:pt x="11291" y="28365"/>
                  </a:cubicBezTo>
                  <a:cubicBezTo>
                    <a:pt x="12433" y="28365"/>
                    <a:pt x="13560" y="28254"/>
                    <a:pt x="14616" y="27732"/>
                  </a:cubicBezTo>
                  <a:cubicBezTo>
                    <a:pt x="15629" y="27214"/>
                    <a:pt x="16418" y="26381"/>
                    <a:pt x="17386" y="25840"/>
                  </a:cubicBezTo>
                  <a:cubicBezTo>
                    <a:pt x="18467" y="25255"/>
                    <a:pt x="19705" y="25165"/>
                    <a:pt x="20854" y="24850"/>
                  </a:cubicBezTo>
                  <a:cubicBezTo>
                    <a:pt x="22723" y="24354"/>
                    <a:pt x="24434" y="23273"/>
                    <a:pt x="25762" y="21855"/>
                  </a:cubicBezTo>
                  <a:cubicBezTo>
                    <a:pt x="27068" y="20436"/>
                    <a:pt x="28059" y="18635"/>
                    <a:pt x="28419" y="16721"/>
                  </a:cubicBezTo>
                  <a:cubicBezTo>
                    <a:pt x="28487" y="16496"/>
                    <a:pt x="28510" y="16248"/>
                    <a:pt x="28532" y="16000"/>
                  </a:cubicBezTo>
                  <a:cubicBezTo>
                    <a:pt x="28558" y="15895"/>
                    <a:pt x="28478" y="15836"/>
                    <a:pt x="28401" y="15836"/>
                  </a:cubicBezTo>
                  <a:cubicBezTo>
                    <a:pt x="28346" y="15836"/>
                    <a:pt x="28294" y="15867"/>
                    <a:pt x="28284" y="15933"/>
                  </a:cubicBezTo>
                  <a:cubicBezTo>
                    <a:pt x="28037" y="17869"/>
                    <a:pt x="27136" y="19716"/>
                    <a:pt x="25898" y="21202"/>
                  </a:cubicBezTo>
                  <a:cubicBezTo>
                    <a:pt x="24637" y="22688"/>
                    <a:pt x="22970" y="23836"/>
                    <a:pt x="21101" y="24444"/>
                  </a:cubicBezTo>
                  <a:cubicBezTo>
                    <a:pt x="20381" y="24669"/>
                    <a:pt x="19593" y="24782"/>
                    <a:pt x="18849" y="24962"/>
                  </a:cubicBezTo>
                  <a:cubicBezTo>
                    <a:pt x="19457" y="23589"/>
                    <a:pt x="19975" y="22215"/>
                    <a:pt x="20538" y="20796"/>
                  </a:cubicBezTo>
                  <a:cubicBezTo>
                    <a:pt x="21101" y="19400"/>
                    <a:pt x="21709" y="17982"/>
                    <a:pt x="22272" y="16586"/>
                  </a:cubicBezTo>
                  <a:cubicBezTo>
                    <a:pt x="22723" y="16496"/>
                    <a:pt x="23173" y="16405"/>
                    <a:pt x="23646" y="16338"/>
                  </a:cubicBezTo>
                  <a:cubicBezTo>
                    <a:pt x="25988" y="15933"/>
                    <a:pt x="28352" y="15775"/>
                    <a:pt x="30716" y="15775"/>
                  </a:cubicBezTo>
                  <a:lnTo>
                    <a:pt x="31572" y="15775"/>
                  </a:lnTo>
                  <a:cubicBezTo>
                    <a:pt x="31730" y="15707"/>
                    <a:pt x="31730" y="15392"/>
                    <a:pt x="31527" y="15392"/>
                  </a:cubicBezTo>
                  <a:cubicBezTo>
                    <a:pt x="31482" y="15347"/>
                    <a:pt x="31459" y="15280"/>
                    <a:pt x="31392" y="15257"/>
                  </a:cubicBezTo>
                  <a:cubicBezTo>
                    <a:pt x="31347" y="15257"/>
                    <a:pt x="31302" y="15235"/>
                    <a:pt x="31279" y="15235"/>
                  </a:cubicBezTo>
                  <a:cubicBezTo>
                    <a:pt x="30649" y="13996"/>
                    <a:pt x="30063" y="12735"/>
                    <a:pt x="29523" y="11452"/>
                  </a:cubicBezTo>
                  <a:cubicBezTo>
                    <a:pt x="29050" y="10303"/>
                    <a:pt x="28645" y="9087"/>
                    <a:pt x="28082" y="7961"/>
                  </a:cubicBezTo>
                  <a:cubicBezTo>
                    <a:pt x="27586" y="6903"/>
                    <a:pt x="26843" y="6002"/>
                    <a:pt x="25807" y="5439"/>
                  </a:cubicBezTo>
                  <a:cubicBezTo>
                    <a:pt x="25244" y="5124"/>
                    <a:pt x="24659" y="4899"/>
                    <a:pt x="24119" y="4584"/>
                  </a:cubicBezTo>
                  <a:cubicBezTo>
                    <a:pt x="23578" y="4291"/>
                    <a:pt x="23150" y="3886"/>
                    <a:pt x="22768" y="3435"/>
                  </a:cubicBezTo>
                  <a:cubicBezTo>
                    <a:pt x="22385" y="3007"/>
                    <a:pt x="22002" y="2557"/>
                    <a:pt x="21552" y="2197"/>
                  </a:cubicBezTo>
                  <a:cubicBezTo>
                    <a:pt x="21079" y="1814"/>
                    <a:pt x="20516" y="1589"/>
                    <a:pt x="19930" y="1409"/>
                  </a:cubicBezTo>
                  <a:cubicBezTo>
                    <a:pt x="19255" y="1251"/>
                    <a:pt x="18557" y="1161"/>
                    <a:pt x="17836" y="1048"/>
                  </a:cubicBezTo>
                  <a:cubicBezTo>
                    <a:pt x="17116" y="936"/>
                    <a:pt x="16373" y="801"/>
                    <a:pt x="15629" y="688"/>
                  </a:cubicBezTo>
                  <a:cubicBezTo>
                    <a:pt x="14188" y="418"/>
                    <a:pt x="12747" y="125"/>
                    <a:pt x="11284" y="35"/>
                  </a:cubicBezTo>
                  <a:cubicBezTo>
                    <a:pt x="11051" y="13"/>
                    <a:pt x="10818" y="0"/>
                    <a:pt x="10585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_1_1_1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subTitle" idx="1"/>
          </p:nvPr>
        </p:nvSpPr>
        <p:spPr>
          <a:xfrm>
            <a:off x="720000" y="1212525"/>
            <a:ext cx="7704000" cy="10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79" name="Google Shape;179;p24"/>
          <p:cNvGrpSpPr/>
          <p:nvPr/>
        </p:nvGrpSpPr>
        <p:grpSpPr>
          <a:xfrm flipH="1">
            <a:off x="241056" y="219272"/>
            <a:ext cx="8681480" cy="4959322"/>
            <a:chOff x="241056" y="219272"/>
            <a:chExt cx="8681480" cy="4959322"/>
          </a:xfrm>
        </p:grpSpPr>
        <p:sp>
          <p:nvSpPr>
            <p:cNvPr id="180" name="Google Shape;180;p24"/>
            <p:cNvSpPr/>
            <p:nvPr/>
          </p:nvSpPr>
          <p:spPr>
            <a:xfrm flipH="1">
              <a:off x="241056" y="219272"/>
              <a:ext cx="1352145" cy="403479"/>
            </a:xfrm>
            <a:custGeom>
              <a:avLst/>
              <a:gdLst/>
              <a:ahLst/>
              <a:cxnLst/>
              <a:rect l="l" t="t" r="r" b="b"/>
              <a:pathLst>
                <a:path w="56783" h="16944" extrusionOk="0">
                  <a:moveTo>
                    <a:pt x="46" y="1"/>
                  </a:moveTo>
                  <a:cubicBezTo>
                    <a:pt x="23" y="1"/>
                    <a:pt x="1" y="18"/>
                    <a:pt x="1" y="51"/>
                  </a:cubicBezTo>
                  <a:cubicBezTo>
                    <a:pt x="91" y="1898"/>
                    <a:pt x="901" y="3699"/>
                    <a:pt x="2343" y="4915"/>
                  </a:cubicBezTo>
                  <a:cubicBezTo>
                    <a:pt x="3831" y="6194"/>
                    <a:pt x="5769" y="6634"/>
                    <a:pt x="7682" y="6634"/>
                  </a:cubicBezTo>
                  <a:cubicBezTo>
                    <a:pt x="7824" y="6634"/>
                    <a:pt x="7966" y="6631"/>
                    <a:pt x="8107" y="6627"/>
                  </a:cubicBezTo>
                  <a:cubicBezTo>
                    <a:pt x="10291" y="6582"/>
                    <a:pt x="12430" y="6041"/>
                    <a:pt x="14592" y="5884"/>
                  </a:cubicBezTo>
                  <a:cubicBezTo>
                    <a:pt x="15045" y="5843"/>
                    <a:pt x="15508" y="5819"/>
                    <a:pt x="15972" y="5819"/>
                  </a:cubicBezTo>
                  <a:cubicBezTo>
                    <a:pt x="17589" y="5819"/>
                    <a:pt x="19230" y="6115"/>
                    <a:pt x="20559" y="7077"/>
                  </a:cubicBezTo>
                  <a:cubicBezTo>
                    <a:pt x="22226" y="8270"/>
                    <a:pt x="23081" y="10184"/>
                    <a:pt x="24590" y="11513"/>
                  </a:cubicBezTo>
                  <a:cubicBezTo>
                    <a:pt x="26007" y="12758"/>
                    <a:pt x="27894" y="13205"/>
                    <a:pt x="29745" y="13205"/>
                  </a:cubicBezTo>
                  <a:cubicBezTo>
                    <a:pt x="29836" y="13205"/>
                    <a:pt x="29926" y="13204"/>
                    <a:pt x="30017" y="13202"/>
                  </a:cubicBezTo>
                  <a:cubicBezTo>
                    <a:pt x="31008" y="13157"/>
                    <a:pt x="32021" y="12999"/>
                    <a:pt x="32967" y="12751"/>
                  </a:cubicBezTo>
                  <a:cubicBezTo>
                    <a:pt x="34092" y="12459"/>
                    <a:pt x="35218" y="12098"/>
                    <a:pt x="36344" y="11851"/>
                  </a:cubicBezTo>
                  <a:cubicBezTo>
                    <a:pt x="36921" y="11742"/>
                    <a:pt x="37513" y="11665"/>
                    <a:pt x="38099" y="11665"/>
                  </a:cubicBezTo>
                  <a:cubicBezTo>
                    <a:pt x="38725" y="11665"/>
                    <a:pt x="39343" y="11753"/>
                    <a:pt x="39925" y="11986"/>
                  </a:cubicBezTo>
                  <a:cubicBezTo>
                    <a:pt x="40870" y="12346"/>
                    <a:pt x="41658" y="13022"/>
                    <a:pt x="42402" y="13675"/>
                  </a:cubicBezTo>
                  <a:cubicBezTo>
                    <a:pt x="43167" y="14350"/>
                    <a:pt x="43910" y="15048"/>
                    <a:pt x="44811" y="15566"/>
                  </a:cubicBezTo>
                  <a:cubicBezTo>
                    <a:pt x="45757" y="16084"/>
                    <a:pt x="46770" y="16422"/>
                    <a:pt x="47783" y="16647"/>
                  </a:cubicBezTo>
                  <a:cubicBezTo>
                    <a:pt x="48769" y="16860"/>
                    <a:pt x="49771" y="16944"/>
                    <a:pt x="50777" y="16944"/>
                  </a:cubicBezTo>
                  <a:cubicBezTo>
                    <a:pt x="52116" y="16944"/>
                    <a:pt x="53462" y="16795"/>
                    <a:pt x="54786" y="16602"/>
                  </a:cubicBezTo>
                  <a:cubicBezTo>
                    <a:pt x="55372" y="16512"/>
                    <a:pt x="55957" y="16399"/>
                    <a:pt x="56565" y="16287"/>
                  </a:cubicBezTo>
                  <a:cubicBezTo>
                    <a:pt x="56782" y="16243"/>
                    <a:pt x="56727" y="15970"/>
                    <a:pt x="56582" y="15970"/>
                  </a:cubicBezTo>
                  <a:cubicBezTo>
                    <a:pt x="56577" y="15970"/>
                    <a:pt x="56571" y="15971"/>
                    <a:pt x="56565" y="15971"/>
                  </a:cubicBezTo>
                  <a:cubicBezTo>
                    <a:pt x="54584" y="16286"/>
                    <a:pt x="52602" y="16632"/>
                    <a:pt x="50596" y="16632"/>
                  </a:cubicBezTo>
                  <a:cubicBezTo>
                    <a:pt x="50162" y="16632"/>
                    <a:pt x="49728" y="16615"/>
                    <a:pt x="49292" y="16579"/>
                  </a:cubicBezTo>
                  <a:cubicBezTo>
                    <a:pt x="47130" y="16377"/>
                    <a:pt x="45126" y="15634"/>
                    <a:pt x="43437" y="14215"/>
                  </a:cubicBezTo>
                  <a:cubicBezTo>
                    <a:pt x="42672" y="13562"/>
                    <a:pt x="41996" y="12864"/>
                    <a:pt x="41186" y="12301"/>
                  </a:cubicBezTo>
                  <a:cubicBezTo>
                    <a:pt x="40352" y="11738"/>
                    <a:pt x="39407" y="11400"/>
                    <a:pt x="38393" y="11333"/>
                  </a:cubicBezTo>
                  <a:cubicBezTo>
                    <a:pt x="38278" y="11327"/>
                    <a:pt x="38164" y="11324"/>
                    <a:pt x="38049" y="11324"/>
                  </a:cubicBezTo>
                  <a:cubicBezTo>
                    <a:pt x="35966" y="11324"/>
                    <a:pt x="33959" y="12256"/>
                    <a:pt x="31931" y="12661"/>
                  </a:cubicBezTo>
                  <a:cubicBezTo>
                    <a:pt x="31125" y="12817"/>
                    <a:pt x="30289" y="12917"/>
                    <a:pt x="29460" y="12917"/>
                  </a:cubicBezTo>
                  <a:cubicBezTo>
                    <a:pt x="28250" y="12917"/>
                    <a:pt x="27055" y="12705"/>
                    <a:pt x="25986" y="12143"/>
                  </a:cubicBezTo>
                  <a:cubicBezTo>
                    <a:pt x="24162" y="11220"/>
                    <a:pt x="23194" y="9396"/>
                    <a:pt x="21888" y="7933"/>
                  </a:cubicBezTo>
                  <a:cubicBezTo>
                    <a:pt x="21235" y="7190"/>
                    <a:pt x="20447" y="6604"/>
                    <a:pt x="19546" y="6221"/>
                  </a:cubicBezTo>
                  <a:cubicBezTo>
                    <a:pt x="18668" y="5838"/>
                    <a:pt x="17722" y="5658"/>
                    <a:pt x="16776" y="5591"/>
                  </a:cubicBezTo>
                  <a:cubicBezTo>
                    <a:pt x="16483" y="5572"/>
                    <a:pt x="16190" y="5563"/>
                    <a:pt x="15898" y="5563"/>
                  </a:cubicBezTo>
                  <a:cubicBezTo>
                    <a:pt x="14130" y="5563"/>
                    <a:pt x="12391" y="5883"/>
                    <a:pt x="10652" y="6154"/>
                  </a:cubicBezTo>
                  <a:cubicBezTo>
                    <a:pt x="9653" y="6299"/>
                    <a:pt x="8617" y="6421"/>
                    <a:pt x="7584" y="6421"/>
                  </a:cubicBezTo>
                  <a:cubicBezTo>
                    <a:pt x="6380" y="6421"/>
                    <a:pt x="5181" y="6256"/>
                    <a:pt x="4054" y="5771"/>
                  </a:cubicBezTo>
                  <a:cubicBezTo>
                    <a:pt x="2297" y="4983"/>
                    <a:pt x="901" y="3339"/>
                    <a:pt x="338" y="1493"/>
                  </a:cubicBezTo>
                  <a:cubicBezTo>
                    <a:pt x="203" y="997"/>
                    <a:pt x="113" y="547"/>
                    <a:pt x="91" y="51"/>
                  </a:cubicBezTo>
                  <a:cubicBezTo>
                    <a:pt x="91" y="18"/>
                    <a:pt x="68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4"/>
            <p:cNvSpPr/>
            <p:nvPr/>
          </p:nvSpPr>
          <p:spPr>
            <a:xfrm rot="-2700000" flipH="1">
              <a:off x="7690877" y="4354432"/>
              <a:ext cx="1259046" cy="444052"/>
            </a:xfrm>
            <a:custGeom>
              <a:avLst/>
              <a:gdLst/>
              <a:ahLst/>
              <a:cxnLst/>
              <a:rect l="l" t="t" r="r" b="b"/>
              <a:pathLst>
                <a:path w="77652" h="27387" extrusionOk="0">
                  <a:moveTo>
                    <a:pt x="42758" y="221"/>
                  </a:moveTo>
                  <a:cubicBezTo>
                    <a:pt x="42867" y="221"/>
                    <a:pt x="42977" y="233"/>
                    <a:pt x="43087" y="260"/>
                  </a:cubicBezTo>
                  <a:cubicBezTo>
                    <a:pt x="43785" y="418"/>
                    <a:pt x="44213" y="1116"/>
                    <a:pt x="44303" y="1836"/>
                  </a:cubicBezTo>
                  <a:cubicBezTo>
                    <a:pt x="44506" y="3300"/>
                    <a:pt x="43290" y="4313"/>
                    <a:pt x="42119" y="5011"/>
                  </a:cubicBezTo>
                  <a:cubicBezTo>
                    <a:pt x="41263" y="3998"/>
                    <a:pt x="40610" y="2669"/>
                    <a:pt x="41128" y="1431"/>
                  </a:cubicBezTo>
                  <a:cubicBezTo>
                    <a:pt x="41382" y="766"/>
                    <a:pt x="42043" y="221"/>
                    <a:pt x="42758" y="221"/>
                  </a:cubicBezTo>
                  <a:close/>
                  <a:moveTo>
                    <a:pt x="42786" y="0"/>
                  </a:moveTo>
                  <a:cubicBezTo>
                    <a:pt x="42623" y="0"/>
                    <a:pt x="42453" y="25"/>
                    <a:pt x="42276" y="80"/>
                  </a:cubicBezTo>
                  <a:cubicBezTo>
                    <a:pt x="40745" y="598"/>
                    <a:pt x="40520" y="2354"/>
                    <a:pt x="41038" y="3660"/>
                  </a:cubicBezTo>
                  <a:cubicBezTo>
                    <a:pt x="41263" y="4201"/>
                    <a:pt x="41533" y="4674"/>
                    <a:pt x="41894" y="5124"/>
                  </a:cubicBezTo>
                  <a:cubicBezTo>
                    <a:pt x="41826" y="5169"/>
                    <a:pt x="41736" y="5214"/>
                    <a:pt x="41646" y="5259"/>
                  </a:cubicBezTo>
                  <a:cubicBezTo>
                    <a:pt x="38674" y="6835"/>
                    <a:pt x="35296" y="7376"/>
                    <a:pt x="31963" y="7736"/>
                  </a:cubicBezTo>
                  <a:cubicBezTo>
                    <a:pt x="28698" y="8096"/>
                    <a:pt x="25411" y="8299"/>
                    <a:pt x="22236" y="9110"/>
                  </a:cubicBezTo>
                  <a:cubicBezTo>
                    <a:pt x="19353" y="9853"/>
                    <a:pt x="16629" y="11091"/>
                    <a:pt x="14084" y="12667"/>
                  </a:cubicBezTo>
                  <a:cubicBezTo>
                    <a:pt x="8950" y="15865"/>
                    <a:pt x="4694" y="20413"/>
                    <a:pt x="1294" y="25367"/>
                  </a:cubicBezTo>
                  <a:cubicBezTo>
                    <a:pt x="866" y="25953"/>
                    <a:pt x="461" y="26561"/>
                    <a:pt x="78" y="27191"/>
                  </a:cubicBezTo>
                  <a:cubicBezTo>
                    <a:pt x="1" y="27300"/>
                    <a:pt x="104" y="27387"/>
                    <a:pt x="206" y="27387"/>
                  </a:cubicBezTo>
                  <a:cubicBezTo>
                    <a:pt x="252" y="27387"/>
                    <a:pt x="298" y="27369"/>
                    <a:pt x="326" y="27326"/>
                  </a:cubicBezTo>
                  <a:cubicBezTo>
                    <a:pt x="3771" y="21877"/>
                    <a:pt x="8095" y="16833"/>
                    <a:pt x="13499" y="13275"/>
                  </a:cubicBezTo>
                  <a:cubicBezTo>
                    <a:pt x="16178" y="11541"/>
                    <a:pt x="19083" y="10190"/>
                    <a:pt x="22168" y="9380"/>
                  </a:cubicBezTo>
                  <a:cubicBezTo>
                    <a:pt x="25568" y="8479"/>
                    <a:pt x="29149" y="8321"/>
                    <a:pt x="32639" y="7961"/>
                  </a:cubicBezTo>
                  <a:cubicBezTo>
                    <a:pt x="35881" y="7601"/>
                    <a:pt x="39237" y="7015"/>
                    <a:pt x="42074" y="5372"/>
                  </a:cubicBezTo>
                  <a:cubicBezTo>
                    <a:pt x="42682" y="6070"/>
                    <a:pt x="43447" y="6700"/>
                    <a:pt x="44235" y="7196"/>
                  </a:cubicBezTo>
                  <a:cubicBezTo>
                    <a:pt x="47185" y="9110"/>
                    <a:pt x="50743" y="10168"/>
                    <a:pt x="54233" y="10326"/>
                  </a:cubicBezTo>
                  <a:cubicBezTo>
                    <a:pt x="54523" y="10339"/>
                    <a:pt x="54812" y="10346"/>
                    <a:pt x="55099" y="10346"/>
                  </a:cubicBezTo>
                  <a:cubicBezTo>
                    <a:pt x="61997" y="10346"/>
                    <a:pt x="68161" y="6590"/>
                    <a:pt x="74927" y="5574"/>
                  </a:cubicBezTo>
                  <a:cubicBezTo>
                    <a:pt x="75783" y="5439"/>
                    <a:pt x="76661" y="5349"/>
                    <a:pt x="77562" y="5349"/>
                  </a:cubicBezTo>
                  <a:cubicBezTo>
                    <a:pt x="77652" y="5282"/>
                    <a:pt x="77629" y="5124"/>
                    <a:pt x="77539" y="5124"/>
                  </a:cubicBezTo>
                  <a:cubicBezTo>
                    <a:pt x="70694" y="5237"/>
                    <a:pt x="64614" y="8884"/>
                    <a:pt x="57926" y="9763"/>
                  </a:cubicBezTo>
                  <a:cubicBezTo>
                    <a:pt x="57028" y="9878"/>
                    <a:pt x="56124" y="9936"/>
                    <a:pt x="55222" y="9936"/>
                  </a:cubicBezTo>
                  <a:cubicBezTo>
                    <a:pt x="52615" y="9936"/>
                    <a:pt x="50016" y="9455"/>
                    <a:pt x="47591" y="8502"/>
                  </a:cubicBezTo>
                  <a:cubicBezTo>
                    <a:pt x="46037" y="7871"/>
                    <a:pt x="44461" y="7128"/>
                    <a:pt x="43177" y="6025"/>
                  </a:cubicBezTo>
                  <a:cubicBezTo>
                    <a:pt x="42884" y="5799"/>
                    <a:pt x="42614" y="5507"/>
                    <a:pt x="42321" y="5214"/>
                  </a:cubicBezTo>
                  <a:lnTo>
                    <a:pt x="42344" y="5214"/>
                  </a:lnTo>
                  <a:cubicBezTo>
                    <a:pt x="43515" y="4493"/>
                    <a:pt x="44708" y="3413"/>
                    <a:pt x="44573" y="1904"/>
                  </a:cubicBezTo>
                  <a:cubicBezTo>
                    <a:pt x="44477" y="919"/>
                    <a:pt x="43767" y="0"/>
                    <a:pt x="4278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4"/>
            <p:cNvSpPr/>
            <p:nvPr/>
          </p:nvSpPr>
          <p:spPr>
            <a:xfrm rot="-5652211" flipH="1">
              <a:off x="372546" y="4283540"/>
              <a:ext cx="653651" cy="649902"/>
            </a:xfrm>
            <a:custGeom>
              <a:avLst/>
              <a:gdLst/>
              <a:ahLst/>
              <a:cxnLst/>
              <a:rect l="l" t="t" r="r" b="b"/>
              <a:pathLst>
                <a:path w="31730" h="31548" extrusionOk="0">
                  <a:moveTo>
                    <a:pt x="10563" y="193"/>
                  </a:moveTo>
                  <a:lnTo>
                    <a:pt x="11396" y="1882"/>
                  </a:lnTo>
                  <a:cubicBezTo>
                    <a:pt x="11644" y="2422"/>
                    <a:pt x="11914" y="2985"/>
                    <a:pt x="12207" y="3525"/>
                  </a:cubicBezTo>
                  <a:cubicBezTo>
                    <a:pt x="11276" y="3405"/>
                    <a:pt x="10325" y="3345"/>
                    <a:pt x="9368" y="3345"/>
                  </a:cubicBezTo>
                  <a:cubicBezTo>
                    <a:pt x="8889" y="3345"/>
                    <a:pt x="8409" y="3360"/>
                    <a:pt x="7928" y="3390"/>
                  </a:cubicBezTo>
                  <a:cubicBezTo>
                    <a:pt x="7230" y="3435"/>
                    <a:pt x="6510" y="3503"/>
                    <a:pt x="5789" y="3615"/>
                  </a:cubicBezTo>
                  <a:cubicBezTo>
                    <a:pt x="5496" y="3120"/>
                    <a:pt x="5204" y="2647"/>
                    <a:pt x="4934" y="2152"/>
                  </a:cubicBezTo>
                  <a:cubicBezTo>
                    <a:pt x="5406" y="1882"/>
                    <a:pt x="5902" y="1634"/>
                    <a:pt x="6442" y="1386"/>
                  </a:cubicBezTo>
                  <a:cubicBezTo>
                    <a:pt x="7681" y="801"/>
                    <a:pt x="8987" y="260"/>
                    <a:pt x="10383" y="193"/>
                  </a:cubicBezTo>
                  <a:close/>
                  <a:moveTo>
                    <a:pt x="10676" y="193"/>
                  </a:moveTo>
                  <a:cubicBezTo>
                    <a:pt x="12027" y="193"/>
                    <a:pt x="13378" y="485"/>
                    <a:pt x="14729" y="711"/>
                  </a:cubicBezTo>
                  <a:cubicBezTo>
                    <a:pt x="15539" y="846"/>
                    <a:pt x="16373" y="981"/>
                    <a:pt x="17206" y="1138"/>
                  </a:cubicBezTo>
                  <a:cubicBezTo>
                    <a:pt x="17363" y="1769"/>
                    <a:pt x="17498" y="2444"/>
                    <a:pt x="17656" y="3120"/>
                  </a:cubicBezTo>
                  <a:cubicBezTo>
                    <a:pt x="17724" y="3503"/>
                    <a:pt x="17791" y="3841"/>
                    <a:pt x="17836" y="4201"/>
                  </a:cubicBezTo>
                  <a:cubicBezTo>
                    <a:pt x="17881" y="4336"/>
                    <a:pt x="17904" y="4516"/>
                    <a:pt x="17926" y="4674"/>
                  </a:cubicBezTo>
                  <a:cubicBezTo>
                    <a:pt x="17926" y="4764"/>
                    <a:pt x="17949" y="4854"/>
                    <a:pt x="17949" y="4899"/>
                  </a:cubicBezTo>
                  <a:cubicBezTo>
                    <a:pt x="17949" y="4966"/>
                    <a:pt x="17994" y="4989"/>
                    <a:pt x="17994" y="5012"/>
                  </a:cubicBezTo>
                  <a:cubicBezTo>
                    <a:pt x="16192" y="4313"/>
                    <a:pt x="14278" y="3796"/>
                    <a:pt x="12364" y="3548"/>
                  </a:cubicBezTo>
                  <a:cubicBezTo>
                    <a:pt x="12139" y="2985"/>
                    <a:pt x="11801" y="2422"/>
                    <a:pt x="11509" y="1859"/>
                  </a:cubicBezTo>
                  <a:cubicBezTo>
                    <a:pt x="11238" y="1296"/>
                    <a:pt x="10946" y="756"/>
                    <a:pt x="10676" y="193"/>
                  </a:cubicBezTo>
                  <a:close/>
                  <a:moveTo>
                    <a:pt x="4821" y="2219"/>
                  </a:moveTo>
                  <a:cubicBezTo>
                    <a:pt x="5091" y="2715"/>
                    <a:pt x="5384" y="3188"/>
                    <a:pt x="5677" y="3638"/>
                  </a:cubicBezTo>
                  <a:cubicBezTo>
                    <a:pt x="5159" y="3728"/>
                    <a:pt x="4596" y="3841"/>
                    <a:pt x="4055" y="3953"/>
                  </a:cubicBezTo>
                  <a:cubicBezTo>
                    <a:pt x="2974" y="4201"/>
                    <a:pt x="1849" y="4516"/>
                    <a:pt x="880" y="5079"/>
                  </a:cubicBezTo>
                  <a:cubicBezTo>
                    <a:pt x="2029" y="3953"/>
                    <a:pt x="3380" y="3007"/>
                    <a:pt x="4821" y="2219"/>
                  </a:cubicBezTo>
                  <a:close/>
                  <a:moveTo>
                    <a:pt x="5496" y="3818"/>
                  </a:moveTo>
                  <a:cubicBezTo>
                    <a:pt x="4641" y="4494"/>
                    <a:pt x="3830" y="5214"/>
                    <a:pt x="3065" y="6002"/>
                  </a:cubicBezTo>
                  <a:cubicBezTo>
                    <a:pt x="2862" y="5867"/>
                    <a:pt x="2704" y="5687"/>
                    <a:pt x="2479" y="5552"/>
                  </a:cubicBezTo>
                  <a:cubicBezTo>
                    <a:pt x="2094" y="5340"/>
                    <a:pt x="1626" y="5227"/>
                    <a:pt x="1160" y="5227"/>
                  </a:cubicBezTo>
                  <a:cubicBezTo>
                    <a:pt x="1082" y="5227"/>
                    <a:pt x="1003" y="5230"/>
                    <a:pt x="925" y="5237"/>
                  </a:cubicBezTo>
                  <a:lnTo>
                    <a:pt x="880" y="5237"/>
                  </a:lnTo>
                  <a:cubicBezTo>
                    <a:pt x="1263" y="5034"/>
                    <a:pt x="1668" y="4854"/>
                    <a:pt x="2074" y="4696"/>
                  </a:cubicBezTo>
                  <a:cubicBezTo>
                    <a:pt x="2614" y="4516"/>
                    <a:pt x="3177" y="4336"/>
                    <a:pt x="3740" y="4201"/>
                  </a:cubicBezTo>
                  <a:cubicBezTo>
                    <a:pt x="4303" y="4066"/>
                    <a:pt x="4888" y="3908"/>
                    <a:pt x="5496" y="3818"/>
                  </a:cubicBezTo>
                  <a:close/>
                  <a:moveTo>
                    <a:pt x="17341" y="1183"/>
                  </a:moveTo>
                  <a:cubicBezTo>
                    <a:pt x="17881" y="1274"/>
                    <a:pt x="18399" y="1364"/>
                    <a:pt x="18962" y="1431"/>
                  </a:cubicBezTo>
                  <a:cubicBezTo>
                    <a:pt x="19615" y="1544"/>
                    <a:pt x="20291" y="1701"/>
                    <a:pt x="20876" y="1994"/>
                  </a:cubicBezTo>
                  <a:cubicBezTo>
                    <a:pt x="21349" y="2264"/>
                    <a:pt x="21732" y="2625"/>
                    <a:pt x="22092" y="3007"/>
                  </a:cubicBezTo>
                  <a:cubicBezTo>
                    <a:pt x="22115" y="3345"/>
                    <a:pt x="22115" y="3683"/>
                    <a:pt x="22115" y="4021"/>
                  </a:cubicBezTo>
                  <a:cubicBezTo>
                    <a:pt x="22137" y="4426"/>
                    <a:pt x="22137" y="4786"/>
                    <a:pt x="22182" y="5192"/>
                  </a:cubicBezTo>
                  <a:cubicBezTo>
                    <a:pt x="22227" y="5890"/>
                    <a:pt x="22250" y="6565"/>
                    <a:pt x="22340" y="7263"/>
                  </a:cubicBezTo>
                  <a:lnTo>
                    <a:pt x="21259" y="6588"/>
                  </a:lnTo>
                  <a:cubicBezTo>
                    <a:pt x="20223" y="6002"/>
                    <a:pt x="19187" y="5484"/>
                    <a:pt x="18129" y="5079"/>
                  </a:cubicBezTo>
                  <a:cubicBezTo>
                    <a:pt x="17904" y="3773"/>
                    <a:pt x="17634" y="2444"/>
                    <a:pt x="17341" y="1183"/>
                  </a:cubicBezTo>
                  <a:close/>
                  <a:moveTo>
                    <a:pt x="9384" y="3493"/>
                  </a:moveTo>
                  <a:cubicBezTo>
                    <a:pt x="10263" y="3493"/>
                    <a:pt x="11145" y="3550"/>
                    <a:pt x="12027" y="3660"/>
                  </a:cubicBezTo>
                  <a:cubicBezTo>
                    <a:pt x="11509" y="3976"/>
                    <a:pt x="10968" y="4291"/>
                    <a:pt x="10473" y="4561"/>
                  </a:cubicBezTo>
                  <a:lnTo>
                    <a:pt x="8694" y="5665"/>
                  </a:lnTo>
                  <a:cubicBezTo>
                    <a:pt x="7546" y="6385"/>
                    <a:pt x="6352" y="7106"/>
                    <a:pt x="5271" y="7916"/>
                  </a:cubicBezTo>
                  <a:cubicBezTo>
                    <a:pt x="5159" y="7849"/>
                    <a:pt x="5046" y="7804"/>
                    <a:pt x="4888" y="7714"/>
                  </a:cubicBezTo>
                  <a:cubicBezTo>
                    <a:pt x="4393" y="7443"/>
                    <a:pt x="3988" y="7038"/>
                    <a:pt x="3605" y="6610"/>
                  </a:cubicBezTo>
                  <a:cubicBezTo>
                    <a:pt x="3425" y="6453"/>
                    <a:pt x="3290" y="6250"/>
                    <a:pt x="3132" y="6092"/>
                  </a:cubicBezTo>
                  <a:cubicBezTo>
                    <a:pt x="3920" y="5259"/>
                    <a:pt x="4776" y="4516"/>
                    <a:pt x="5677" y="3796"/>
                  </a:cubicBezTo>
                  <a:cubicBezTo>
                    <a:pt x="6195" y="3728"/>
                    <a:pt x="6667" y="3660"/>
                    <a:pt x="7185" y="3615"/>
                  </a:cubicBezTo>
                  <a:cubicBezTo>
                    <a:pt x="7914" y="3533"/>
                    <a:pt x="8648" y="3493"/>
                    <a:pt x="9384" y="3493"/>
                  </a:cubicBezTo>
                  <a:close/>
                  <a:moveTo>
                    <a:pt x="12252" y="3660"/>
                  </a:moveTo>
                  <a:cubicBezTo>
                    <a:pt x="12882" y="3751"/>
                    <a:pt x="13558" y="3863"/>
                    <a:pt x="14211" y="3976"/>
                  </a:cubicBezTo>
                  <a:cubicBezTo>
                    <a:pt x="15472" y="4223"/>
                    <a:pt x="16710" y="4629"/>
                    <a:pt x="17904" y="5102"/>
                  </a:cubicBezTo>
                  <a:lnTo>
                    <a:pt x="17881" y="5102"/>
                  </a:lnTo>
                  <a:cubicBezTo>
                    <a:pt x="17588" y="5259"/>
                    <a:pt x="17273" y="5417"/>
                    <a:pt x="17003" y="5574"/>
                  </a:cubicBezTo>
                  <a:cubicBezTo>
                    <a:pt x="16688" y="5755"/>
                    <a:pt x="16418" y="5912"/>
                    <a:pt x="16102" y="6092"/>
                  </a:cubicBezTo>
                  <a:cubicBezTo>
                    <a:pt x="15517" y="6430"/>
                    <a:pt x="14909" y="6768"/>
                    <a:pt x="14323" y="7128"/>
                  </a:cubicBezTo>
                  <a:cubicBezTo>
                    <a:pt x="13738" y="7488"/>
                    <a:pt x="13107" y="7826"/>
                    <a:pt x="12545" y="8232"/>
                  </a:cubicBezTo>
                  <a:cubicBezTo>
                    <a:pt x="12499" y="8232"/>
                    <a:pt x="12409" y="8232"/>
                    <a:pt x="12297" y="8187"/>
                  </a:cubicBezTo>
                  <a:cubicBezTo>
                    <a:pt x="11883" y="8144"/>
                    <a:pt x="11460" y="8128"/>
                    <a:pt x="11045" y="8128"/>
                  </a:cubicBezTo>
                  <a:cubicBezTo>
                    <a:pt x="10805" y="8128"/>
                    <a:pt x="10569" y="8133"/>
                    <a:pt x="10338" y="8141"/>
                  </a:cubicBezTo>
                  <a:cubicBezTo>
                    <a:pt x="9403" y="8174"/>
                    <a:pt x="8481" y="8291"/>
                    <a:pt x="7561" y="8291"/>
                  </a:cubicBezTo>
                  <a:cubicBezTo>
                    <a:pt x="7218" y="8291"/>
                    <a:pt x="6875" y="8274"/>
                    <a:pt x="6532" y="8232"/>
                  </a:cubicBezTo>
                  <a:cubicBezTo>
                    <a:pt x="6127" y="8164"/>
                    <a:pt x="5722" y="8051"/>
                    <a:pt x="5339" y="7916"/>
                  </a:cubicBezTo>
                  <a:cubicBezTo>
                    <a:pt x="6510" y="7218"/>
                    <a:pt x="7636" y="6453"/>
                    <a:pt x="8784" y="5755"/>
                  </a:cubicBezTo>
                  <a:cubicBezTo>
                    <a:pt x="9370" y="5372"/>
                    <a:pt x="9932" y="5034"/>
                    <a:pt x="10518" y="4674"/>
                  </a:cubicBezTo>
                  <a:cubicBezTo>
                    <a:pt x="11081" y="4336"/>
                    <a:pt x="11644" y="3976"/>
                    <a:pt x="12252" y="3660"/>
                  </a:cubicBezTo>
                  <a:close/>
                  <a:moveTo>
                    <a:pt x="18061" y="5192"/>
                  </a:moveTo>
                  <a:cubicBezTo>
                    <a:pt x="19570" y="5777"/>
                    <a:pt x="20966" y="6543"/>
                    <a:pt x="22317" y="7398"/>
                  </a:cubicBezTo>
                  <a:cubicBezTo>
                    <a:pt x="20718" y="8051"/>
                    <a:pt x="19120" y="8727"/>
                    <a:pt x="17566" y="9493"/>
                  </a:cubicBezTo>
                  <a:cubicBezTo>
                    <a:pt x="16373" y="9380"/>
                    <a:pt x="15247" y="8975"/>
                    <a:pt x="14098" y="8637"/>
                  </a:cubicBezTo>
                  <a:cubicBezTo>
                    <a:pt x="13648" y="8502"/>
                    <a:pt x="13198" y="8389"/>
                    <a:pt x="12747" y="8277"/>
                  </a:cubicBezTo>
                  <a:cubicBezTo>
                    <a:pt x="13152" y="8051"/>
                    <a:pt x="13513" y="7826"/>
                    <a:pt x="13873" y="7601"/>
                  </a:cubicBezTo>
                  <a:cubicBezTo>
                    <a:pt x="14323" y="7331"/>
                    <a:pt x="14796" y="7061"/>
                    <a:pt x="15247" y="6790"/>
                  </a:cubicBezTo>
                  <a:cubicBezTo>
                    <a:pt x="16192" y="6250"/>
                    <a:pt x="17116" y="5710"/>
                    <a:pt x="18061" y="5192"/>
                  </a:cubicBezTo>
                  <a:close/>
                  <a:moveTo>
                    <a:pt x="22205" y="3165"/>
                  </a:moveTo>
                  <a:cubicBezTo>
                    <a:pt x="22565" y="3548"/>
                    <a:pt x="22948" y="3998"/>
                    <a:pt x="23398" y="4358"/>
                  </a:cubicBezTo>
                  <a:cubicBezTo>
                    <a:pt x="23848" y="4764"/>
                    <a:pt x="24366" y="5012"/>
                    <a:pt x="24907" y="5259"/>
                  </a:cubicBezTo>
                  <a:cubicBezTo>
                    <a:pt x="25335" y="5462"/>
                    <a:pt x="25762" y="5665"/>
                    <a:pt x="26145" y="5912"/>
                  </a:cubicBezTo>
                  <a:cubicBezTo>
                    <a:pt x="26010" y="6768"/>
                    <a:pt x="25898" y="7624"/>
                    <a:pt x="25762" y="8479"/>
                  </a:cubicBezTo>
                  <a:cubicBezTo>
                    <a:pt x="25717" y="8704"/>
                    <a:pt x="25695" y="8907"/>
                    <a:pt x="25672" y="9132"/>
                  </a:cubicBezTo>
                  <a:cubicBezTo>
                    <a:pt x="25650" y="9245"/>
                    <a:pt x="25650" y="9357"/>
                    <a:pt x="25605" y="9425"/>
                  </a:cubicBezTo>
                  <a:cubicBezTo>
                    <a:pt x="25605" y="9493"/>
                    <a:pt x="25605" y="9583"/>
                    <a:pt x="25582" y="9650"/>
                  </a:cubicBezTo>
                  <a:cubicBezTo>
                    <a:pt x="24591" y="8840"/>
                    <a:pt x="23556" y="8051"/>
                    <a:pt x="22475" y="7353"/>
                  </a:cubicBezTo>
                  <a:cubicBezTo>
                    <a:pt x="22430" y="6610"/>
                    <a:pt x="22385" y="5912"/>
                    <a:pt x="22317" y="5192"/>
                  </a:cubicBezTo>
                  <a:cubicBezTo>
                    <a:pt x="22295" y="4809"/>
                    <a:pt x="22250" y="4449"/>
                    <a:pt x="22250" y="4088"/>
                  </a:cubicBezTo>
                  <a:cubicBezTo>
                    <a:pt x="22227" y="3773"/>
                    <a:pt x="22205" y="3458"/>
                    <a:pt x="22205" y="3165"/>
                  </a:cubicBezTo>
                  <a:close/>
                  <a:moveTo>
                    <a:pt x="22430" y="7511"/>
                  </a:moveTo>
                  <a:cubicBezTo>
                    <a:pt x="23511" y="8232"/>
                    <a:pt x="24546" y="9020"/>
                    <a:pt x="25492" y="9830"/>
                  </a:cubicBezTo>
                  <a:cubicBezTo>
                    <a:pt x="25357" y="9943"/>
                    <a:pt x="25019" y="9965"/>
                    <a:pt x="24862" y="9965"/>
                  </a:cubicBezTo>
                  <a:cubicBezTo>
                    <a:pt x="24682" y="9988"/>
                    <a:pt x="24479" y="10033"/>
                    <a:pt x="24321" y="10078"/>
                  </a:cubicBezTo>
                  <a:cubicBezTo>
                    <a:pt x="23398" y="9718"/>
                    <a:pt x="22340" y="9628"/>
                    <a:pt x="21326" y="9605"/>
                  </a:cubicBezTo>
                  <a:cubicBezTo>
                    <a:pt x="20929" y="9598"/>
                    <a:pt x="20531" y="9598"/>
                    <a:pt x="20132" y="9598"/>
                  </a:cubicBezTo>
                  <a:lnTo>
                    <a:pt x="20132" y="9598"/>
                  </a:lnTo>
                  <a:cubicBezTo>
                    <a:pt x="19335" y="9598"/>
                    <a:pt x="18534" y="9598"/>
                    <a:pt x="17724" y="9538"/>
                  </a:cubicBezTo>
                  <a:lnTo>
                    <a:pt x="17701" y="9538"/>
                  </a:lnTo>
                  <a:cubicBezTo>
                    <a:pt x="19255" y="8794"/>
                    <a:pt x="20831" y="8074"/>
                    <a:pt x="22430" y="7511"/>
                  </a:cubicBezTo>
                  <a:close/>
                  <a:moveTo>
                    <a:pt x="25627" y="9920"/>
                  </a:moveTo>
                  <a:cubicBezTo>
                    <a:pt x="25717" y="9988"/>
                    <a:pt x="25807" y="10055"/>
                    <a:pt x="25898" y="10146"/>
                  </a:cubicBezTo>
                  <a:cubicBezTo>
                    <a:pt x="27609" y="11654"/>
                    <a:pt x="29185" y="13298"/>
                    <a:pt x="30649" y="15032"/>
                  </a:cubicBezTo>
                  <a:cubicBezTo>
                    <a:pt x="29185" y="14424"/>
                    <a:pt x="28104" y="13005"/>
                    <a:pt x="26978" y="11902"/>
                  </a:cubicBezTo>
                  <a:cubicBezTo>
                    <a:pt x="26325" y="11226"/>
                    <a:pt x="25582" y="10618"/>
                    <a:pt x="24704" y="10213"/>
                  </a:cubicBezTo>
                  <a:cubicBezTo>
                    <a:pt x="24659" y="10191"/>
                    <a:pt x="24637" y="10191"/>
                    <a:pt x="24569" y="10168"/>
                  </a:cubicBezTo>
                  <a:cubicBezTo>
                    <a:pt x="24682" y="10146"/>
                    <a:pt x="24772" y="10146"/>
                    <a:pt x="24884" y="10101"/>
                  </a:cubicBezTo>
                  <a:cubicBezTo>
                    <a:pt x="25019" y="10078"/>
                    <a:pt x="25132" y="10055"/>
                    <a:pt x="25267" y="10033"/>
                  </a:cubicBezTo>
                  <a:cubicBezTo>
                    <a:pt x="25357" y="9988"/>
                    <a:pt x="25470" y="9988"/>
                    <a:pt x="25560" y="9965"/>
                  </a:cubicBezTo>
                  <a:cubicBezTo>
                    <a:pt x="25582" y="9965"/>
                    <a:pt x="25605" y="9943"/>
                    <a:pt x="25627" y="9920"/>
                  </a:cubicBezTo>
                  <a:close/>
                  <a:moveTo>
                    <a:pt x="26235" y="6002"/>
                  </a:moveTo>
                  <a:cubicBezTo>
                    <a:pt x="26325" y="6047"/>
                    <a:pt x="26393" y="6137"/>
                    <a:pt x="26483" y="6205"/>
                  </a:cubicBezTo>
                  <a:cubicBezTo>
                    <a:pt x="26911" y="6565"/>
                    <a:pt x="27271" y="7016"/>
                    <a:pt x="27541" y="7488"/>
                  </a:cubicBezTo>
                  <a:cubicBezTo>
                    <a:pt x="28172" y="8524"/>
                    <a:pt x="28532" y="9695"/>
                    <a:pt x="28982" y="10821"/>
                  </a:cubicBezTo>
                  <a:cubicBezTo>
                    <a:pt x="29500" y="12082"/>
                    <a:pt x="30063" y="13366"/>
                    <a:pt x="30739" y="14582"/>
                  </a:cubicBezTo>
                  <a:cubicBezTo>
                    <a:pt x="30851" y="14784"/>
                    <a:pt x="30964" y="14987"/>
                    <a:pt x="31054" y="15167"/>
                  </a:cubicBezTo>
                  <a:cubicBezTo>
                    <a:pt x="29388" y="13253"/>
                    <a:pt x="27631" y="11407"/>
                    <a:pt x="25695" y="9763"/>
                  </a:cubicBezTo>
                  <a:cubicBezTo>
                    <a:pt x="25695" y="9718"/>
                    <a:pt x="25717" y="9650"/>
                    <a:pt x="25717" y="9605"/>
                  </a:cubicBezTo>
                  <a:cubicBezTo>
                    <a:pt x="25762" y="9357"/>
                    <a:pt x="25807" y="9087"/>
                    <a:pt x="25830" y="8840"/>
                  </a:cubicBezTo>
                  <a:cubicBezTo>
                    <a:pt x="25988" y="7894"/>
                    <a:pt x="26123" y="6948"/>
                    <a:pt x="26235" y="6002"/>
                  </a:cubicBezTo>
                  <a:close/>
                  <a:moveTo>
                    <a:pt x="20515" y="12694"/>
                  </a:moveTo>
                  <a:cubicBezTo>
                    <a:pt x="21726" y="12694"/>
                    <a:pt x="22915" y="13057"/>
                    <a:pt x="24051" y="13456"/>
                  </a:cubicBezTo>
                  <a:cubicBezTo>
                    <a:pt x="25267" y="13906"/>
                    <a:pt x="26460" y="14469"/>
                    <a:pt x="27541" y="15122"/>
                  </a:cubicBezTo>
                  <a:cubicBezTo>
                    <a:pt x="27721" y="15235"/>
                    <a:pt x="27924" y="15347"/>
                    <a:pt x="28082" y="15460"/>
                  </a:cubicBezTo>
                  <a:cubicBezTo>
                    <a:pt x="26843" y="15572"/>
                    <a:pt x="25582" y="15707"/>
                    <a:pt x="24321" y="15888"/>
                  </a:cubicBezTo>
                  <a:cubicBezTo>
                    <a:pt x="23601" y="16000"/>
                    <a:pt x="22880" y="16135"/>
                    <a:pt x="22182" y="16270"/>
                  </a:cubicBezTo>
                  <a:cubicBezTo>
                    <a:pt x="19502" y="15595"/>
                    <a:pt x="16823" y="14987"/>
                    <a:pt x="14143" y="14446"/>
                  </a:cubicBezTo>
                  <a:cubicBezTo>
                    <a:pt x="13468" y="14311"/>
                    <a:pt x="12815" y="14199"/>
                    <a:pt x="12117" y="14086"/>
                  </a:cubicBezTo>
                  <a:lnTo>
                    <a:pt x="12297" y="13996"/>
                  </a:lnTo>
                  <a:cubicBezTo>
                    <a:pt x="13468" y="13366"/>
                    <a:pt x="14819" y="13546"/>
                    <a:pt x="16102" y="13478"/>
                  </a:cubicBezTo>
                  <a:cubicBezTo>
                    <a:pt x="16733" y="13456"/>
                    <a:pt x="17386" y="13343"/>
                    <a:pt x="18016" y="13163"/>
                  </a:cubicBezTo>
                  <a:cubicBezTo>
                    <a:pt x="18692" y="12983"/>
                    <a:pt x="19367" y="12780"/>
                    <a:pt x="20043" y="12713"/>
                  </a:cubicBezTo>
                  <a:cubicBezTo>
                    <a:pt x="20200" y="12700"/>
                    <a:pt x="20358" y="12694"/>
                    <a:pt x="20515" y="12694"/>
                  </a:cubicBezTo>
                  <a:close/>
                  <a:moveTo>
                    <a:pt x="12072" y="14131"/>
                  </a:moveTo>
                  <a:cubicBezTo>
                    <a:pt x="13333" y="14446"/>
                    <a:pt x="14594" y="14694"/>
                    <a:pt x="15877" y="14942"/>
                  </a:cubicBezTo>
                  <a:cubicBezTo>
                    <a:pt x="17228" y="15257"/>
                    <a:pt x="18579" y="15550"/>
                    <a:pt x="19930" y="15888"/>
                  </a:cubicBezTo>
                  <a:cubicBezTo>
                    <a:pt x="20561" y="16045"/>
                    <a:pt x="21214" y="16180"/>
                    <a:pt x="21867" y="16360"/>
                  </a:cubicBezTo>
                  <a:cubicBezTo>
                    <a:pt x="20336" y="16698"/>
                    <a:pt x="18849" y="17104"/>
                    <a:pt x="17386" y="17621"/>
                  </a:cubicBezTo>
                  <a:cubicBezTo>
                    <a:pt x="15945" y="18139"/>
                    <a:pt x="14549" y="18747"/>
                    <a:pt x="13175" y="19423"/>
                  </a:cubicBezTo>
                  <a:cubicBezTo>
                    <a:pt x="13130" y="19423"/>
                    <a:pt x="13085" y="19400"/>
                    <a:pt x="13062" y="19400"/>
                  </a:cubicBezTo>
                  <a:cubicBezTo>
                    <a:pt x="12905" y="19333"/>
                    <a:pt x="12747" y="19310"/>
                    <a:pt x="12612" y="19288"/>
                  </a:cubicBezTo>
                  <a:cubicBezTo>
                    <a:pt x="11554" y="18995"/>
                    <a:pt x="10495" y="18747"/>
                    <a:pt x="9415" y="18500"/>
                  </a:cubicBezTo>
                  <a:cubicBezTo>
                    <a:pt x="8266" y="18229"/>
                    <a:pt x="7118" y="18049"/>
                    <a:pt x="5969" y="17869"/>
                  </a:cubicBezTo>
                  <a:cubicBezTo>
                    <a:pt x="6014" y="17824"/>
                    <a:pt x="6082" y="17734"/>
                    <a:pt x="6127" y="17689"/>
                  </a:cubicBezTo>
                  <a:cubicBezTo>
                    <a:pt x="6577" y="17239"/>
                    <a:pt x="7095" y="16901"/>
                    <a:pt x="7681" y="16676"/>
                  </a:cubicBezTo>
                  <a:cubicBezTo>
                    <a:pt x="8266" y="16405"/>
                    <a:pt x="8897" y="16248"/>
                    <a:pt x="9460" y="15955"/>
                  </a:cubicBezTo>
                  <a:cubicBezTo>
                    <a:pt x="10405" y="15482"/>
                    <a:pt x="11171" y="14672"/>
                    <a:pt x="12072" y="14131"/>
                  </a:cubicBezTo>
                  <a:close/>
                  <a:moveTo>
                    <a:pt x="5857" y="17982"/>
                  </a:moveTo>
                  <a:cubicBezTo>
                    <a:pt x="7883" y="18297"/>
                    <a:pt x="9887" y="18725"/>
                    <a:pt x="11846" y="19220"/>
                  </a:cubicBezTo>
                  <a:cubicBezTo>
                    <a:pt x="12072" y="19288"/>
                    <a:pt x="12319" y="19378"/>
                    <a:pt x="12545" y="19423"/>
                  </a:cubicBezTo>
                  <a:cubicBezTo>
                    <a:pt x="12657" y="19445"/>
                    <a:pt x="12815" y="19490"/>
                    <a:pt x="12905" y="19535"/>
                  </a:cubicBezTo>
                  <a:lnTo>
                    <a:pt x="12950" y="19535"/>
                  </a:lnTo>
                  <a:cubicBezTo>
                    <a:pt x="12274" y="19896"/>
                    <a:pt x="11576" y="20279"/>
                    <a:pt x="10923" y="20684"/>
                  </a:cubicBezTo>
                  <a:cubicBezTo>
                    <a:pt x="9550" y="21562"/>
                    <a:pt x="8221" y="22530"/>
                    <a:pt x="7005" y="23611"/>
                  </a:cubicBezTo>
                  <a:cubicBezTo>
                    <a:pt x="6195" y="23701"/>
                    <a:pt x="5384" y="23791"/>
                    <a:pt x="4551" y="23904"/>
                  </a:cubicBezTo>
                  <a:cubicBezTo>
                    <a:pt x="4145" y="23949"/>
                    <a:pt x="3718" y="24016"/>
                    <a:pt x="3312" y="24062"/>
                  </a:cubicBezTo>
                  <a:cubicBezTo>
                    <a:pt x="3020" y="24129"/>
                    <a:pt x="2704" y="24152"/>
                    <a:pt x="2389" y="24219"/>
                  </a:cubicBezTo>
                  <a:cubicBezTo>
                    <a:pt x="2412" y="24174"/>
                    <a:pt x="2457" y="24152"/>
                    <a:pt x="2457" y="24107"/>
                  </a:cubicBezTo>
                  <a:cubicBezTo>
                    <a:pt x="2749" y="23566"/>
                    <a:pt x="3155" y="23093"/>
                    <a:pt x="3515" y="22575"/>
                  </a:cubicBezTo>
                  <a:cubicBezTo>
                    <a:pt x="3875" y="22080"/>
                    <a:pt x="4213" y="21562"/>
                    <a:pt x="4438" y="20999"/>
                  </a:cubicBezTo>
                  <a:cubicBezTo>
                    <a:pt x="4708" y="20414"/>
                    <a:pt x="4866" y="19783"/>
                    <a:pt x="5114" y="19198"/>
                  </a:cubicBezTo>
                  <a:cubicBezTo>
                    <a:pt x="5316" y="18747"/>
                    <a:pt x="5541" y="18365"/>
                    <a:pt x="5857" y="17982"/>
                  </a:cubicBezTo>
                  <a:close/>
                  <a:moveTo>
                    <a:pt x="22092" y="16563"/>
                  </a:moveTo>
                  <a:lnTo>
                    <a:pt x="22092" y="16563"/>
                  </a:lnTo>
                  <a:cubicBezTo>
                    <a:pt x="21529" y="17914"/>
                    <a:pt x="20966" y="19288"/>
                    <a:pt x="20403" y="20661"/>
                  </a:cubicBezTo>
                  <a:cubicBezTo>
                    <a:pt x="19818" y="22080"/>
                    <a:pt x="19210" y="23499"/>
                    <a:pt x="18692" y="24917"/>
                  </a:cubicBezTo>
                  <a:cubicBezTo>
                    <a:pt x="18377" y="25007"/>
                    <a:pt x="18039" y="25075"/>
                    <a:pt x="17769" y="25232"/>
                  </a:cubicBezTo>
                  <a:cubicBezTo>
                    <a:pt x="16688" y="25683"/>
                    <a:pt x="15900" y="26493"/>
                    <a:pt x="14954" y="27101"/>
                  </a:cubicBezTo>
                  <a:cubicBezTo>
                    <a:pt x="13941" y="27754"/>
                    <a:pt x="12770" y="27957"/>
                    <a:pt x="11621" y="28002"/>
                  </a:cubicBezTo>
                  <a:cubicBezTo>
                    <a:pt x="12094" y="25840"/>
                    <a:pt x="12612" y="23656"/>
                    <a:pt x="13085" y="21472"/>
                  </a:cubicBezTo>
                  <a:cubicBezTo>
                    <a:pt x="13198" y="20954"/>
                    <a:pt x="13333" y="20391"/>
                    <a:pt x="13445" y="19851"/>
                  </a:cubicBezTo>
                  <a:cubicBezTo>
                    <a:pt x="13468" y="19738"/>
                    <a:pt x="13513" y="19648"/>
                    <a:pt x="13423" y="19558"/>
                  </a:cubicBezTo>
                  <a:cubicBezTo>
                    <a:pt x="14526" y="18995"/>
                    <a:pt x="15652" y="18522"/>
                    <a:pt x="16778" y="18094"/>
                  </a:cubicBezTo>
                  <a:cubicBezTo>
                    <a:pt x="18489" y="17464"/>
                    <a:pt x="20291" y="16946"/>
                    <a:pt x="22092" y="16563"/>
                  </a:cubicBezTo>
                  <a:close/>
                  <a:moveTo>
                    <a:pt x="13198" y="19626"/>
                  </a:moveTo>
                  <a:cubicBezTo>
                    <a:pt x="13220" y="19648"/>
                    <a:pt x="13265" y="19671"/>
                    <a:pt x="13265" y="19716"/>
                  </a:cubicBezTo>
                  <a:cubicBezTo>
                    <a:pt x="13265" y="19738"/>
                    <a:pt x="13220" y="19783"/>
                    <a:pt x="13220" y="19828"/>
                  </a:cubicBezTo>
                  <a:cubicBezTo>
                    <a:pt x="13107" y="20346"/>
                    <a:pt x="12995" y="20864"/>
                    <a:pt x="12882" y="21404"/>
                  </a:cubicBezTo>
                  <a:cubicBezTo>
                    <a:pt x="12657" y="22463"/>
                    <a:pt x="12409" y="23499"/>
                    <a:pt x="12184" y="24579"/>
                  </a:cubicBezTo>
                  <a:cubicBezTo>
                    <a:pt x="11937" y="25728"/>
                    <a:pt x="11689" y="26854"/>
                    <a:pt x="11419" y="28002"/>
                  </a:cubicBezTo>
                  <a:cubicBezTo>
                    <a:pt x="11232" y="28010"/>
                    <a:pt x="11044" y="28013"/>
                    <a:pt x="10855" y="28013"/>
                  </a:cubicBezTo>
                  <a:cubicBezTo>
                    <a:pt x="10139" y="28013"/>
                    <a:pt x="9411" y="27969"/>
                    <a:pt x="8694" y="27969"/>
                  </a:cubicBezTo>
                  <a:cubicBezTo>
                    <a:pt x="8506" y="27969"/>
                    <a:pt x="8318" y="27972"/>
                    <a:pt x="8131" y="27980"/>
                  </a:cubicBezTo>
                  <a:cubicBezTo>
                    <a:pt x="7658" y="28002"/>
                    <a:pt x="7208" y="28070"/>
                    <a:pt x="6735" y="28182"/>
                  </a:cubicBezTo>
                  <a:cubicBezTo>
                    <a:pt x="6893" y="26719"/>
                    <a:pt x="7005" y="25232"/>
                    <a:pt x="7185" y="23724"/>
                  </a:cubicBezTo>
                  <a:cubicBezTo>
                    <a:pt x="8199" y="22801"/>
                    <a:pt x="9279" y="21990"/>
                    <a:pt x="10405" y="21224"/>
                  </a:cubicBezTo>
                  <a:cubicBezTo>
                    <a:pt x="11306" y="20639"/>
                    <a:pt x="12252" y="20098"/>
                    <a:pt x="13198" y="19626"/>
                  </a:cubicBezTo>
                  <a:close/>
                  <a:moveTo>
                    <a:pt x="6870" y="23791"/>
                  </a:moveTo>
                  <a:lnTo>
                    <a:pt x="6870" y="23791"/>
                  </a:lnTo>
                  <a:cubicBezTo>
                    <a:pt x="6510" y="24129"/>
                    <a:pt x="6127" y="24489"/>
                    <a:pt x="5789" y="24850"/>
                  </a:cubicBezTo>
                  <a:cubicBezTo>
                    <a:pt x="4326" y="26426"/>
                    <a:pt x="3087" y="28272"/>
                    <a:pt x="2389" y="30321"/>
                  </a:cubicBezTo>
                  <a:cubicBezTo>
                    <a:pt x="2389" y="30412"/>
                    <a:pt x="2344" y="30547"/>
                    <a:pt x="2299" y="30659"/>
                  </a:cubicBezTo>
                  <a:cubicBezTo>
                    <a:pt x="1781" y="28610"/>
                    <a:pt x="1398" y="26313"/>
                    <a:pt x="2344" y="24377"/>
                  </a:cubicBezTo>
                  <a:cubicBezTo>
                    <a:pt x="2682" y="24377"/>
                    <a:pt x="3042" y="24264"/>
                    <a:pt x="3380" y="24242"/>
                  </a:cubicBezTo>
                  <a:cubicBezTo>
                    <a:pt x="3808" y="24174"/>
                    <a:pt x="4213" y="24129"/>
                    <a:pt x="4618" y="24062"/>
                  </a:cubicBezTo>
                  <a:cubicBezTo>
                    <a:pt x="5384" y="23949"/>
                    <a:pt x="6127" y="23881"/>
                    <a:pt x="6870" y="23791"/>
                  </a:cubicBezTo>
                  <a:close/>
                  <a:moveTo>
                    <a:pt x="7095" y="23881"/>
                  </a:moveTo>
                  <a:cubicBezTo>
                    <a:pt x="6960" y="25300"/>
                    <a:pt x="6780" y="26764"/>
                    <a:pt x="6645" y="28205"/>
                  </a:cubicBezTo>
                  <a:cubicBezTo>
                    <a:pt x="5069" y="28565"/>
                    <a:pt x="3695" y="29398"/>
                    <a:pt x="2637" y="30592"/>
                  </a:cubicBezTo>
                  <a:cubicBezTo>
                    <a:pt x="2569" y="30704"/>
                    <a:pt x="2479" y="30817"/>
                    <a:pt x="2389" y="30907"/>
                  </a:cubicBezTo>
                  <a:cubicBezTo>
                    <a:pt x="3065" y="28903"/>
                    <a:pt x="4145" y="27079"/>
                    <a:pt x="5519" y="25480"/>
                  </a:cubicBezTo>
                  <a:cubicBezTo>
                    <a:pt x="5992" y="24917"/>
                    <a:pt x="6532" y="24377"/>
                    <a:pt x="7095" y="23881"/>
                  </a:cubicBezTo>
                  <a:close/>
                  <a:moveTo>
                    <a:pt x="10585" y="0"/>
                  </a:moveTo>
                  <a:cubicBezTo>
                    <a:pt x="10118" y="0"/>
                    <a:pt x="9647" y="50"/>
                    <a:pt x="9167" y="170"/>
                  </a:cubicBezTo>
                  <a:cubicBezTo>
                    <a:pt x="8491" y="305"/>
                    <a:pt x="7861" y="553"/>
                    <a:pt x="7208" y="823"/>
                  </a:cubicBezTo>
                  <a:cubicBezTo>
                    <a:pt x="4866" y="1814"/>
                    <a:pt x="2614" y="3098"/>
                    <a:pt x="768" y="4854"/>
                  </a:cubicBezTo>
                  <a:lnTo>
                    <a:pt x="92" y="5507"/>
                  </a:lnTo>
                  <a:cubicBezTo>
                    <a:pt x="1" y="5598"/>
                    <a:pt x="87" y="5734"/>
                    <a:pt x="183" y="5734"/>
                  </a:cubicBezTo>
                  <a:cubicBezTo>
                    <a:pt x="206" y="5734"/>
                    <a:pt x="229" y="5727"/>
                    <a:pt x="250" y="5710"/>
                  </a:cubicBezTo>
                  <a:cubicBezTo>
                    <a:pt x="610" y="5529"/>
                    <a:pt x="990" y="5429"/>
                    <a:pt x="1377" y="5429"/>
                  </a:cubicBezTo>
                  <a:cubicBezTo>
                    <a:pt x="1571" y="5429"/>
                    <a:pt x="1766" y="5454"/>
                    <a:pt x="1961" y="5507"/>
                  </a:cubicBezTo>
                  <a:cubicBezTo>
                    <a:pt x="2524" y="5687"/>
                    <a:pt x="2952" y="6070"/>
                    <a:pt x="3312" y="6543"/>
                  </a:cubicBezTo>
                  <a:cubicBezTo>
                    <a:pt x="3695" y="6948"/>
                    <a:pt x="4055" y="7376"/>
                    <a:pt x="4506" y="7691"/>
                  </a:cubicBezTo>
                  <a:cubicBezTo>
                    <a:pt x="4934" y="7961"/>
                    <a:pt x="5406" y="8164"/>
                    <a:pt x="5902" y="8299"/>
                  </a:cubicBezTo>
                  <a:cubicBezTo>
                    <a:pt x="6566" y="8465"/>
                    <a:pt x="7230" y="8515"/>
                    <a:pt x="7898" y="8515"/>
                  </a:cubicBezTo>
                  <a:cubicBezTo>
                    <a:pt x="8408" y="8515"/>
                    <a:pt x="8920" y="8486"/>
                    <a:pt x="9437" y="8457"/>
                  </a:cubicBezTo>
                  <a:cubicBezTo>
                    <a:pt x="9993" y="8401"/>
                    <a:pt x="10549" y="8361"/>
                    <a:pt x="11117" y="8361"/>
                  </a:cubicBezTo>
                  <a:cubicBezTo>
                    <a:pt x="11240" y="8361"/>
                    <a:pt x="11363" y="8363"/>
                    <a:pt x="11486" y="8367"/>
                  </a:cubicBezTo>
                  <a:cubicBezTo>
                    <a:pt x="11801" y="8367"/>
                    <a:pt x="12094" y="8412"/>
                    <a:pt x="12409" y="8479"/>
                  </a:cubicBezTo>
                  <a:lnTo>
                    <a:pt x="12432" y="8479"/>
                  </a:lnTo>
                  <a:cubicBezTo>
                    <a:pt x="12747" y="8524"/>
                    <a:pt x="13085" y="8614"/>
                    <a:pt x="13400" y="8704"/>
                  </a:cubicBezTo>
                  <a:cubicBezTo>
                    <a:pt x="14571" y="9042"/>
                    <a:pt x="15742" y="9515"/>
                    <a:pt x="16980" y="9740"/>
                  </a:cubicBezTo>
                  <a:cubicBezTo>
                    <a:pt x="17920" y="9906"/>
                    <a:pt x="18875" y="9921"/>
                    <a:pt x="19845" y="9921"/>
                  </a:cubicBezTo>
                  <a:cubicBezTo>
                    <a:pt x="20060" y="9921"/>
                    <a:pt x="20276" y="9920"/>
                    <a:pt x="20493" y="9920"/>
                  </a:cubicBezTo>
                  <a:cubicBezTo>
                    <a:pt x="21642" y="9920"/>
                    <a:pt x="22835" y="9943"/>
                    <a:pt x="23961" y="10303"/>
                  </a:cubicBezTo>
                  <a:cubicBezTo>
                    <a:pt x="24929" y="10618"/>
                    <a:pt x="25762" y="11204"/>
                    <a:pt x="26483" y="11879"/>
                  </a:cubicBezTo>
                  <a:cubicBezTo>
                    <a:pt x="27789" y="13118"/>
                    <a:pt x="28937" y="14717"/>
                    <a:pt x="30649" y="15392"/>
                  </a:cubicBezTo>
                  <a:cubicBezTo>
                    <a:pt x="30671" y="15392"/>
                    <a:pt x="30716" y="15437"/>
                    <a:pt x="30739" y="15437"/>
                  </a:cubicBezTo>
                  <a:cubicBezTo>
                    <a:pt x="29951" y="15437"/>
                    <a:pt x="29140" y="15460"/>
                    <a:pt x="28352" y="15505"/>
                  </a:cubicBezTo>
                  <a:cubicBezTo>
                    <a:pt x="27339" y="14784"/>
                    <a:pt x="26235" y="14154"/>
                    <a:pt x="25109" y="13681"/>
                  </a:cubicBezTo>
                  <a:cubicBezTo>
                    <a:pt x="23871" y="13140"/>
                    <a:pt x="22542" y="12690"/>
                    <a:pt x="21191" y="12555"/>
                  </a:cubicBezTo>
                  <a:cubicBezTo>
                    <a:pt x="20987" y="12541"/>
                    <a:pt x="20782" y="12534"/>
                    <a:pt x="20578" y="12534"/>
                  </a:cubicBezTo>
                  <a:cubicBezTo>
                    <a:pt x="20107" y="12534"/>
                    <a:pt x="19636" y="12573"/>
                    <a:pt x="19165" y="12668"/>
                  </a:cubicBezTo>
                  <a:cubicBezTo>
                    <a:pt x="18467" y="12803"/>
                    <a:pt x="17791" y="13073"/>
                    <a:pt x="17048" y="13185"/>
                  </a:cubicBezTo>
                  <a:cubicBezTo>
                    <a:pt x="15765" y="13366"/>
                    <a:pt x="14436" y="13140"/>
                    <a:pt x="13152" y="13456"/>
                  </a:cubicBezTo>
                  <a:cubicBezTo>
                    <a:pt x="11914" y="13748"/>
                    <a:pt x="11058" y="14649"/>
                    <a:pt x="10068" y="15370"/>
                  </a:cubicBezTo>
                  <a:cubicBezTo>
                    <a:pt x="9009" y="16135"/>
                    <a:pt x="7658" y="16293"/>
                    <a:pt x="6577" y="17058"/>
                  </a:cubicBezTo>
                  <a:cubicBezTo>
                    <a:pt x="6104" y="17396"/>
                    <a:pt x="5722" y="17824"/>
                    <a:pt x="5384" y="18297"/>
                  </a:cubicBezTo>
                  <a:cubicBezTo>
                    <a:pt x="5001" y="18837"/>
                    <a:pt x="4776" y="19423"/>
                    <a:pt x="4596" y="20053"/>
                  </a:cubicBezTo>
                  <a:cubicBezTo>
                    <a:pt x="4371" y="20661"/>
                    <a:pt x="4145" y="21314"/>
                    <a:pt x="3808" y="21877"/>
                  </a:cubicBezTo>
                  <a:cubicBezTo>
                    <a:pt x="3425" y="22440"/>
                    <a:pt x="3020" y="22913"/>
                    <a:pt x="2614" y="23454"/>
                  </a:cubicBezTo>
                  <a:cubicBezTo>
                    <a:pt x="1916" y="24467"/>
                    <a:pt x="1556" y="25593"/>
                    <a:pt x="1488" y="26831"/>
                  </a:cubicBezTo>
                  <a:cubicBezTo>
                    <a:pt x="1443" y="28070"/>
                    <a:pt x="1668" y="29308"/>
                    <a:pt x="1939" y="30524"/>
                  </a:cubicBezTo>
                  <a:cubicBezTo>
                    <a:pt x="2029" y="30817"/>
                    <a:pt x="2074" y="31132"/>
                    <a:pt x="2164" y="31447"/>
                  </a:cubicBezTo>
                  <a:cubicBezTo>
                    <a:pt x="2177" y="31513"/>
                    <a:pt x="2244" y="31548"/>
                    <a:pt x="2306" y="31548"/>
                  </a:cubicBezTo>
                  <a:cubicBezTo>
                    <a:pt x="2350" y="31548"/>
                    <a:pt x="2393" y="31530"/>
                    <a:pt x="2412" y="31492"/>
                  </a:cubicBezTo>
                  <a:cubicBezTo>
                    <a:pt x="3650" y="29691"/>
                    <a:pt x="5609" y="28543"/>
                    <a:pt x="7793" y="28340"/>
                  </a:cubicBezTo>
                  <a:cubicBezTo>
                    <a:pt x="8114" y="28314"/>
                    <a:pt x="8438" y="28305"/>
                    <a:pt x="8764" y="28305"/>
                  </a:cubicBezTo>
                  <a:cubicBezTo>
                    <a:pt x="9599" y="28305"/>
                    <a:pt x="10449" y="28365"/>
                    <a:pt x="11291" y="28365"/>
                  </a:cubicBezTo>
                  <a:cubicBezTo>
                    <a:pt x="12433" y="28365"/>
                    <a:pt x="13560" y="28254"/>
                    <a:pt x="14616" y="27732"/>
                  </a:cubicBezTo>
                  <a:cubicBezTo>
                    <a:pt x="15629" y="27214"/>
                    <a:pt x="16418" y="26381"/>
                    <a:pt x="17386" y="25840"/>
                  </a:cubicBezTo>
                  <a:cubicBezTo>
                    <a:pt x="18467" y="25255"/>
                    <a:pt x="19705" y="25165"/>
                    <a:pt x="20854" y="24850"/>
                  </a:cubicBezTo>
                  <a:cubicBezTo>
                    <a:pt x="22723" y="24354"/>
                    <a:pt x="24434" y="23273"/>
                    <a:pt x="25762" y="21855"/>
                  </a:cubicBezTo>
                  <a:cubicBezTo>
                    <a:pt x="27068" y="20436"/>
                    <a:pt x="28059" y="18635"/>
                    <a:pt x="28419" y="16721"/>
                  </a:cubicBezTo>
                  <a:cubicBezTo>
                    <a:pt x="28487" y="16496"/>
                    <a:pt x="28510" y="16248"/>
                    <a:pt x="28532" y="16000"/>
                  </a:cubicBezTo>
                  <a:cubicBezTo>
                    <a:pt x="28558" y="15895"/>
                    <a:pt x="28478" y="15836"/>
                    <a:pt x="28401" y="15836"/>
                  </a:cubicBezTo>
                  <a:cubicBezTo>
                    <a:pt x="28346" y="15836"/>
                    <a:pt x="28294" y="15867"/>
                    <a:pt x="28284" y="15933"/>
                  </a:cubicBezTo>
                  <a:cubicBezTo>
                    <a:pt x="28037" y="17869"/>
                    <a:pt x="27136" y="19716"/>
                    <a:pt x="25898" y="21202"/>
                  </a:cubicBezTo>
                  <a:cubicBezTo>
                    <a:pt x="24637" y="22688"/>
                    <a:pt x="22970" y="23836"/>
                    <a:pt x="21101" y="24444"/>
                  </a:cubicBezTo>
                  <a:cubicBezTo>
                    <a:pt x="20381" y="24669"/>
                    <a:pt x="19593" y="24782"/>
                    <a:pt x="18849" y="24962"/>
                  </a:cubicBezTo>
                  <a:cubicBezTo>
                    <a:pt x="19457" y="23589"/>
                    <a:pt x="19975" y="22215"/>
                    <a:pt x="20538" y="20796"/>
                  </a:cubicBezTo>
                  <a:cubicBezTo>
                    <a:pt x="21101" y="19400"/>
                    <a:pt x="21709" y="17982"/>
                    <a:pt x="22272" y="16586"/>
                  </a:cubicBezTo>
                  <a:cubicBezTo>
                    <a:pt x="22723" y="16496"/>
                    <a:pt x="23173" y="16405"/>
                    <a:pt x="23646" y="16338"/>
                  </a:cubicBezTo>
                  <a:cubicBezTo>
                    <a:pt x="25988" y="15933"/>
                    <a:pt x="28352" y="15775"/>
                    <a:pt x="30716" y="15775"/>
                  </a:cubicBezTo>
                  <a:lnTo>
                    <a:pt x="31572" y="15775"/>
                  </a:lnTo>
                  <a:cubicBezTo>
                    <a:pt x="31730" y="15707"/>
                    <a:pt x="31730" y="15392"/>
                    <a:pt x="31527" y="15392"/>
                  </a:cubicBezTo>
                  <a:cubicBezTo>
                    <a:pt x="31482" y="15347"/>
                    <a:pt x="31459" y="15280"/>
                    <a:pt x="31392" y="15257"/>
                  </a:cubicBezTo>
                  <a:cubicBezTo>
                    <a:pt x="31347" y="15257"/>
                    <a:pt x="31302" y="15235"/>
                    <a:pt x="31279" y="15235"/>
                  </a:cubicBezTo>
                  <a:cubicBezTo>
                    <a:pt x="30649" y="13996"/>
                    <a:pt x="30063" y="12735"/>
                    <a:pt x="29523" y="11452"/>
                  </a:cubicBezTo>
                  <a:cubicBezTo>
                    <a:pt x="29050" y="10303"/>
                    <a:pt x="28645" y="9087"/>
                    <a:pt x="28082" y="7961"/>
                  </a:cubicBezTo>
                  <a:cubicBezTo>
                    <a:pt x="27586" y="6903"/>
                    <a:pt x="26843" y="6002"/>
                    <a:pt x="25807" y="5439"/>
                  </a:cubicBezTo>
                  <a:cubicBezTo>
                    <a:pt x="25244" y="5124"/>
                    <a:pt x="24659" y="4899"/>
                    <a:pt x="24119" y="4584"/>
                  </a:cubicBezTo>
                  <a:cubicBezTo>
                    <a:pt x="23578" y="4291"/>
                    <a:pt x="23150" y="3886"/>
                    <a:pt x="22768" y="3435"/>
                  </a:cubicBezTo>
                  <a:cubicBezTo>
                    <a:pt x="22385" y="3007"/>
                    <a:pt x="22002" y="2557"/>
                    <a:pt x="21552" y="2197"/>
                  </a:cubicBezTo>
                  <a:cubicBezTo>
                    <a:pt x="21079" y="1814"/>
                    <a:pt x="20516" y="1589"/>
                    <a:pt x="19930" y="1409"/>
                  </a:cubicBezTo>
                  <a:cubicBezTo>
                    <a:pt x="19255" y="1251"/>
                    <a:pt x="18557" y="1161"/>
                    <a:pt x="17836" y="1048"/>
                  </a:cubicBezTo>
                  <a:cubicBezTo>
                    <a:pt x="17116" y="936"/>
                    <a:pt x="16373" y="801"/>
                    <a:pt x="15629" y="688"/>
                  </a:cubicBezTo>
                  <a:cubicBezTo>
                    <a:pt x="14188" y="418"/>
                    <a:pt x="12747" y="125"/>
                    <a:pt x="11284" y="35"/>
                  </a:cubicBezTo>
                  <a:cubicBezTo>
                    <a:pt x="11051" y="13"/>
                    <a:pt x="10818" y="0"/>
                    <a:pt x="10585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1"/>
          </p:nvPr>
        </p:nvSpPr>
        <p:spPr>
          <a:xfrm>
            <a:off x="1290763" y="1764175"/>
            <a:ext cx="2907600" cy="4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subTitle" idx="2"/>
          </p:nvPr>
        </p:nvSpPr>
        <p:spPr>
          <a:xfrm>
            <a:off x="4945638" y="1764175"/>
            <a:ext cx="2907600" cy="4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sp>
        <p:nvSpPr>
          <p:cNvPr id="187" name="Google Shape;187;p25"/>
          <p:cNvSpPr txBox="1">
            <a:spLocks noGrp="1"/>
          </p:cNvSpPr>
          <p:nvPr>
            <p:ph type="subTitle" idx="3"/>
          </p:nvPr>
        </p:nvSpPr>
        <p:spPr>
          <a:xfrm>
            <a:off x="1290763" y="2249575"/>
            <a:ext cx="2907600" cy="14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5"/>
          <p:cNvSpPr txBox="1">
            <a:spLocks noGrp="1"/>
          </p:cNvSpPr>
          <p:nvPr>
            <p:ph type="subTitle" idx="4"/>
          </p:nvPr>
        </p:nvSpPr>
        <p:spPr>
          <a:xfrm>
            <a:off x="4945638" y="2249575"/>
            <a:ext cx="2907600" cy="14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90" name="Google Shape;190;p25"/>
          <p:cNvGrpSpPr/>
          <p:nvPr/>
        </p:nvGrpSpPr>
        <p:grpSpPr>
          <a:xfrm>
            <a:off x="242053" y="3840719"/>
            <a:ext cx="8764883" cy="1078774"/>
            <a:chOff x="242053" y="3840719"/>
            <a:chExt cx="8764883" cy="1078774"/>
          </a:xfrm>
        </p:grpSpPr>
        <p:sp>
          <p:nvSpPr>
            <p:cNvPr id="191" name="Google Shape;191;p25"/>
            <p:cNvSpPr/>
            <p:nvPr/>
          </p:nvSpPr>
          <p:spPr>
            <a:xfrm rot="10800000" flipH="1">
              <a:off x="242053" y="4224372"/>
              <a:ext cx="1526026" cy="695121"/>
            </a:xfrm>
            <a:custGeom>
              <a:avLst/>
              <a:gdLst/>
              <a:ahLst/>
              <a:cxnLst/>
              <a:rect l="l" t="t" r="r" b="b"/>
              <a:pathLst>
                <a:path w="60003" h="27332" extrusionOk="0">
                  <a:moveTo>
                    <a:pt x="59807" y="1"/>
                  </a:moveTo>
                  <a:cubicBezTo>
                    <a:pt x="59772" y="1"/>
                    <a:pt x="59737" y="16"/>
                    <a:pt x="59712" y="53"/>
                  </a:cubicBezTo>
                  <a:cubicBezTo>
                    <a:pt x="57055" y="3498"/>
                    <a:pt x="53475" y="6043"/>
                    <a:pt x="49241" y="7169"/>
                  </a:cubicBezTo>
                  <a:cubicBezTo>
                    <a:pt x="48183" y="7461"/>
                    <a:pt x="47080" y="7641"/>
                    <a:pt x="45954" y="7731"/>
                  </a:cubicBezTo>
                  <a:cubicBezTo>
                    <a:pt x="44670" y="7844"/>
                    <a:pt x="43342" y="7844"/>
                    <a:pt x="42036" y="7979"/>
                  </a:cubicBezTo>
                  <a:cubicBezTo>
                    <a:pt x="39874" y="8204"/>
                    <a:pt x="37915" y="8925"/>
                    <a:pt x="36069" y="10096"/>
                  </a:cubicBezTo>
                  <a:cubicBezTo>
                    <a:pt x="32466" y="12438"/>
                    <a:pt x="29831" y="15950"/>
                    <a:pt x="26724" y="18878"/>
                  </a:cubicBezTo>
                  <a:cubicBezTo>
                    <a:pt x="23346" y="22030"/>
                    <a:pt x="19450" y="24755"/>
                    <a:pt x="14969" y="26173"/>
                  </a:cubicBezTo>
                  <a:cubicBezTo>
                    <a:pt x="12999" y="26792"/>
                    <a:pt x="10897" y="27128"/>
                    <a:pt x="8795" y="27128"/>
                  </a:cubicBezTo>
                  <a:cubicBezTo>
                    <a:pt x="6307" y="27128"/>
                    <a:pt x="3819" y="26658"/>
                    <a:pt x="1549" y="25633"/>
                  </a:cubicBezTo>
                  <a:cubicBezTo>
                    <a:pt x="1031" y="25408"/>
                    <a:pt x="536" y="25160"/>
                    <a:pt x="40" y="24890"/>
                  </a:cubicBezTo>
                  <a:cubicBezTo>
                    <a:pt x="35" y="24879"/>
                    <a:pt x="29" y="24875"/>
                    <a:pt x="25" y="24875"/>
                  </a:cubicBezTo>
                  <a:cubicBezTo>
                    <a:pt x="9" y="24875"/>
                    <a:pt x="1" y="24918"/>
                    <a:pt x="18" y="24935"/>
                  </a:cubicBezTo>
                  <a:cubicBezTo>
                    <a:pt x="2676" y="26595"/>
                    <a:pt x="5733" y="27331"/>
                    <a:pt x="8816" y="27331"/>
                  </a:cubicBezTo>
                  <a:cubicBezTo>
                    <a:pt x="10251" y="27331"/>
                    <a:pt x="11692" y="27172"/>
                    <a:pt x="13100" y="26872"/>
                  </a:cubicBezTo>
                  <a:cubicBezTo>
                    <a:pt x="17627" y="25926"/>
                    <a:pt x="21747" y="23494"/>
                    <a:pt x="25260" y="20522"/>
                  </a:cubicBezTo>
                  <a:cubicBezTo>
                    <a:pt x="26994" y="19058"/>
                    <a:pt x="28570" y="17414"/>
                    <a:pt x="30101" y="15793"/>
                  </a:cubicBezTo>
                  <a:cubicBezTo>
                    <a:pt x="31610" y="14217"/>
                    <a:pt x="33096" y="12640"/>
                    <a:pt x="34808" y="11289"/>
                  </a:cubicBezTo>
                  <a:cubicBezTo>
                    <a:pt x="36474" y="9961"/>
                    <a:pt x="38388" y="8880"/>
                    <a:pt x="40460" y="8429"/>
                  </a:cubicBezTo>
                  <a:cubicBezTo>
                    <a:pt x="42982" y="7912"/>
                    <a:pt x="45594" y="8204"/>
                    <a:pt x="48116" y="7731"/>
                  </a:cubicBezTo>
                  <a:cubicBezTo>
                    <a:pt x="52304" y="6966"/>
                    <a:pt x="56312" y="4692"/>
                    <a:pt x="59037" y="1426"/>
                  </a:cubicBezTo>
                  <a:cubicBezTo>
                    <a:pt x="59374" y="1044"/>
                    <a:pt x="59667" y="616"/>
                    <a:pt x="59937" y="188"/>
                  </a:cubicBezTo>
                  <a:cubicBezTo>
                    <a:pt x="60003" y="106"/>
                    <a:pt x="59902" y="1"/>
                    <a:pt x="5980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5"/>
            <p:cNvSpPr/>
            <p:nvPr/>
          </p:nvSpPr>
          <p:spPr>
            <a:xfrm rot="916678">
              <a:off x="8074866" y="3936311"/>
              <a:ext cx="837195" cy="832393"/>
            </a:xfrm>
            <a:custGeom>
              <a:avLst/>
              <a:gdLst/>
              <a:ahLst/>
              <a:cxnLst/>
              <a:rect l="l" t="t" r="r" b="b"/>
              <a:pathLst>
                <a:path w="31730" h="31548" extrusionOk="0">
                  <a:moveTo>
                    <a:pt x="10563" y="193"/>
                  </a:moveTo>
                  <a:lnTo>
                    <a:pt x="11396" y="1882"/>
                  </a:lnTo>
                  <a:cubicBezTo>
                    <a:pt x="11644" y="2422"/>
                    <a:pt x="11914" y="2985"/>
                    <a:pt x="12207" y="3525"/>
                  </a:cubicBezTo>
                  <a:cubicBezTo>
                    <a:pt x="11276" y="3405"/>
                    <a:pt x="10325" y="3345"/>
                    <a:pt x="9368" y="3345"/>
                  </a:cubicBezTo>
                  <a:cubicBezTo>
                    <a:pt x="8889" y="3345"/>
                    <a:pt x="8409" y="3360"/>
                    <a:pt x="7928" y="3390"/>
                  </a:cubicBezTo>
                  <a:cubicBezTo>
                    <a:pt x="7230" y="3435"/>
                    <a:pt x="6510" y="3503"/>
                    <a:pt x="5789" y="3615"/>
                  </a:cubicBezTo>
                  <a:cubicBezTo>
                    <a:pt x="5496" y="3120"/>
                    <a:pt x="5204" y="2647"/>
                    <a:pt x="4934" y="2152"/>
                  </a:cubicBezTo>
                  <a:cubicBezTo>
                    <a:pt x="5406" y="1882"/>
                    <a:pt x="5902" y="1634"/>
                    <a:pt x="6442" y="1386"/>
                  </a:cubicBezTo>
                  <a:cubicBezTo>
                    <a:pt x="7681" y="801"/>
                    <a:pt x="8987" y="260"/>
                    <a:pt x="10383" y="193"/>
                  </a:cubicBezTo>
                  <a:close/>
                  <a:moveTo>
                    <a:pt x="10676" y="193"/>
                  </a:moveTo>
                  <a:cubicBezTo>
                    <a:pt x="12027" y="193"/>
                    <a:pt x="13378" y="485"/>
                    <a:pt x="14729" y="711"/>
                  </a:cubicBezTo>
                  <a:cubicBezTo>
                    <a:pt x="15539" y="846"/>
                    <a:pt x="16373" y="981"/>
                    <a:pt x="17206" y="1138"/>
                  </a:cubicBezTo>
                  <a:cubicBezTo>
                    <a:pt x="17363" y="1769"/>
                    <a:pt x="17498" y="2444"/>
                    <a:pt x="17656" y="3120"/>
                  </a:cubicBezTo>
                  <a:cubicBezTo>
                    <a:pt x="17724" y="3503"/>
                    <a:pt x="17791" y="3841"/>
                    <a:pt x="17836" y="4201"/>
                  </a:cubicBezTo>
                  <a:cubicBezTo>
                    <a:pt x="17881" y="4336"/>
                    <a:pt x="17904" y="4516"/>
                    <a:pt x="17926" y="4674"/>
                  </a:cubicBezTo>
                  <a:cubicBezTo>
                    <a:pt x="17926" y="4764"/>
                    <a:pt x="17949" y="4854"/>
                    <a:pt x="17949" y="4899"/>
                  </a:cubicBezTo>
                  <a:cubicBezTo>
                    <a:pt x="17949" y="4966"/>
                    <a:pt x="17994" y="4989"/>
                    <a:pt x="17994" y="5012"/>
                  </a:cubicBezTo>
                  <a:cubicBezTo>
                    <a:pt x="16192" y="4313"/>
                    <a:pt x="14278" y="3796"/>
                    <a:pt x="12364" y="3548"/>
                  </a:cubicBezTo>
                  <a:cubicBezTo>
                    <a:pt x="12139" y="2985"/>
                    <a:pt x="11801" y="2422"/>
                    <a:pt x="11509" y="1859"/>
                  </a:cubicBezTo>
                  <a:cubicBezTo>
                    <a:pt x="11238" y="1296"/>
                    <a:pt x="10946" y="756"/>
                    <a:pt x="10676" y="193"/>
                  </a:cubicBezTo>
                  <a:close/>
                  <a:moveTo>
                    <a:pt x="4821" y="2219"/>
                  </a:moveTo>
                  <a:cubicBezTo>
                    <a:pt x="5091" y="2715"/>
                    <a:pt x="5384" y="3188"/>
                    <a:pt x="5677" y="3638"/>
                  </a:cubicBezTo>
                  <a:cubicBezTo>
                    <a:pt x="5159" y="3728"/>
                    <a:pt x="4596" y="3841"/>
                    <a:pt x="4055" y="3953"/>
                  </a:cubicBezTo>
                  <a:cubicBezTo>
                    <a:pt x="2974" y="4201"/>
                    <a:pt x="1849" y="4516"/>
                    <a:pt x="880" y="5079"/>
                  </a:cubicBezTo>
                  <a:cubicBezTo>
                    <a:pt x="2029" y="3953"/>
                    <a:pt x="3380" y="3007"/>
                    <a:pt x="4821" y="2219"/>
                  </a:cubicBezTo>
                  <a:close/>
                  <a:moveTo>
                    <a:pt x="5496" y="3818"/>
                  </a:moveTo>
                  <a:cubicBezTo>
                    <a:pt x="4641" y="4494"/>
                    <a:pt x="3830" y="5214"/>
                    <a:pt x="3065" y="6002"/>
                  </a:cubicBezTo>
                  <a:cubicBezTo>
                    <a:pt x="2862" y="5867"/>
                    <a:pt x="2704" y="5687"/>
                    <a:pt x="2479" y="5552"/>
                  </a:cubicBezTo>
                  <a:cubicBezTo>
                    <a:pt x="2094" y="5340"/>
                    <a:pt x="1626" y="5227"/>
                    <a:pt x="1160" y="5227"/>
                  </a:cubicBezTo>
                  <a:cubicBezTo>
                    <a:pt x="1082" y="5227"/>
                    <a:pt x="1003" y="5230"/>
                    <a:pt x="925" y="5237"/>
                  </a:cubicBezTo>
                  <a:lnTo>
                    <a:pt x="880" y="5237"/>
                  </a:lnTo>
                  <a:cubicBezTo>
                    <a:pt x="1263" y="5034"/>
                    <a:pt x="1668" y="4854"/>
                    <a:pt x="2074" y="4696"/>
                  </a:cubicBezTo>
                  <a:cubicBezTo>
                    <a:pt x="2614" y="4516"/>
                    <a:pt x="3177" y="4336"/>
                    <a:pt x="3740" y="4201"/>
                  </a:cubicBezTo>
                  <a:cubicBezTo>
                    <a:pt x="4303" y="4066"/>
                    <a:pt x="4888" y="3908"/>
                    <a:pt x="5496" y="3818"/>
                  </a:cubicBezTo>
                  <a:close/>
                  <a:moveTo>
                    <a:pt x="17341" y="1183"/>
                  </a:moveTo>
                  <a:cubicBezTo>
                    <a:pt x="17881" y="1274"/>
                    <a:pt x="18399" y="1364"/>
                    <a:pt x="18962" y="1431"/>
                  </a:cubicBezTo>
                  <a:cubicBezTo>
                    <a:pt x="19615" y="1544"/>
                    <a:pt x="20291" y="1701"/>
                    <a:pt x="20876" y="1994"/>
                  </a:cubicBezTo>
                  <a:cubicBezTo>
                    <a:pt x="21349" y="2264"/>
                    <a:pt x="21732" y="2625"/>
                    <a:pt x="22092" y="3007"/>
                  </a:cubicBezTo>
                  <a:cubicBezTo>
                    <a:pt x="22115" y="3345"/>
                    <a:pt x="22115" y="3683"/>
                    <a:pt x="22115" y="4021"/>
                  </a:cubicBezTo>
                  <a:cubicBezTo>
                    <a:pt x="22137" y="4426"/>
                    <a:pt x="22137" y="4786"/>
                    <a:pt x="22182" y="5192"/>
                  </a:cubicBezTo>
                  <a:cubicBezTo>
                    <a:pt x="22227" y="5890"/>
                    <a:pt x="22250" y="6565"/>
                    <a:pt x="22340" y="7263"/>
                  </a:cubicBezTo>
                  <a:lnTo>
                    <a:pt x="21259" y="6588"/>
                  </a:lnTo>
                  <a:cubicBezTo>
                    <a:pt x="20223" y="6002"/>
                    <a:pt x="19187" y="5484"/>
                    <a:pt x="18129" y="5079"/>
                  </a:cubicBezTo>
                  <a:cubicBezTo>
                    <a:pt x="17904" y="3773"/>
                    <a:pt x="17634" y="2444"/>
                    <a:pt x="17341" y="1183"/>
                  </a:cubicBezTo>
                  <a:close/>
                  <a:moveTo>
                    <a:pt x="9384" y="3493"/>
                  </a:moveTo>
                  <a:cubicBezTo>
                    <a:pt x="10263" y="3493"/>
                    <a:pt x="11145" y="3550"/>
                    <a:pt x="12027" y="3660"/>
                  </a:cubicBezTo>
                  <a:cubicBezTo>
                    <a:pt x="11509" y="3976"/>
                    <a:pt x="10968" y="4291"/>
                    <a:pt x="10473" y="4561"/>
                  </a:cubicBezTo>
                  <a:lnTo>
                    <a:pt x="8694" y="5665"/>
                  </a:lnTo>
                  <a:cubicBezTo>
                    <a:pt x="7546" y="6385"/>
                    <a:pt x="6352" y="7106"/>
                    <a:pt x="5271" y="7916"/>
                  </a:cubicBezTo>
                  <a:cubicBezTo>
                    <a:pt x="5159" y="7849"/>
                    <a:pt x="5046" y="7804"/>
                    <a:pt x="4888" y="7714"/>
                  </a:cubicBezTo>
                  <a:cubicBezTo>
                    <a:pt x="4393" y="7443"/>
                    <a:pt x="3988" y="7038"/>
                    <a:pt x="3605" y="6610"/>
                  </a:cubicBezTo>
                  <a:cubicBezTo>
                    <a:pt x="3425" y="6453"/>
                    <a:pt x="3290" y="6250"/>
                    <a:pt x="3132" y="6092"/>
                  </a:cubicBezTo>
                  <a:cubicBezTo>
                    <a:pt x="3920" y="5259"/>
                    <a:pt x="4776" y="4516"/>
                    <a:pt x="5677" y="3796"/>
                  </a:cubicBezTo>
                  <a:cubicBezTo>
                    <a:pt x="6195" y="3728"/>
                    <a:pt x="6667" y="3660"/>
                    <a:pt x="7185" y="3615"/>
                  </a:cubicBezTo>
                  <a:cubicBezTo>
                    <a:pt x="7914" y="3533"/>
                    <a:pt x="8648" y="3493"/>
                    <a:pt x="9384" y="3493"/>
                  </a:cubicBezTo>
                  <a:close/>
                  <a:moveTo>
                    <a:pt x="12252" y="3660"/>
                  </a:moveTo>
                  <a:cubicBezTo>
                    <a:pt x="12882" y="3751"/>
                    <a:pt x="13558" y="3863"/>
                    <a:pt x="14211" y="3976"/>
                  </a:cubicBezTo>
                  <a:cubicBezTo>
                    <a:pt x="15472" y="4223"/>
                    <a:pt x="16710" y="4629"/>
                    <a:pt x="17904" y="5102"/>
                  </a:cubicBezTo>
                  <a:lnTo>
                    <a:pt x="17881" y="5102"/>
                  </a:lnTo>
                  <a:cubicBezTo>
                    <a:pt x="17588" y="5259"/>
                    <a:pt x="17273" y="5417"/>
                    <a:pt x="17003" y="5574"/>
                  </a:cubicBezTo>
                  <a:cubicBezTo>
                    <a:pt x="16688" y="5755"/>
                    <a:pt x="16418" y="5912"/>
                    <a:pt x="16102" y="6092"/>
                  </a:cubicBezTo>
                  <a:cubicBezTo>
                    <a:pt x="15517" y="6430"/>
                    <a:pt x="14909" y="6768"/>
                    <a:pt x="14323" y="7128"/>
                  </a:cubicBezTo>
                  <a:cubicBezTo>
                    <a:pt x="13738" y="7488"/>
                    <a:pt x="13107" y="7826"/>
                    <a:pt x="12545" y="8232"/>
                  </a:cubicBezTo>
                  <a:cubicBezTo>
                    <a:pt x="12499" y="8232"/>
                    <a:pt x="12409" y="8232"/>
                    <a:pt x="12297" y="8187"/>
                  </a:cubicBezTo>
                  <a:cubicBezTo>
                    <a:pt x="11883" y="8144"/>
                    <a:pt x="11460" y="8128"/>
                    <a:pt x="11045" y="8128"/>
                  </a:cubicBezTo>
                  <a:cubicBezTo>
                    <a:pt x="10805" y="8128"/>
                    <a:pt x="10569" y="8133"/>
                    <a:pt x="10338" y="8141"/>
                  </a:cubicBezTo>
                  <a:cubicBezTo>
                    <a:pt x="9403" y="8174"/>
                    <a:pt x="8481" y="8291"/>
                    <a:pt x="7561" y="8291"/>
                  </a:cubicBezTo>
                  <a:cubicBezTo>
                    <a:pt x="7218" y="8291"/>
                    <a:pt x="6875" y="8274"/>
                    <a:pt x="6532" y="8232"/>
                  </a:cubicBezTo>
                  <a:cubicBezTo>
                    <a:pt x="6127" y="8164"/>
                    <a:pt x="5722" y="8051"/>
                    <a:pt x="5339" y="7916"/>
                  </a:cubicBezTo>
                  <a:cubicBezTo>
                    <a:pt x="6510" y="7218"/>
                    <a:pt x="7636" y="6453"/>
                    <a:pt x="8784" y="5755"/>
                  </a:cubicBezTo>
                  <a:cubicBezTo>
                    <a:pt x="9370" y="5372"/>
                    <a:pt x="9932" y="5034"/>
                    <a:pt x="10518" y="4674"/>
                  </a:cubicBezTo>
                  <a:cubicBezTo>
                    <a:pt x="11081" y="4336"/>
                    <a:pt x="11644" y="3976"/>
                    <a:pt x="12252" y="3660"/>
                  </a:cubicBezTo>
                  <a:close/>
                  <a:moveTo>
                    <a:pt x="18061" y="5192"/>
                  </a:moveTo>
                  <a:cubicBezTo>
                    <a:pt x="19570" y="5777"/>
                    <a:pt x="20966" y="6543"/>
                    <a:pt x="22317" y="7398"/>
                  </a:cubicBezTo>
                  <a:cubicBezTo>
                    <a:pt x="20718" y="8051"/>
                    <a:pt x="19120" y="8727"/>
                    <a:pt x="17566" y="9493"/>
                  </a:cubicBezTo>
                  <a:cubicBezTo>
                    <a:pt x="16373" y="9380"/>
                    <a:pt x="15247" y="8975"/>
                    <a:pt x="14098" y="8637"/>
                  </a:cubicBezTo>
                  <a:cubicBezTo>
                    <a:pt x="13648" y="8502"/>
                    <a:pt x="13198" y="8389"/>
                    <a:pt x="12747" y="8277"/>
                  </a:cubicBezTo>
                  <a:cubicBezTo>
                    <a:pt x="13152" y="8051"/>
                    <a:pt x="13513" y="7826"/>
                    <a:pt x="13873" y="7601"/>
                  </a:cubicBezTo>
                  <a:cubicBezTo>
                    <a:pt x="14323" y="7331"/>
                    <a:pt x="14796" y="7061"/>
                    <a:pt x="15247" y="6790"/>
                  </a:cubicBezTo>
                  <a:cubicBezTo>
                    <a:pt x="16192" y="6250"/>
                    <a:pt x="17116" y="5710"/>
                    <a:pt x="18061" y="5192"/>
                  </a:cubicBezTo>
                  <a:close/>
                  <a:moveTo>
                    <a:pt x="22205" y="3165"/>
                  </a:moveTo>
                  <a:cubicBezTo>
                    <a:pt x="22565" y="3548"/>
                    <a:pt x="22948" y="3998"/>
                    <a:pt x="23398" y="4358"/>
                  </a:cubicBezTo>
                  <a:cubicBezTo>
                    <a:pt x="23848" y="4764"/>
                    <a:pt x="24366" y="5012"/>
                    <a:pt x="24907" y="5259"/>
                  </a:cubicBezTo>
                  <a:cubicBezTo>
                    <a:pt x="25335" y="5462"/>
                    <a:pt x="25762" y="5665"/>
                    <a:pt x="26145" y="5912"/>
                  </a:cubicBezTo>
                  <a:cubicBezTo>
                    <a:pt x="26010" y="6768"/>
                    <a:pt x="25898" y="7624"/>
                    <a:pt x="25762" y="8479"/>
                  </a:cubicBezTo>
                  <a:cubicBezTo>
                    <a:pt x="25717" y="8704"/>
                    <a:pt x="25695" y="8907"/>
                    <a:pt x="25672" y="9132"/>
                  </a:cubicBezTo>
                  <a:cubicBezTo>
                    <a:pt x="25650" y="9245"/>
                    <a:pt x="25650" y="9357"/>
                    <a:pt x="25605" y="9425"/>
                  </a:cubicBezTo>
                  <a:cubicBezTo>
                    <a:pt x="25605" y="9493"/>
                    <a:pt x="25605" y="9583"/>
                    <a:pt x="25582" y="9650"/>
                  </a:cubicBezTo>
                  <a:cubicBezTo>
                    <a:pt x="24591" y="8840"/>
                    <a:pt x="23556" y="8051"/>
                    <a:pt x="22475" y="7353"/>
                  </a:cubicBezTo>
                  <a:cubicBezTo>
                    <a:pt x="22430" y="6610"/>
                    <a:pt x="22385" y="5912"/>
                    <a:pt x="22317" y="5192"/>
                  </a:cubicBezTo>
                  <a:cubicBezTo>
                    <a:pt x="22295" y="4809"/>
                    <a:pt x="22250" y="4449"/>
                    <a:pt x="22250" y="4088"/>
                  </a:cubicBezTo>
                  <a:cubicBezTo>
                    <a:pt x="22227" y="3773"/>
                    <a:pt x="22205" y="3458"/>
                    <a:pt x="22205" y="3165"/>
                  </a:cubicBezTo>
                  <a:close/>
                  <a:moveTo>
                    <a:pt x="22430" y="7511"/>
                  </a:moveTo>
                  <a:cubicBezTo>
                    <a:pt x="23511" y="8232"/>
                    <a:pt x="24546" y="9020"/>
                    <a:pt x="25492" y="9830"/>
                  </a:cubicBezTo>
                  <a:cubicBezTo>
                    <a:pt x="25357" y="9943"/>
                    <a:pt x="25019" y="9965"/>
                    <a:pt x="24862" y="9965"/>
                  </a:cubicBezTo>
                  <a:cubicBezTo>
                    <a:pt x="24682" y="9988"/>
                    <a:pt x="24479" y="10033"/>
                    <a:pt x="24321" y="10078"/>
                  </a:cubicBezTo>
                  <a:cubicBezTo>
                    <a:pt x="23398" y="9718"/>
                    <a:pt x="22340" y="9628"/>
                    <a:pt x="21326" y="9605"/>
                  </a:cubicBezTo>
                  <a:cubicBezTo>
                    <a:pt x="20929" y="9598"/>
                    <a:pt x="20531" y="9598"/>
                    <a:pt x="20132" y="9598"/>
                  </a:cubicBezTo>
                  <a:lnTo>
                    <a:pt x="20132" y="9598"/>
                  </a:lnTo>
                  <a:cubicBezTo>
                    <a:pt x="19335" y="9598"/>
                    <a:pt x="18534" y="9598"/>
                    <a:pt x="17724" y="9538"/>
                  </a:cubicBezTo>
                  <a:lnTo>
                    <a:pt x="17701" y="9538"/>
                  </a:lnTo>
                  <a:cubicBezTo>
                    <a:pt x="19255" y="8794"/>
                    <a:pt x="20831" y="8074"/>
                    <a:pt x="22430" y="7511"/>
                  </a:cubicBezTo>
                  <a:close/>
                  <a:moveTo>
                    <a:pt x="25627" y="9920"/>
                  </a:moveTo>
                  <a:cubicBezTo>
                    <a:pt x="25717" y="9988"/>
                    <a:pt x="25807" y="10055"/>
                    <a:pt x="25898" y="10146"/>
                  </a:cubicBezTo>
                  <a:cubicBezTo>
                    <a:pt x="27609" y="11654"/>
                    <a:pt x="29185" y="13298"/>
                    <a:pt x="30649" y="15032"/>
                  </a:cubicBezTo>
                  <a:cubicBezTo>
                    <a:pt x="29185" y="14424"/>
                    <a:pt x="28104" y="13005"/>
                    <a:pt x="26978" y="11902"/>
                  </a:cubicBezTo>
                  <a:cubicBezTo>
                    <a:pt x="26325" y="11226"/>
                    <a:pt x="25582" y="10618"/>
                    <a:pt x="24704" y="10213"/>
                  </a:cubicBezTo>
                  <a:cubicBezTo>
                    <a:pt x="24659" y="10191"/>
                    <a:pt x="24637" y="10191"/>
                    <a:pt x="24569" y="10168"/>
                  </a:cubicBezTo>
                  <a:cubicBezTo>
                    <a:pt x="24682" y="10146"/>
                    <a:pt x="24772" y="10146"/>
                    <a:pt x="24884" y="10101"/>
                  </a:cubicBezTo>
                  <a:cubicBezTo>
                    <a:pt x="25019" y="10078"/>
                    <a:pt x="25132" y="10055"/>
                    <a:pt x="25267" y="10033"/>
                  </a:cubicBezTo>
                  <a:cubicBezTo>
                    <a:pt x="25357" y="9988"/>
                    <a:pt x="25470" y="9988"/>
                    <a:pt x="25560" y="9965"/>
                  </a:cubicBezTo>
                  <a:cubicBezTo>
                    <a:pt x="25582" y="9965"/>
                    <a:pt x="25605" y="9943"/>
                    <a:pt x="25627" y="9920"/>
                  </a:cubicBezTo>
                  <a:close/>
                  <a:moveTo>
                    <a:pt x="26235" y="6002"/>
                  </a:moveTo>
                  <a:cubicBezTo>
                    <a:pt x="26325" y="6047"/>
                    <a:pt x="26393" y="6137"/>
                    <a:pt x="26483" y="6205"/>
                  </a:cubicBezTo>
                  <a:cubicBezTo>
                    <a:pt x="26911" y="6565"/>
                    <a:pt x="27271" y="7016"/>
                    <a:pt x="27541" y="7488"/>
                  </a:cubicBezTo>
                  <a:cubicBezTo>
                    <a:pt x="28172" y="8524"/>
                    <a:pt x="28532" y="9695"/>
                    <a:pt x="28982" y="10821"/>
                  </a:cubicBezTo>
                  <a:cubicBezTo>
                    <a:pt x="29500" y="12082"/>
                    <a:pt x="30063" y="13366"/>
                    <a:pt x="30739" y="14582"/>
                  </a:cubicBezTo>
                  <a:cubicBezTo>
                    <a:pt x="30851" y="14784"/>
                    <a:pt x="30964" y="14987"/>
                    <a:pt x="31054" y="15167"/>
                  </a:cubicBezTo>
                  <a:cubicBezTo>
                    <a:pt x="29388" y="13253"/>
                    <a:pt x="27631" y="11407"/>
                    <a:pt x="25695" y="9763"/>
                  </a:cubicBezTo>
                  <a:cubicBezTo>
                    <a:pt x="25695" y="9718"/>
                    <a:pt x="25717" y="9650"/>
                    <a:pt x="25717" y="9605"/>
                  </a:cubicBezTo>
                  <a:cubicBezTo>
                    <a:pt x="25762" y="9357"/>
                    <a:pt x="25807" y="9087"/>
                    <a:pt x="25830" y="8840"/>
                  </a:cubicBezTo>
                  <a:cubicBezTo>
                    <a:pt x="25988" y="7894"/>
                    <a:pt x="26123" y="6948"/>
                    <a:pt x="26235" y="6002"/>
                  </a:cubicBezTo>
                  <a:close/>
                  <a:moveTo>
                    <a:pt x="20515" y="12694"/>
                  </a:moveTo>
                  <a:cubicBezTo>
                    <a:pt x="21726" y="12694"/>
                    <a:pt x="22915" y="13057"/>
                    <a:pt x="24051" y="13456"/>
                  </a:cubicBezTo>
                  <a:cubicBezTo>
                    <a:pt x="25267" y="13906"/>
                    <a:pt x="26460" y="14469"/>
                    <a:pt x="27541" y="15122"/>
                  </a:cubicBezTo>
                  <a:cubicBezTo>
                    <a:pt x="27721" y="15235"/>
                    <a:pt x="27924" y="15347"/>
                    <a:pt x="28082" y="15460"/>
                  </a:cubicBezTo>
                  <a:cubicBezTo>
                    <a:pt x="26843" y="15572"/>
                    <a:pt x="25582" y="15707"/>
                    <a:pt x="24321" y="15888"/>
                  </a:cubicBezTo>
                  <a:cubicBezTo>
                    <a:pt x="23601" y="16000"/>
                    <a:pt x="22880" y="16135"/>
                    <a:pt x="22182" y="16270"/>
                  </a:cubicBezTo>
                  <a:cubicBezTo>
                    <a:pt x="19502" y="15595"/>
                    <a:pt x="16823" y="14987"/>
                    <a:pt x="14143" y="14446"/>
                  </a:cubicBezTo>
                  <a:cubicBezTo>
                    <a:pt x="13468" y="14311"/>
                    <a:pt x="12815" y="14199"/>
                    <a:pt x="12117" y="14086"/>
                  </a:cubicBezTo>
                  <a:lnTo>
                    <a:pt x="12297" y="13996"/>
                  </a:lnTo>
                  <a:cubicBezTo>
                    <a:pt x="13468" y="13366"/>
                    <a:pt x="14819" y="13546"/>
                    <a:pt x="16102" y="13478"/>
                  </a:cubicBezTo>
                  <a:cubicBezTo>
                    <a:pt x="16733" y="13456"/>
                    <a:pt x="17386" y="13343"/>
                    <a:pt x="18016" y="13163"/>
                  </a:cubicBezTo>
                  <a:cubicBezTo>
                    <a:pt x="18692" y="12983"/>
                    <a:pt x="19367" y="12780"/>
                    <a:pt x="20043" y="12713"/>
                  </a:cubicBezTo>
                  <a:cubicBezTo>
                    <a:pt x="20200" y="12700"/>
                    <a:pt x="20358" y="12694"/>
                    <a:pt x="20515" y="12694"/>
                  </a:cubicBezTo>
                  <a:close/>
                  <a:moveTo>
                    <a:pt x="12072" y="14131"/>
                  </a:moveTo>
                  <a:cubicBezTo>
                    <a:pt x="13333" y="14446"/>
                    <a:pt x="14594" y="14694"/>
                    <a:pt x="15877" y="14942"/>
                  </a:cubicBezTo>
                  <a:cubicBezTo>
                    <a:pt x="17228" y="15257"/>
                    <a:pt x="18579" y="15550"/>
                    <a:pt x="19930" y="15888"/>
                  </a:cubicBezTo>
                  <a:cubicBezTo>
                    <a:pt x="20561" y="16045"/>
                    <a:pt x="21214" y="16180"/>
                    <a:pt x="21867" y="16360"/>
                  </a:cubicBezTo>
                  <a:cubicBezTo>
                    <a:pt x="20336" y="16698"/>
                    <a:pt x="18849" y="17104"/>
                    <a:pt x="17386" y="17621"/>
                  </a:cubicBezTo>
                  <a:cubicBezTo>
                    <a:pt x="15945" y="18139"/>
                    <a:pt x="14549" y="18747"/>
                    <a:pt x="13175" y="19423"/>
                  </a:cubicBezTo>
                  <a:cubicBezTo>
                    <a:pt x="13130" y="19423"/>
                    <a:pt x="13085" y="19400"/>
                    <a:pt x="13062" y="19400"/>
                  </a:cubicBezTo>
                  <a:cubicBezTo>
                    <a:pt x="12905" y="19333"/>
                    <a:pt x="12747" y="19310"/>
                    <a:pt x="12612" y="19288"/>
                  </a:cubicBezTo>
                  <a:cubicBezTo>
                    <a:pt x="11554" y="18995"/>
                    <a:pt x="10495" y="18747"/>
                    <a:pt x="9415" y="18500"/>
                  </a:cubicBezTo>
                  <a:cubicBezTo>
                    <a:pt x="8266" y="18229"/>
                    <a:pt x="7118" y="18049"/>
                    <a:pt x="5969" y="17869"/>
                  </a:cubicBezTo>
                  <a:cubicBezTo>
                    <a:pt x="6014" y="17824"/>
                    <a:pt x="6082" y="17734"/>
                    <a:pt x="6127" y="17689"/>
                  </a:cubicBezTo>
                  <a:cubicBezTo>
                    <a:pt x="6577" y="17239"/>
                    <a:pt x="7095" y="16901"/>
                    <a:pt x="7681" y="16676"/>
                  </a:cubicBezTo>
                  <a:cubicBezTo>
                    <a:pt x="8266" y="16405"/>
                    <a:pt x="8897" y="16248"/>
                    <a:pt x="9460" y="15955"/>
                  </a:cubicBezTo>
                  <a:cubicBezTo>
                    <a:pt x="10405" y="15482"/>
                    <a:pt x="11171" y="14672"/>
                    <a:pt x="12072" y="14131"/>
                  </a:cubicBezTo>
                  <a:close/>
                  <a:moveTo>
                    <a:pt x="5857" y="17982"/>
                  </a:moveTo>
                  <a:cubicBezTo>
                    <a:pt x="7883" y="18297"/>
                    <a:pt x="9887" y="18725"/>
                    <a:pt x="11846" y="19220"/>
                  </a:cubicBezTo>
                  <a:cubicBezTo>
                    <a:pt x="12072" y="19288"/>
                    <a:pt x="12319" y="19378"/>
                    <a:pt x="12545" y="19423"/>
                  </a:cubicBezTo>
                  <a:cubicBezTo>
                    <a:pt x="12657" y="19445"/>
                    <a:pt x="12815" y="19490"/>
                    <a:pt x="12905" y="19535"/>
                  </a:cubicBezTo>
                  <a:lnTo>
                    <a:pt x="12950" y="19535"/>
                  </a:lnTo>
                  <a:cubicBezTo>
                    <a:pt x="12274" y="19896"/>
                    <a:pt x="11576" y="20279"/>
                    <a:pt x="10923" y="20684"/>
                  </a:cubicBezTo>
                  <a:cubicBezTo>
                    <a:pt x="9550" y="21562"/>
                    <a:pt x="8221" y="22530"/>
                    <a:pt x="7005" y="23611"/>
                  </a:cubicBezTo>
                  <a:cubicBezTo>
                    <a:pt x="6195" y="23701"/>
                    <a:pt x="5384" y="23791"/>
                    <a:pt x="4551" y="23904"/>
                  </a:cubicBezTo>
                  <a:cubicBezTo>
                    <a:pt x="4145" y="23949"/>
                    <a:pt x="3718" y="24016"/>
                    <a:pt x="3312" y="24062"/>
                  </a:cubicBezTo>
                  <a:cubicBezTo>
                    <a:pt x="3020" y="24129"/>
                    <a:pt x="2704" y="24152"/>
                    <a:pt x="2389" y="24219"/>
                  </a:cubicBezTo>
                  <a:cubicBezTo>
                    <a:pt x="2412" y="24174"/>
                    <a:pt x="2457" y="24152"/>
                    <a:pt x="2457" y="24107"/>
                  </a:cubicBezTo>
                  <a:cubicBezTo>
                    <a:pt x="2749" y="23566"/>
                    <a:pt x="3155" y="23093"/>
                    <a:pt x="3515" y="22575"/>
                  </a:cubicBezTo>
                  <a:cubicBezTo>
                    <a:pt x="3875" y="22080"/>
                    <a:pt x="4213" y="21562"/>
                    <a:pt x="4438" y="20999"/>
                  </a:cubicBezTo>
                  <a:cubicBezTo>
                    <a:pt x="4708" y="20414"/>
                    <a:pt x="4866" y="19783"/>
                    <a:pt x="5114" y="19198"/>
                  </a:cubicBezTo>
                  <a:cubicBezTo>
                    <a:pt x="5316" y="18747"/>
                    <a:pt x="5541" y="18365"/>
                    <a:pt x="5857" y="17982"/>
                  </a:cubicBezTo>
                  <a:close/>
                  <a:moveTo>
                    <a:pt x="22092" y="16563"/>
                  </a:moveTo>
                  <a:lnTo>
                    <a:pt x="22092" y="16563"/>
                  </a:lnTo>
                  <a:cubicBezTo>
                    <a:pt x="21529" y="17914"/>
                    <a:pt x="20966" y="19288"/>
                    <a:pt x="20403" y="20661"/>
                  </a:cubicBezTo>
                  <a:cubicBezTo>
                    <a:pt x="19818" y="22080"/>
                    <a:pt x="19210" y="23499"/>
                    <a:pt x="18692" y="24917"/>
                  </a:cubicBezTo>
                  <a:cubicBezTo>
                    <a:pt x="18377" y="25007"/>
                    <a:pt x="18039" y="25075"/>
                    <a:pt x="17769" y="25232"/>
                  </a:cubicBezTo>
                  <a:cubicBezTo>
                    <a:pt x="16688" y="25683"/>
                    <a:pt x="15900" y="26493"/>
                    <a:pt x="14954" y="27101"/>
                  </a:cubicBezTo>
                  <a:cubicBezTo>
                    <a:pt x="13941" y="27754"/>
                    <a:pt x="12770" y="27957"/>
                    <a:pt x="11621" y="28002"/>
                  </a:cubicBezTo>
                  <a:cubicBezTo>
                    <a:pt x="12094" y="25840"/>
                    <a:pt x="12612" y="23656"/>
                    <a:pt x="13085" y="21472"/>
                  </a:cubicBezTo>
                  <a:cubicBezTo>
                    <a:pt x="13198" y="20954"/>
                    <a:pt x="13333" y="20391"/>
                    <a:pt x="13445" y="19851"/>
                  </a:cubicBezTo>
                  <a:cubicBezTo>
                    <a:pt x="13468" y="19738"/>
                    <a:pt x="13513" y="19648"/>
                    <a:pt x="13423" y="19558"/>
                  </a:cubicBezTo>
                  <a:cubicBezTo>
                    <a:pt x="14526" y="18995"/>
                    <a:pt x="15652" y="18522"/>
                    <a:pt x="16778" y="18094"/>
                  </a:cubicBezTo>
                  <a:cubicBezTo>
                    <a:pt x="18489" y="17464"/>
                    <a:pt x="20291" y="16946"/>
                    <a:pt x="22092" y="16563"/>
                  </a:cubicBezTo>
                  <a:close/>
                  <a:moveTo>
                    <a:pt x="13198" y="19626"/>
                  </a:moveTo>
                  <a:cubicBezTo>
                    <a:pt x="13220" y="19648"/>
                    <a:pt x="13265" y="19671"/>
                    <a:pt x="13265" y="19716"/>
                  </a:cubicBezTo>
                  <a:cubicBezTo>
                    <a:pt x="13265" y="19738"/>
                    <a:pt x="13220" y="19783"/>
                    <a:pt x="13220" y="19828"/>
                  </a:cubicBezTo>
                  <a:cubicBezTo>
                    <a:pt x="13107" y="20346"/>
                    <a:pt x="12995" y="20864"/>
                    <a:pt x="12882" y="21404"/>
                  </a:cubicBezTo>
                  <a:cubicBezTo>
                    <a:pt x="12657" y="22463"/>
                    <a:pt x="12409" y="23499"/>
                    <a:pt x="12184" y="24579"/>
                  </a:cubicBezTo>
                  <a:cubicBezTo>
                    <a:pt x="11937" y="25728"/>
                    <a:pt x="11689" y="26854"/>
                    <a:pt x="11419" y="28002"/>
                  </a:cubicBezTo>
                  <a:cubicBezTo>
                    <a:pt x="11232" y="28010"/>
                    <a:pt x="11044" y="28013"/>
                    <a:pt x="10855" y="28013"/>
                  </a:cubicBezTo>
                  <a:cubicBezTo>
                    <a:pt x="10139" y="28013"/>
                    <a:pt x="9411" y="27969"/>
                    <a:pt x="8694" y="27969"/>
                  </a:cubicBezTo>
                  <a:cubicBezTo>
                    <a:pt x="8506" y="27969"/>
                    <a:pt x="8318" y="27972"/>
                    <a:pt x="8131" y="27980"/>
                  </a:cubicBezTo>
                  <a:cubicBezTo>
                    <a:pt x="7658" y="28002"/>
                    <a:pt x="7208" y="28070"/>
                    <a:pt x="6735" y="28182"/>
                  </a:cubicBezTo>
                  <a:cubicBezTo>
                    <a:pt x="6893" y="26719"/>
                    <a:pt x="7005" y="25232"/>
                    <a:pt x="7185" y="23724"/>
                  </a:cubicBezTo>
                  <a:cubicBezTo>
                    <a:pt x="8199" y="22801"/>
                    <a:pt x="9279" y="21990"/>
                    <a:pt x="10405" y="21224"/>
                  </a:cubicBezTo>
                  <a:cubicBezTo>
                    <a:pt x="11306" y="20639"/>
                    <a:pt x="12252" y="20098"/>
                    <a:pt x="13198" y="19626"/>
                  </a:cubicBezTo>
                  <a:close/>
                  <a:moveTo>
                    <a:pt x="6870" y="23791"/>
                  </a:moveTo>
                  <a:lnTo>
                    <a:pt x="6870" y="23791"/>
                  </a:lnTo>
                  <a:cubicBezTo>
                    <a:pt x="6510" y="24129"/>
                    <a:pt x="6127" y="24489"/>
                    <a:pt x="5789" y="24850"/>
                  </a:cubicBezTo>
                  <a:cubicBezTo>
                    <a:pt x="4326" y="26426"/>
                    <a:pt x="3087" y="28272"/>
                    <a:pt x="2389" y="30321"/>
                  </a:cubicBezTo>
                  <a:cubicBezTo>
                    <a:pt x="2389" y="30412"/>
                    <a:pt x="2344" y="30547"/>
                    <a:pt x="2299" y="30659"/>
                  </a:cubicBezTo>
                  <a:cubicBezTo>
                    <a:pt x="1781" y="28610"/>
                    <a:pt x="1398" y="26313"/>
                    <a:pt x="2344" y="24377"/>
                  </a:cubicBezTo>
                  <a:cubicBezTo>
                    <a:pt x="2682" y="24377"/>
                    <a:pt x="3042" y="24264"/>
                    <a:pt x="3380" y="24242"/>
                  </a:cubicBezTo>
                  <a:cubicBezTo>
                    <a:pt x="3808" y="24174"/>
                    <a:pt x="4213" y="24129"/>
                    <a:pt x="4618" y="24062"/>
                  </a:cubicBezTo>
                  <a:cubicBezTo>
                    <a:pt x="5384" y="23949"/>
                    <a:pt x="6127" y="23881"/>
                    <a:pt x="6870" y="23791"/>
                  </a:cubicBezTo>
                  <a:close/>
                  <a:moveTo>
                    <a:pt x="7095" y="23881"/>
                  </a:moveTo>
                  <a:cubicBezTo>
                    <a:pt x="6960" y="25300"/>
                    <a:pt x="6780" y="26764"/>
                    <a:pt x="6645" y="28205"/>
                  </a:cubicBezTo>
                  <a:cubicBezTo>
                    <a:pt x="5069" y="28565"/>
                    <a:pt x="3695" y="29398"/>
                    <a:pt x="2637" y="30592"/>
                  </a:cubicBezTo>
                  <a:cubicBezTo>
                    <a:pt x="2569" y="30704"/>
                    <a:pt x="2479" y="30817"/>
                    <a:pt x="2389" y="30907"/>
                  </a:cubicBezTo>
                  <a:cubicBezTo>
                    <a:pt x="3065" y="28903"/>
                    <a:pt x="4145" y="27079"/>
                    <a:pt x="5519" y="25480"/>
                  </a:cubicBezTo>
                  <a:cubicBezTo>
                    <a:pt x="5992" y="24917"/>
                    <a:pt x="6532" y="24377"/>
                    <a:pt x="7095" y="23881"/>
                  </a:cubicBezTo>
                  <a:close/>
                  <a:moveTo>
                    <a:pt x="10585" y="0"/>
                  </a:moveTo>
                  <a:cubicBezTo>
                    <a:pt x="10118" y="0"/>
                    <a:pt x="9647" y="50"/>
                    <a:pt x="9167" y="170"/>
                  </a:cubicBezTo>
                  <a:cubicBezTo>
                    <a:pt x="8491" y="305"/>
                    <a:pt x="7861" y="553"/>
                    <a:pt x="7208" y="823"/>
                  </a:cubicBezTo>
                  <a:cubicBezTo>
                    <a:pt x="4866" y="1814"/>
                    <a:pt x="2614" y="3098"/>
                    <a:pt x="768" y="4854"/>
                  </a:cubicBezTo>
                  <a:lnTo>
                    <a:pt x="92" y="5507"/>
                  </a:lnTo>
                  <a:cubicBezTo>
                    <a:pt x="1" y="5598"/>
                    <a:pt x="87" y="5734"/>
                    <a:pt x="183" y="5734"/>
                  </a:cubicBezTo>
                  <a:cubicBezTo>
                    <a:pt x="206" y="5734"/>
                    <a:pt x="229" y="5727"/>
                    <a:pt x="250" y="5710"/>
                  </a:cubicBezTo>
                  <a:cubicBezTo>
                    <a:pt x="610" y="5529"/>
                    <a:pt x="990" y="5429"/>
                    <a:pt x="1377" y="5429"/>
                  </a:cubicBezTo>
                  <a:cubicBezTo>
                    <a:pt x="1571" y="5429"/>
                    <a:pt x="1766" y="5454"/>
                    <a:pt x="1961" y="5507"/>
                  </a:cubicBezTo>
                  <a:cubicBezTo>
                    <a:pt x="2524" y="5687"/>
                    <a:pt x="2952" y="6070"/>
                    <a:pt x="3312" y="6543"/>
                  </a:cubicBezTo>
                  <a:cubicBezTo>
                    <a:pt x="3695" y="6948"/>
                    <a:pt x="4055" y="7376"/>
                    <a:pt x="4506" y="7691"/>
                  </a:cubicBezTo>
                  <a:cubicBezTo>
                    <a:pt x="4934" y="7961"/>
                    <a:pt x="5406" y="8164"/>
                    <a:pt x="5902" y="8299"/>
                  </a:cubicBezTo>
                  <a:cubicBezTo>
                    <a:pt x="6566" y="8465"/>
                    <a:pt x="7230" y="8515"/>
                    <a:pt x="7898" y="8515"/>
                  </a:cubicBezTo>
                  <a:cubicBezTo>
                    <a:pt x="8408" y="8515"/>
                    <a:pt x="8920" y="8486"/>
                    <a:pt x="9437" y="8457"/>
                  </a:cubicBezTo>
                  <a:cubicBezTo>
                    <a:pt x="9993" y="8401"/>
                    <a:pt x="10549" y="8361"/>
                    <a:pt x="11117" y="8361"/>
                  </a:cubicBezTo>
                  <a:cubicBezTo>
                    <a:pt x="11240" y="8361"/>
                    <a:pt x="11363" y="8363"/>
                    <a:pt x="11486" y="8367"/>
                  </a:cubicBezTo>
                  <a:cubicBezTo>
                    <a:pt x="11801" y="8367"/>
                    <a:pt x="12094" y="8412"/>
                    <a:pt x="12409" y="8479"/>
                  </a:cubicBezTo>
                  <a:lnTo>
                    <a:pt x="12432" y="8479"/>
                  </a:lnTo>
                  <a:cubicBezTo>
                    <a:pt x="12747" y="8524"/>
                    <a:pt x="13085" y="8614"/>
                    <a:pt x="13400" y="8704"/>
                  </a:cubicBezTo>
                  <a:cubicBezTo>
                    <a:pt x="14571" y="9042"/>
                    <a:pt x="15742" y="9515"/>
                    <a:pt x="16980" y="9740"/>
                  </a:cubicBezTo>
                  <a:cubicBezTo>
                    <a:pt x="17920" y="9906"/>
                    <a:pt x="18875" y="9921"/>
                    <a:pt x="19845" y="9921"/>
                  </a:cubicBezTo>
                  <a:cubicBezTo>
                    <a:pt x="20060" y="9921"/>
                    <a:pt x="20276" y="9920"/>
                    <a:pt x="20493" y="9920"/>
                  </a:cubicBezTo>
                  <a:cubicBezTo>
                    <a:pt x="21642" y="9920"/>
                    <a:pt x="22835" y="9943"/>
                    <a:pt x="23961" y="10303"/>
                  </a:cubicBezTo>
                  <a:cubicBezTo>
                    <a:pt x="24929" y="10618"/>
                    <a:pt x="25762" y="11204"/>
                    <a:pt x="26483" y="11879"/>
                  </a:cubicBezTo>
                  <a:cubicBezTo>
                    <a:pt x="27789" y="13118"/>
                    <a:pt x="28937" y="14717"/>
                    <a:pt x="30649" y="15392"/>
                  </a:cubicBezTo>
                  <a:cubicBezTo>
                    <a:pt x="30671" y="15392"/>
                    <a:pt x="30716" y="15437"/>
                    <a:pt x="30739" y="15437"/>
                  </a:cubicBezTo>
                  <a:cubicBezTo>
                    <a:pt x="29951" y="15437"/>
                    <a:pt x="29140" y="15460"/>
                    <a:pt x="28352" y="15505"/>
                  </a:cubicBezTo>
                  <a:cubicBezTo>
                    <a:pt x="27339" y="14784"/>
                    <a:pt x="26235" y="14154"/>
                    <a:pt x="25109" y="13681"/>
                  </a:cubicBezTo>
                  <a:cubicBezTo>
                    <a:pt x="23871" y="13140"/>
                    <a:pt x="22542" y="12690"/>
                    <a:pt x="21191" y="12555"/>
                  </a:cubicBezTo>
                  <a:cubicBezTo>
                    <a:pt x="20987" y="12541"/>
                    <a:pt x="20782" y="12534"/>
                    <a:pt x="20578" y="12534"/>
                  </a:cubicBezTo>
                  <a:cubicBezTo>
                    <a:pt x="20107" y="12534"/>
                    <a:pt x="19636" y="12573"/>
                    <a:pt x="19165" y="12668"/>
                  </a:cubicBezTo>
                  <a:cubicBezTo>
                    <a:pt x="18467" y="12803"/>
                    <a:pt x="17791" y="13073"/>
                    <a:pt x="17048" y="13185"/>
                  </a:cubicBezTo>
                  <a:cubicBezTo>
                    <a:pt x="15765" y="13366"/>
                    <a:pt x="14436" y="13140"/>
                    <a:pt x="13152" y="13456"/>
                  </a:cubicBezTo>
                  <a:cubicBezTo>
                    <a:pt x="11914" y="13748"/>
                    <a:pt x="11058" y="14649"/>
                    <a:pt x="10068" y="15370"/>
                  </a:cubicBezTo>
                  <a:cubicBezTo>
                    <a:pt x="9009" y="16135"/>
                    <a:pt x="7658" y="16293"/>
                    <a:pt x="6577" y="17058"/>
                  </a:cubicBezTo>
                  <a:cubicBezTo>
                    <a:pt x="6104" y="17396"/>
                    <a:pt x="5722" y="17824"/>
                    <a:pt x="5384" y="18297"/>
                  </a:cubicBezTo>
                  <a:cubicBezTo>
                    <a:pt x="5001" y="18837"/>
                    <a:pt x="4776" y="19423"/>
                    <a:pt x="4596" y="20053"/>
                  </a:cubicBezTo>
                  <a:cubicBezTo>
                    <a:pt x="4371" y="20661"/>
                    <a:pt x="4145" y="21314"/>
                    <a:pt x="3808" y="21877"/>
                  </a:cubicBezTo>
                  <a:cubicBezTo>
                    <a:pt x="3425" y="22440"/>
                    <a:pt x="3020" y="22913"/>
                    <a:pt x="2614" y="23454"/>
                  </a:cubicBezTo>
                  <a:cubicBezTo>
                    <a:pt x="1916" y="24467"/>
                    <a:pt x="1556" y="25593"/>
                    <a:pt x="1488" y="26831"/>
                  </a:cubicBezTo>
                  <a:cubicBezTo>
                    <a:pt x="1443" y="28070"/>
                    <a:pt x="1668" y="29308"/>
                    <a:pt x="1939" y="30524"/>
                  </a:cubicBezTo>
                  <a:cubicBezTo>
                    <a:pt x="2029" y="30817"/>
                    <a:pt x="2074" y="31132"/>
                    <a:pt x="2164" y="31447"/>
                  </a:cubicBezTo>
                  <a:cubicBezTo>
                    <a:pt x="2177" y="31513"/>
                    <a:pt x="2244" y="31548"/>
                    <a:pt x="2306" y="31548"/>
                  </a:cubicBezTo>
                  <a:cubicBezTo>
                    <a:pt x="2350" y="31548"/>
                    <a:pt x="2393" y="31530"/>
                    <a:pt x="2412" y="31492"/>
                  </a:cubicBezTo>
                  <a:cubicBezTo>
                    <a:pt x="3650" y="29691"/>
                    <a:pt x="5609" y="28543"/>
                    <a:pt x="7793" y="28340"/>
                  </a:cubicBezTo>
                  <a:cubicBezTo>
                    <a:pt x="8114" y="28314"/>
                    <a:pt x="8438" y="28305"/>
                    <a:pt x="8764" y="28305"/>
                  </a:cubicBezTo>
                  <a:cubicBezTo>
                    <a:pt x="9599" y="28305"/>
                    <a:pt x="10449" y="28365"/>
                    <a:pt x="11291" y="28365"/>
                  </a:cubicBezTo>
                  <a:cubicBezTo>
                    <a:pt x="12433" y="28365"/>
                    <a:pt x="13560" y="28254"/>
                    <a:pt x="14616" y="27732"/>
                  </a:cubicBezTo>
                  <a:cubicBezTo>
                    <a:pt x="15629" y="27214"/>
                    <a:pt x="16418" y="26381"/>
                    <a:pt x="17386" y="25840"/>
                  </a:cubicBezTo>
                  <a:cubicBezTo>
                    <a:pt x="18467" y="25255"/>
                    <a:pt x="19705" y="25165"/>
                    <a:pt x="20854" y="24850"/>
                  </a:cubicBezTo>
                  <a:cubicBezTo>
                    <a:pt x="22723" y="24354"/>
                    <a:pt x="24434" y="23273"/>
                    <a:pt x="25762" y="21855"/>
                  </a:cubicBezTo>
                  <a:cubicBezTo>
                    <a:pt x="27068" y="20436"/>
                    <a:pt x="28059" y="18635"/>
                    <a:pt x="28419" y="16721"/>
                  </a:cubicBezTo>
                  <a:cubicBezTo>
                    <a:pt x="28487" y="16496"/>
                    <a:pt x="28510" y="16248"/>
                    <a:pt x="28532" y="16000"/>
                  </a:cubicBezTo>
                  <a:cubicBezTo>
                    <a:pt x="28558" y="15895"/>
                    <a:pt x="28478" y="15836"/>
                    <a:pt x="28401" y="15836"/>
                  </a:cubicBezTo>
                  <a:cubicBezTo>
                    <a:pt x="28346" y="15836"/>
                    <a:pt x="28294" y="15867"/>
                    <a:pt x="28284" y="15933"/>
                  </a:cubicBezTo>
                  <a:cubicBezTo>
                    <a:pt x="28037" y="17869"/>
                    <a:pt x="27136" y="19716"/>
                    <a:pt x="25898" y="21202"/>
                  </a:cubicBezTo>
                  <a:cubicBezTo>
                    <a:pt x="24637" y="22688"/>
                    <a:pt x="22970" y="23836"/>
                    <a:pt x="21101" y="24444"/>
                  </a:cubicBezTo>
                  <a:cubicBezTo>
                    <a:pt x="20381" y="24669"/>
                    <a:pt x="19593" y="24782"/>
                    <a:pt x="18849" y="24962"/>
                  </a:cubicBezTo>
                  <a:cubicBezTo>
                    <a:pt x="19457" y="23589"/>
                    <a:pt x="19975" y="22215"/>
                    <a:pt x="20538" y="20796"/>
                  </a:cubicBezTo>
                  <a:cubicBezTo>
                    <a:pt x="21101" y="19400"/>
                    <a:pt x="21709" y="17982"/>
                    <a:pt x="22272" y="16586"/>
                  </a:cubicBezTo>
                  <a:cubicBezTo>
                    <a:pt x="22723" y="16496"/>
                    <a:pt x="23173" y="16405"/>
                    <a:pt x="23646" y="16338"/>
                  </a:cubicBezTo>
                  <a:cubicBezTo>
                    <a:pt x="25988" y="15933"/>
                    <a:pt x="28352" y="15775"/>
                    <a:pt x="30716" y="15775"/>
                  </a:cubicBezTo>
                  <a:lnTo>
                    <a:pt x="31572" y="15775"/>
                  </a:lnTo>
                  <a:cubicBezTo>
                    <a:pt x="31730" y="15707"/>
                    <a:pt x="31730" y="15392"/>
                    <a:pt x="31527" y="15392"/>
                  </a:cubicBezTo>
                  <a:cubicBezTo>
                    <a:pt x="31482" y="15347"/>
                    <a:pt x="31459" y="15280"/>
                    <a:pt x="31392" y="15257"/>
                  </a:cubicBezTo>
                  <a:cubicBezTo>
                    <a:pt x="31347" y="15257"/>
                    <a:pt x="31302" y="15235"/>
                    <a:pt x="31279" y="15235"/>
                  </a:cubicBezTo>
                  <a:cubicBezTo>
                    <a:pt x="30649" y="13996"/>
                    <a:pt x="30063" y="12735"/>
                    <a:pt x="29523" y="11452"/>
                  </a:cubicBezTo>
                  <a:cubicBezTo>
                    <a:pt x="29050" y="10303"/>
                    <a:pt x="28645" y="9087"/>
                    <a:pt x="28082" y="7961"/>
                  </a:cubicBezTo>
                  <a:cubicBezTo>
                    <a:pt x="27586" y="6903"/>
                    <a:pt x="26843" y="6002"/>
                    <a:pt x="25807" y="5439"/>
                  </a:cubicBezTo>
                  <a:cubicBezTo>
                    <a:pt x="25244" y="5124"/>
                    <a:pt x="24659" y="4899"/>
                    <a:pt x="24119" y="4584"/>
                  </a:cubicBezTo>
                  <a:cubicBezTo>
                    <a:pt x="23578" y="4291"/>
                    <a:pt x="23150" y="3886"/>
                    <a:pt x="22768" y="3435"/>
                  </a:cubicBezTo>
                  <a:cubicBezTo>
                    <a:pt x="22385" y="3007"/>
                    <a:pt x="22002" y="2557"/>
                    <a:pt x="21552" y="2197"/>
                  </a:cubicBezTo>
                  <a:cubicBezTo>
                    <a:pt x="21079" y="1814"/>
                    <a:pt x="20516" y="1589"/>
                    <a:pt x="19930" y="1409"/>
                  </a:cubicBezTo>
                  <a:cubicBezTo>
                    <a:pt x="19255" y="1251"/>
                    <a:pt x="18557" y="1161"/>
                    <a:pt x="17836" y="1048"/>
                  </a:cubicBezTo>
                  <a:cubicBezTo>
                    <a:pt x="17116" y="936"/>
                    <a:pt x="16373" y="801"/>
                    <a:pt x="15629" y="688"/>
                  </a:cubicBezTo>
                  <a:cubicBezTo>
                    <a:pt x="14188" y="418"/>
                    <a:pt x="12747" y="125"/>
                    <a:pt x="11284" y="35"/>
                  </a:cubicBezTo>
                  <a:cubicBezTo>
                    <a:pt x="11051" y="13"/>
                    <a:pt x="10818" y="0"/>
                    <a:pt x="10585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5"/>
            <p:cNvSpPr/>
            <p:nvPr/>
          </p:nvSpPr>
          <p:spPr>
            <a:xfrm rot="10800000">
              <a:off x="7065077" y="4224372"/>
              <a:ext cx="1526026" cy="695121"/>
            </a:xfrm>
            <a:custGeom>
              <a:avLst/>
              <a:gdLst/>
              <a:ahLst/>
              <a:cxnLst/>
              <a:rect l="l" t="t" r="r" b="b"/>
              <a:pathLst>
                <a:path w="60003" h="27332" extrusionOk="0">
                  <a:moveTo>
                    <a:pt x="59807" y="1"/>
                  </a:moveTo>
                  <a:cubicBezTo>
                    <a:pt x="59772" y="1"/>
                    <a:pt x="59737" y="16"/>
                    <a:pt x="59712" y="53"/>
                  </a:cubicBezTo>
                  <a:cubicBezTo>
                    <a:pt x="57055" y="3498"/>
                    <a:pt x="53475" y="6043"/>
                    <a:pt x="49241" y="7169"/>
                  </a:cubicBezTo>
                  <a:cubicBezTo>
                    <a:pt x="48183" y="7461"/>
                    <a:pt x="47080" y="7641"/>
                    <a:pt x="45954" y="7731"/>
                  </a:cubicBezTo>
                  <a:cubicBezTo>
                    <a:pt x="44670" y="7844"/>
                    <a:pt x="43342" y="7844"/>
                    <a:pt x="42036" y="7979"/>
                  </a:cubicBezTo>
                  <a:cubicBezTo>
                    <a:pt x="39874" y="8204"/>
                    <a:pt x="37915" y="8925"/>
                    <a:pt x="36069" y="10096"/>
                  </a:cubicBezTo>
                  <a:cubicBezTo>
                    <a:pt x="32466" y="12438"/>
                    <a:pt x="29831" y="15950"/>
                    <a:pt x="26724" y="18878"/>
                  </a:cubicBezTo>
                  <a:cubicBezTo>
                    <a:pt x="23346" y="22030"/>
                    <a:pt x="19450" y="24755"/>
                    <a:pt x="14969" y="26173"/>
                  </a:cubicBezTo>
                  <a:cubicBezTo>
                    <a:pt x="12999" y="26792"/>
                    <a:pt x="10897" y="27128"/>
                    <a:pt x="8795" y="27128"/>
                  </a:cubicBezTo>
                  <a:cubicBezTo>
                    <a:pt x="6307" y="27128"/>
                    <a:pt x="3819" y="26658"/>
                    <a:pt x="1549" y="25633"/>
                  </a:cubicBezTo>
                  <a:cubicBezTo>
                    <a:pt x="1031" y="25408"/>
                    <a:pt x="536" y="25160"/>
                    <a:pt x="40" y="24890"/>
                  </a:cubicBezTo>
                  <a:cubicBezTo>
                    <a:pt x="35" y="24879"/>
                    <a:pt x="29" y="24875"/>
                    <a:pt x="25" y="24875"/>
                  </a:cubicBezTo>
                  <a:cubicBezTo>
                    <a:pt x="9" y="24875"/>
                    <a:pt x="1" y="24918"/>
                    <a:pt x="18" y="24935"/>
                  </a:cubicBezTo>
                  <a:cubicBezTo>
                    <a:pt x="2676" y="26595"/>
                    <a:pt x="5733" y="27331"/>
                    <a:pt x="8816" y="27331"/>
                  </a:cubicBezTo>
                  <a:cubicBezTo>
                    <a:pt x="10251" y="27331"/>
                    <a:pt x="11692" y="27172"/>
                    <a:pt x="13100" y="26872"/>
                  </a:cubicBezTo>
                  <a:cubicBezTo>
                    <a:pt x="17627" y="25926"/>
                    <a:pt x="21747" y="23494"/>
                    <a:pt x="25260" y="20522"/>
                  </a:cubicBezTo>
                  <a:cubicBezTo>
                    <a:pt x="26994" y="19058"/>
                    <a:pt x="28570" y="17414"/>
                    <a:pt x="30101" y="15793"/>
                  </a:cubicBezTo>
                  <a:cubicBezTo>
                    <a:pt x="31610" y="14217"/>
                    <a:pt x="33096" y="12640"/>
                    <a:pt x="34808" y="11289"/>
                  </a:cubicBezTo>
                  <a:cubicBezTo>
                    <a:pt x="36474" y="9961"/>
                    <a:pt x="38388" y="8880"/>
                    <a:pt x="40460" y="8429"/>
                  </a:cubicBezTo>
                  <a:cubicBezTo>
                    <a:pt x="42982" y="7912"/>
                    <a:pt x="45594" y="8204"/>
                    <a:pt x="48116" y="7731"/>
                  </a:cubicBezTo>
                  <a:cubicBezTo>
                    <a:pt x="52304" y="6966"/>
                    <a:pt x="56312" y="4692"/>
                    <a:pt x="59037" y="1426"/>
                  </a:cubicBezTo>
                  <a:cubicBezTo>
                    <a:pt x="59374" y="1044"/>
                    <a:pt x="59667" y="616"/>
                    <a:pt x="59937" y="188"/>
                  </a:cubicBezTo>
                  <a:cubicBezTo>
                    <a:pt x="60003" y="106"/>
                    <a:pt x="59902" y="1"/>
                    <a:pt x="5980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7"/>
          <p:cNvSpPr txBox="1">
            <a:spLocks noGrp="1"/>
          </p:cNvSpPr>
          <p:nvPr>
            <p:ph type="subTitle" idx="1"/>
          </p:nvPr>
        </p:nvSpPr>
        <p:spPr>
          <a:xfrm>
            <a:off x="802138" y="2159150"/>
            <a:ext cx="2425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subTitle" idx="2"/>
          </p:nvPr>
        </p:nvSpPr>
        <p:spPr>
          <a:xfrm>
            <a:off x="802138" y="2643949"/>
            <a:ext cx="2425200" cy="12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subTitle" idx="3"/>
          </p:nvPr>
        </p:nvSpPr>
        <p:spPr>
          <a:xfrm>
            <a:off x="3359399" y="2159149"/>
            <a:ext cx="2425200" cy="12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subTitle" idx="4"/>
          </p:nvPr>
        </p:nvSpPr>
        <p:spPr>
          <a:xfrm>
            <a:off x="5916661" y="2643949"/>
            <a:ext cx="2425200" cy="12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subTitle" idx="5"/>
          </p:nvPr>
        </p:nvSpPr>
        <p:spPr>
          <a:xfrm>
            <a:off x="3359397" y="1674350"/>
            <a:ext cx="2425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subTitle" idx="6"/>
          </p:nvPr>
        </p:nvSpPr>
        <p:spPr>
          <a:xfrm>
            <a:off x="5916656" y="2159150"/>
            <a:ext cx="2425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grpSp>
        <p:nvGrpSpPr>
          <p:cNvPr id="213" name="Google Shape;213;p27"/>
          <p:cNvGrpSpPr/>
          <p:nvPr/>
        </p:nvGrpSpPr>
        <p:grpSpPr>
          <a:xfrm>
            <a:off x="241056" y="219272"/>
            <a:ext cx="8681480" cy="4959322"/>
            <a:chOff x="241056" y="219272"/>
            <a:chExt cx="8681480" cy="4959322"/>
          </a:xfrm>
        </p:grpSpPr>
        <p:sp>
          <p:nvSpPr>
            <p:cNvPr id="214" name="Google Shape;214;p27"/>
            <p:cNvSpPr/>
            <p:nvPr/>
          </p:nvSpPr>
          <p:spPr>
            <a:xfrm rot="10800000" flipH="1">
              <a:off x="528252" y="4005193"/>
              <a:ext cx="598985" cy="910431"/>
            </a:xfrm>
            <a:custGeom>
              <a:avLst/>
              <a:gdLst/>
              <a:ahLst/>
              <a:cxnLst/>
              <a:rect l="l" t="t" r="r" b="b"/>
              <a:pathLst>
                <a:path w="24754" h="37625" extrusionOk="0">
                  <a:moveTo>
                    <a:pt x="12497" y="2329"/>
                  </a:moveTo>
                  <a:cubicBezTo>
                    <a:pt x="12643" y="2329"/>
                    <a:pt x="12787" y="2332"/>
                    <a:pt x="12931" y="2336"/>
                  </a:cubicBezTo>
                  <a:cubicBezTo>
                    <a:pt x="13810" y="2381"/>
                    <a:pt x="14643" y="2494"/>
                    <a:pt x="15498" y="2674"/>
                  </a:cubicBezTo>
                  <a:cubicBezTo>
                    <a:pt x="17187" y="3057"/>
                    <a:pt x="18786" y="3687"/>
                    <a:pt x="20340" y="4430"/>
                  </a:cubicBezTo>
                  <a:cubicBezTo>
                    <a:pt x="21060" y="4790"/>
                    <a:pt x="21803" y="5173"/>
                    <a:pt x="22524" y="5556"/>
                  </a:cubicBezTo>
                  <a:cubicBezTo>
                    <a:pt x="19304" y="5466"/>
                    <a:pt x="15881" y="5128"/>
                    <a:pt x="12999" y="3575"/>
                  </a:cubicBezTo>
                  <a:cubicBezTo>
                    <a:pt x="12233" y="3192"/>
                    <a:pt x="11468" y="2696"/>
                    <a:pt x="10635" y="2561"/>
                  </a:cubicBezTo>
                  <a:cubicBezTo>
                    <a:pt x="11238" y="2378"/>
                    <a:pt x="11871" y="2329"/>
                    <a:pt x="12497" y="2329"/>
                  </a:cubicBezTo>
                  <a:close/>
                  <a:moveTo>
                    <a:pt x="12459" y="5579"/>
                  </a:moveTo>
                  <a:cubicBezTo>
                    <a:pt x="13629" y="6344"/>
                    <a:pt x="15093" y="6569"/>
                    <a:pt x="16489" y="6795"/>
                  </a:cubicBezTo>
                  <a:cubicBezTo>
                    <a:pt x="18403" y="7110"/>
                    <a:pt x="20227" y="7695"/>
                    <a:pt x="21916" y="8596"/>
                  </a:cubicBezTo>
                  <a:cubicBezTo>
                    <a:pt x="22794" y="9069"/>
                    <a:pt x="23582" y="9609"/>
                    <a:pt x="24303" y="10285"/>
                  </a:cubicBezTo>
                  <a:cubicBezTo>
                    <a:pt x="23691" y="10300"/>
                    <a:pt x="23058" y="10347"/>
                    <a:pt x="22419" y="10347"/>
                  </a:cubicBezTo>
                  <a:cubicBezTo>
                    <a:pt x="22117" y="10347"/>
                    <a:pt x="21814" y="10336"/>
                    <a:pt x="21511" y="10307"/>
                  </a:cubicBezTo>
                  <a:cubicBezTo>
                    <a:pt x="20587" y="10217"/>
                    <a:pt x="19687" y="10015"/>
                    <a:pt x="18786" y="9722"/>
                  </a:cubicBezTo>
                  <a:cubicBezTo>
                    <a:pt x="17052" y="9136"/>
                    <a:pt x="15476" y="8146"/>
                    <a:pt x="14035" y="6997"/>
                  </a:cubicBezTo>
                  <a:cubicBezTo>
                    <a:pt x="13494" y="6547"/>
                    <a:pt x="12954" y="6051"/>
                    <a:pt x="12459" y="5579"/>
                  </a:cubicBezTo>
                  <a:close/>
                  <a:moveTo>
                    <a:pt x="24753" y="10397"/>
                  </a:moveTo>
                  <a:lnTo>
                    <a:pt x="24753" y="10397"/>
                  </a:lnTo>
                  <a:cubicBezTo>
                    <a:pt x="24744" y="10398"/>
                    <a:pt x="24735" y="10399"/>
                    <a:pt x="24726" y="10401"/>
                  </a:cubicBezTo>
                  <a:lnTo>
                    <a:pt x="24726" y="10401"/>
                  </a:lnTo>
                  <a:cubicBezTo>
                    <a:pt x="24729" y="10415"/>
                    <a:pt x="24730" y="10425"/>
                    <a:pt x="24734" y="10425"/>
                  </a:cubicBezTo>
                  <a:cubicBezTo>
                    <a:pt x="24738" y="10425"/>
                    <a:pt x="24743" y="10417"/>
                    <a:pt x="24753" y="10397"/>
                  </a:cubicBezTo>
                  <a:close/>
                  <a:moveTo>
                    <a:pt x="14104" y="10290"/>
                  </a:moveTo>
                  <a:cubicBezTo>
                    <a:pt x="14493" y="10829"/>
                    <a:pt x="14907" y="11326"/>
                    <a:pt x="15386" y="11771"/>
                  </a:cubicBezTo>
                  <a:cubicBezTo>
                    <a:pt x="15517" y="11893"/>
                    <a:pt x="15648" y="12013"/>
                    <a:pt x="15781" y="12130"/>
                  </a:cubicBezTo>
                  <a:lnTo>
                    <a:pt x="15781" y="12130"/>
                  </a:lnTo>
                  <a:cubicBezTo>
                    <a:pt x="15162" y="11573"/>
                    <a:pt x="14595" y="10954"/>
                    <a:pt x="14104" y="10290"/>
                  </a:cubicBezTo>
                  <a:close/>
                  <a:moveTo>
                    <a:pt x="15781" y="12130"/>
                  </a:moveTo>
                  <a:lnTo>
                    <a:pt x="15781" y="12130"/>
                  </a:lnTo>
                  <a:cubicBezTo>
                    <a:pt x="16178" y="12488"/>
                    <a:pt x="16596" y="12820"/>
                    <a:pt x="17030" y="13122"/>
                  </a:cubicBezTo>
                  <a:cubicBezTo>
                    <a:pt x="17248" y="13272"/>
                    <a:pt x="17471" y="13411"/>
                    <a:pt x="17698" y="13540"/>
                  </a:cubicBezTo>
                  <a:lnTo>
                    <a:pt x="17698" y="13540"/>
                  </a:lnTo>
                  <a:cubicBezTo>
                    <a:pt x="17618" y="13492"/>
                    <a:pt x="17537" y="13443"/>
                    <a:pt x="17457" y="13392"/>
                  </a:cubicBezTo>
                  <a:cubicBezTo>
                    <a:pt x="16863" y="13032"/>
                    <a:pt x="16312" y="12600"/>
                    <a:pt x="15781" y="12130"/>
                  </a:cubicBezTo>
                  <a:close/>
                  <a:moveTo>
                    <a:pt x="17698" y="13540"/>
                  </a:moveTo>
                  <a:lnTo>
                    <a:pt x="17698" y="13540"/>
                  </a:lnTo>
                  <a:cubicBezTo>
                    <a:pt x="18366" y="13938"/>
                    <a:pt x="19051" y="14237"/>
                    <a:pt x="19754" y="14518"/>
                  </a:cubicBezTo>
                  <a:cubicBezTo>
                    <a:pt x="20542" y="14856"/>
                    <a:pt x="21331" y="15171"/>
                    <a:pt x="22074" y="15576"/>
                  </a:cubicBezTo>
                  <a:cubicBezTo>
                    <a:pt x="22637" y="15847"/>
                    <a:pt x="23154" y="16184"/>
                    <a:pt x="23650" y="16545"/>
                  </a:cubicBezTo>
                  <a:cubicBezTo>
                    <a:pt x="23607" y="16490"/>
                    <a:pt x="23565" y="16434"/>
                    <a:pt x="23522" y="16379"/>
                  </a:cubicBezTo>
                  <a:lnTo>
                    <a:pt x="23522" y="16379"/>
                  </a:lnTo>
                  <a:cubicBezTo>
                    <a:pt x="22956" y="15948"/>
                    <a:pt x="22295" y="15622"/>
                    <a:pt x="21691" y="15351"/>
                  </a:cubicBezTo>
                  <a:cubicBezTo>
                    <a:pt x="20372" y="14721"/>
                    <a:pt x="18972" y="14268"/>
                    <a:pt x="17698" y="13540"/>
                  </a:cubicBezTo>
                  <a:close/>
                  <a:moveTo>
                    <a:pt x="9914" y="4565"/>
                  </a:moveTo>
                  <a:cubicBezTo>
                    <a:pt x="9554" y="6254"/>
                    <a:pt x="8901" y="7830"/>
                    <a:pt x="8045" y="9294"/>
                  </a:cubicBezTo>
                  <a:cubicBezTo>
                    <a:pt x="6829" y="11321"/>
                    <a:pt x="5163" y="13077"/>
                    <a:pt x="3339" y="14563"/>
                  </a:cubicBezTo>
                  <a:cubicBezTo>
                    <a:pt x="2416" y="15329"/>
                    <a:pt x="1425" y="16027"/>
                    <a:pt x="412" y="16680"/>
                  </a:cubicBezTo>
                  <a:cubicBezTo>
                    <a:pt x="1425" y="14698"/>
                    <a:pt x="2663" y="12807"/>
                    <a:pt x="4037" y="11073"/>
                  </a:cubicBezTo>
                  <a:cubicBezTo>
                    <a:pt x="4780" y="10172"/>
                    <a:pt x="5523" y="9272"/>
                    <a:pt x="6379" y="8461"/>
                  </a:cubicBezTo>
                  <a:cubicBezTo>
                    <a:pt x="7212" y="7605"/>
                    <a:pt x="8158" y="6817"/>
                    <a:pt x="8968" y="5916"/>
                  </a:cubicBezTo>
                  <a:cubicBezTo>
                    <a:pt x="9329" y="5489"/>
                    <a:pt x="9666" y="5038"/>
                    <a:pt x="9914" y="4565"/>
                  </a:cubicBezTo>
                  <a:close/>
                  <a:moveTo>
                    <a:pt x="11310" y="6502"/>
                  </a:moveTo>
                  <a:lnTo>
                    <a:pt x="11310" y="6502"/>
                  </a:lnTo>
                  <a:cubicBezTo>
                    <a:pt x="11243" y="7245"/>
                    <a:pt x="11198" y="8033"/>
                    <a:pt x="11130" y="8821"/>
                  </a:cubicBezTo>
                  <a:cubicBezTo>
                    <a:pt x="11017" y="10037"/>
                    <a:pt x="10815" y="11208"/>
                    <a:pt x="10522" y="12401"/>
                  </a:cubicBezTo>
                  <a:cubicBezTo>
                    <a:pt x="9914" y="14541"/>
                    <a:pt x="8878" y="16567"/>
                    <a:pt x="7189" y="18031"/>
                  </a:cubicBezTo>
                  <a:cubicBezTo>
                    <a:pt x="6266" y="18819"/>
                    <a:pt x="5230" y="19450"/>
                    <a:pt x="4172" y="20080"/>
                  </a:cubicBezTo>
                  <a:cubicBezTo>
                    <a:pt x="4960" y="17986"/>
                    <a:pt x="5793" y="15892"/>
                    <a:pt x="6762" y="13888"/>
                  </a:cubicBezTo>
                  <a:cubicBezTo>
                    <a:pt x="7279" y="12852"/>
                    <a:pt x="7820" y="11839"/>
                    <a:pt x="8405" y="10848"/>
                  </a:cubicBezTo>
                  <a:cubicBezTo>
                    <a:pt x="8991" y="9857"/>
                    <a:pt x="9666" y="8934"/>
                    <a:pt x="10364" y="8011"/>
                  </a:cubicBezTo>
                  <a:cubicBezTo>
                    <a:pt x="10702" y="7560"/>
                    <a:pt x="11040" y="7042"/>
                    <a:pt x="11310" y="6502"/>
                  </a:cubicBezTo>
                  <a:close/>
                  <a:moveTo>
                    <a:pt x="13404" y="10645"/>
                  </a:moveTo>
                  <a:cubicBezTo>
                    <a:pt x="13404" y="12401"/>
                    <a:pt x="13044" y="14113"/>
                    <a:pt x="12323" y="15689"/>
                  </a:cubicBezTo>
                  <a:cubicBezTo>
                    <a:pt x="11490" y="17468"/>
                    <a:pt x="10319" y="19067"/>
                    <a:pt x="8878" y="20395"/>
                  </a:cubicBezTo>
                  <a:cubicBezTo>
                    <a:pt x="8135" y="21048"/>
                    <a:pt x="7370" y="21679"/>
                    <a:pt x="6514" y="22219"/>
                  </a:cubicBezTo>
                  <a:cubicBezTo>
                    <a:pt x="7505" y="20553"/>
                    <a:pt x="8450" y="18842"/>
                    <a:pt x="9441" y="17175"/>
                  </a:cubicBezTo>
                  <a:cubicBezTo>
                    <a:pt x="9959" y="16342"/>
                    <a:pt x="10522" y="15486"/>
                    <a:pt x="11107" y="14698"/>
                  </a:cubicBezTo>
                  <a:cubicBezTo>
                    <a:pt x="11670" y="13933"/>
                    <a:pt x="12278" y="13212"/>
                    <a:pt x="12751" y="12356"/>
                  </a:cubicBezTo>
                  <a:cubicBezTo>
                    <a:pt x="13067" y="11839"/>
                    <a:pt x="13292" y="11276"/>
                    <a:pt x="13404" y="10645"/>
                  </a:cubicBezTo>
                  <a:close/>
                  <a:moveTo>
                    <a:pt x="20601" y="20844"/>
                  </a:moveTo>
                  <a:cubicBezTo>
                    <a:pt x="21111" y="21174"/>
                    <a:pt x="21643" y="21460"/>
                    <a:pt x="22164" y="21769"/>
                  </a:cubicBezTo>
                  <a:cubicBezTo>
                    <a:pt x="22794" y="22129"/>
                    <a:pt x="23380" y="22534"/>
                    <a:pt x="23943" y="22940"/>
                  </a:cubicBezTo>
                  <a:cubicBezTo>
                    <a:pt x="23927" y="22913"/>
                    <a:pt x="23912" y="22886"/>
                    <a:pt x="23897" y="22859"/>
                  </a:cubicBezTo>
                  <a:lnTo>
                    <a:pt x="23897" y="22859"/>
                  </a:lnTo>
                  <a:cubicBezTo>
                    <a:pt x="23265" y="22329"/>
                    <a:pt x="22537" y="21928"/>
                    <a:pt x="21826" y="21544"/>
                  </a:cubicBezTo>
                  <a:cubicBezTo>
                    <a:pt x="21424" y="21310"/>
                    <a:pt x="21007" y="21084"/>
                    <a:pt x="20601" y="20844"/>
                  </a:cubicBezTo>
                  <a:close/>
                  <a:moveTo>
                    <a:pt x="15822" y="24099"/>
                  </a:moveTo>
                  <a:lnTo>
                    <a:pt x="15822" y="24099"/>
                  </a:lnTo>
                  <a:cubicBezTo>
                    <a:pt x="15827" y="24118"/>
                    <a:pt x="15832" y="24137"/>
                    <a:pt x="15836" y="24156"/>
                  </a:cubicBezTo>
                  <a:cubicBezTo>
                    <a:pt x="15857" y="24232"/>
                    <a:pt x="15877" y="24309"/>
                    <a:pt x="15898" y="24386"/>
                  </a:cubicBezTo>
                  <a:lnTo>
                    <a:pt x="15898" y="24386"/>
                  </a:lnTo>
                  <a:cubicBezTo>
                    <a:pt x="15873" y="24290"/>
                    <a:pt x="15848" y="24194"/>
                    <a:pt x="15822" y="24099"/>
                  </a:cubicBezTo>
                  <a:close/>
                  <a:moveTo>
                    <a:pt x="14755" y="18166"/>
                  </a:moveTo>
                  <a:lnTo>
                    <a:pt x="14755" y="18166"/>
                  </a:lnTo>
                  <a:cubicBezTo>
                    <a:pt x="13382" y="20553"/>
                    <a:pt x="11333" y="22444"/>
                    <a:pt x="8946" y="23840"/>
                  </a:cubicBezTo>
                  <a:cubicBezTo>
                    <a:pt x="8315" y="24223"/>
                    <a:pt x="7640" y="24561"/>
                    <a:pt x="6987" y="24899"/>
                  </a:cubicBezTo>
                  <a:cubicBezTo>
                    <a:pt x="8608" y="22602"/>
                    <a:pt x="10657" y="20643"/>
                    <a:pt x="13021" y="19157"/>
                  </a:cubicBezTo>
                  <a:cubicBezTo>
                    <a:pt x="13584" y="18774"/>
                    <a:pt x="14170" y="18481"/>
                    <a:pt x="14755" y="18166"/>
                  </a:cubicBezTo>
                  <a:close/>
                  <a:moveTo>
                    <a:pt x="15898" y="24386"/>
                  </a:moveTo>
                  <a:cubicBezTo>
                    <a:pt x="16012" y="24841"/>
                    <a:pt x="16110" y="25301"/>
                    <a:pt x="16219" y="25754"/>
                  </a:cubicBezTo>
                  <a:cubicBezTo>
                    <a:pt x="16254" y="25897"/>
                    <a:pt x="16291" y="26039"/>
                    <a:pt x="16331" y="26179"/>
                  </a:cubicBezTo>
                  <a:lnTo>
                    <a:pt x="16331" y="26179"/>
                  </a:lnTo>
                  <a:cubicBezTo>
                    <a:pt x="16315" y="26113"/>
                    <a:pt x="16300" y="26046"/>
                    <a:pt x="16287" y="25980"/>
                  </a:cubicBezTo>
                  <a:cubicBezTo>
                    <a:pt x="16169" y="25451"/>
                    <a:pt x="16034" y="24905"/>
                    <a:pt x="15898" y="24386"/>
                  </a:cubicBezTo>
                  <a:close/>
                  <a:moveTo>
                    <a:pt x="19423" y="25708"/>
                  </a:moveTo>
                  <a:lnTo>
                    <a:pt x="19423" y="25708"/>
                  </a:lnTo>
                  <a:cubicBezTo>
                    <a:pt x="19552" y="25894"/>
                    <a:pt x="19678" y="26081"/>
                    <a:pt x="19799" y="26272"/>
                  </a:cubicBezTo>
                  <a:cubicBezTo>
                    <a:pt x="19955" y="26516"/>
                    <a:pt x="20103" y="26769"/>
                    <a:pt x="20246" y="27026"/>
                  </a:cubicBezTo>
                  <a:lnTo>
                    <a:pt x="20246" y="27026"/>
                  </a:lnTo>
                  <a:cubicBezTo>
                    <a:pt x="20050" y="26659"/>
                    <a:pt x="19839" y="26301"/>
                    <a:pt x="19597" y="25957"/>
                  </a:cubicBezTo>
                  <a:cubicBezTo>
                    <a:pt x="19539" y="25874"/>
                    <a:pt x="19481" y="25791"/>
                    <a:pt x="19423" y="25708"/>
                  </a:cubicBezTo>
                  <a:close/>
                  <a:moveTo>
                    <a:pt x="14733" y="22579"/>
                  </a:moveTo>
                  <a:lnTo>
                    <a:pt x="14733" y="22579"/>
                  </a:lnTo>
                  <a:cubicBezTo>
                    <a:pt x="13900" y="23615"/>
                    <a:pt x="13044" y="24584"/>
                    <a:pt x="12053" y="25417"/>
                  </a:cubicBezTo>
                  <a:cubicBezTo>
                    <a:pt x="10995" y="26362"/>
                    <a:pt x="9801" y="27173"/>
                    <a:pt x="8540" y="27826"/>
                  </a:cubicBezTo>
                  <a:cubicBezTo>
                    <a:pt x="7932" y="28164"/>
                    <a:pt x="7279" y="28412"/>
                    <a:pt x="6626" y="28682"/>
                  </a:cubicBezTo>
                  <a:cubicBezTo>
                    <a:pt x="6987" y="28186"/>
                    <a:pt x="7415" y="27714"/>
                    <a:pt x="7820" y="27263"/>
                  </a:cubicBezTo>
                  <a:cubicBezTo>
                    <a:pt x="8293" y="26723"/>
                    <a:pt x="8788" y="26250"/>
                    <a:pt x="9351" y="25754"/>
                  </a:cubicBezTo>
                  <a:cubicBezTo>
                    <a:pt x="10432" y="24831"/>
                    <a:pt x="11603" y="24043"/>
                    <a:pt x="12886" y="23390"/>
                  </a:cubicBezTo>
                  <a:cubicBezTo>
                    <a:pt x="13472" y="23097"/>
                    <a:pt x="14102" y="22805"/>
                    <a:pt x="14733" y="22579"/>
                  </a:cubicBezTo>
                  <a:close/>
                  <a:moveTo>
                    <a:pt x="16331" y="26179"/>
                  </a:moveTo>
                  <a:lnTo>
                    <a:pt x="16331" y="26179"/>
                  </a:lnTo>
                  <a:cubicBezTo>
                    <a:pt x="16468" y="26765"/>
                    <a:pt x="16670" y="27348"/>
                    <a:pt x="16872" y="27894"/>
                  </a:cubicBezTo>
                  <a:cubicBezTo>
                    <a:pt x="17300" y="29065"/>
                    <a:pt x="17773" y="30190"/>
                    <a:pt x="18201" y="31339"/>
                  </a:cubicBezTo>
                  <a:cubicBezTo>
                    <a:pt x="18202" y="31308"/>
                    <a:pt x="18203" y="31278"/>
                    <a:pt x="18204" y="31247"/>
                  </a:cubicBezTo>
                  <a:lnTo>
                    <a:pt x="18204" y="31247"/>
                  </a:lnTo>
                  <a:cubicBezTo>
                    <a:pt x="18013" y="30653"/>
                    <a:pt x="17772" y="30069"/>
                    <a:pt x="17548" y="29470"/>
                  </a:cubicBezTo>
                  <a:cubicBezTo>
                    <a:pt x="17087" y="28369"/>
                    <a:pt x="16645" y="27304"/>
                    <a:pt x="16331" y="26179"/>
                  </a:cubicBezTo>
                  <a:close/>
                  <a:moveTo>
                    <a:pt x="14147" y="26543"/>
                  </a:moveTo>
                  <a:lnTo>
                    <a:pt x="14147" y="26543"/>
                  </a:lnTo>
                  <a:cubicBezTo>
                    <a:pt x="12391" y="28547"/>
                    <a:pt x="10342" y="30236"/>
                    <a:pt x="8045" y="31474"/>
                  </a:cubicBezTo>
                  <a:cubicBezTo>
                    <a:pt x="7392" y="31812"/>
                    <a:pt x="6739" y="32150"/>
                    <a:pt x="6041" y="32352"/>
                  </a:cubicBezTo>
                  <a:cubicBezTo>
                    <a:pt x="6964" y="31429"/>
                    <a:pt x="7865" y="30528"/>
                    <a:pt x="8901" y="29740"/>
                  </a:cubicBezTo>
                  <a:cubicBezTo>
                    <a:pt x="10004" y="28862"/>
                    <a:pt x="11198" y="28096"/>
                    <a:pt x="12414" y="27443"/>
                  </a:cubicBezTo>
                  <a:cubicBezTo>
                    <a:pt x="12976" y="27151"/>
                    <a:pt x="13584" y="26880"/>
                    <a:pt x="14147" y="26543"/>
                  </a:cubicBezTo>
                  <a:close/>
                  <a:moveTo>
                    <a:pt x="14598" y="26475"/>
                  </a:moveTo>
                  <a:cubicBezTo>
                    <a:pt x="15093" y="27601"/>
                    <a:pt x="15588" y="28682"/>
                    <a:pt x="15949" y="29853"/>
                  </a:cubicBezTo>
                  <a:cubicBezTo>
                    <a:pt x="16377" y="31136"/>
                    <a:pt x="16624" y="32487"/>
                    <a:pt x="16624" y="33838"/>
                  </a:cubicBezTo>
                  <a:cubicBezTo>
                    <a:pt x="16624" y="34536"/>
                    <a:pt x="16534" y="35212"/>
                    <a:pt x="16489" y="35933"/>
                  </a:cubicBezTo>
                  <a:lnTo>
                    <a:pt x="15971" y="34311"/>
                  </a:lnTo>
                  <a:cubicBezTo>
                    <a:pt x="15769" y="33681"/>
                    <a:pt x="15588" y="33028"/>
                    <a:pt x="15408" y="32375"/>
                  </a:cubicBezTo>
                  <a:cubicBezTo>
                    <a:pt x="15071" y="31046"/>
                    <a:pt x="14800" y="29695"/>
                    <a:pt x="14688" y="28344"/>
                  </a:cubicBezTo>
                  <a:cubicBezTo>
                    <a:pt x="14620" y="27736"/>
                    <a:pt x="14598" y="27083"/>
                    <a:pt x="14598" y="26475"/>
                  </a:cubicBezTo>
                  <a:close/>
                  <a:moveTo>
                    <a:pt x="13900" y="27984"/>
                  </a:moveTo>
                  <a:lnTo>
                    <a:pt x="13900" y="27984"/>
                  </a:lnTo>
                  <a:cubicBezTo>
                    <a:pt x="13720" y="28637"/>
                    <a:pt x="13562" y="29290"/>
                    <a:pt x="13359" y="29920"/>
                  </a:cubicBezTo>
                  <a:cubicBezTo>
                    <a:pt x="13044" y="30776"/>
                    <a:pt x="12639" y="31609"/>
                    <a:pt x="12166" y="32375"/>
                  </a:cubicBezTo>
                  <a:cubicBezTo>
                    <a:pt x="11445" y="33613"/>
                    <a:pt x="10522" y="34762"/>
                    <a:pt x="9509" y="35820"/>
                  </a:cubicBezTo>
                  <a:cubicBezTo>
                    <a:pt x="9013" y="36315"/>
                    <a:pt x="8473" y="36833"/>
                    <a:pt x="7978" y="37306"/>
                  </a:cubicBezTo>
                  <a:cubicBezTo>
                    <a:pt x="8315" y="35707"/>
                    <a:pt x="9284" y="34289"/>
                    <a:pt x="10207" y="32960"/>
                  </a:cubicBezTo>
                  <a:cubicBezTo>
                    <a:pt x="10725" y="32240"/>
                    <a:pt x="11265" y="31542"/>
                    <a:pt x="11828" y="30821"/>
                  </a:cubicBezTo>
                  <a:cubicBezTo>
                    <a:pt x="12346" y="30213"/>
                    <a:pt x="12886" y="29583"/>
                    <a:pt x="13337" y="28907"/>
                  </a:cubicBezTo>
                  <a:cubicBezTo>
                    <a:pt x="13517" y="28637"/>
                    <a:pt x="13720" y="28322"/>
                    <a:pt x="13900" y="27984"/>
                  </a:cubicBezTo>
                  <a:close/>
                  <a:moveTo>
                    <a:pt x="8547" y="1"/>
                  </a:moveTo>
                  <a:cubicBezTo>
                    <a:pt x="8463" y="1"/>
                    <a:pt x="8394" y="112"/>
                    <a:pt x="8428" y="197"/>
                  </a:cubicBezTo>
                  <a:cubicBezTo>
                    <a:pt x="8676" y="647"/>
                    <a:pt x="8991" y="1053"/>
                    <a:pt x="9284" y="1480"/>
                  </a:cubicBezTo>
                  <a:cubicBezTo>
                    <a:pt x="9554" y="1863"/>
                    <a:pt x="9801" y="2291"/>
                    <a:pt x="10072" y="2674"/>
                  </a:cubicBezTo>
                  <a:lnTo>
                    <a:pt x="10139" y="2854"/>
                  </a:lnTo>
                  <a:cubicBezTo>
                    <a:pt x="10117" y="3102"/>
                    <a:pt x="10094" y="3394"/>
                    <a:pt x="10072" y="3642"/>
                  </a:cubicBezTo>
                  <a:cubicBezTo>
                    <a:pt x="9801" y="4408"/>
                    <a:pt x="9329" y="5106"/>
                    <a:pt x="8788" y="5691"/>
                  </a:cubicBezTo>
                  <a:cubicBezTo>
                    <a:pt x="8000" y="6592"/>
                    <a:pt x="7077" y="7358"/>
                    <a:pt x="6244" y="8191"/>
                  </a:cubicBezTo>
                  <a:cubicBezTo>
                    <a:pt x="4622" y="9834"/>
                    <a:pt x="3204" y="11613"/>
                    <a:pt x="1965" y="13527"/>
                  </a:cubicBezTo>
                  <a:cubicBezTo>
                    <a:pt x="1245" y="14586"/>
                    <a:pt x="637" y="15712"/>
                    <a:pt x="51" y="16860"/>
                  </a:cubicBezTo>
                  <a:cubicBezTo>
                    <a:pt x="0" y="16928"/>
                    <a:pt x="52" y="16996"/>
                    <a:pt x="119" y="16996"/>
                  </a:cubicBezTo>
                  <a:cubicBezTo>
                    <a:pt x="141" y="16996"/>
                    <a:pt x="164" y="16989"/>
                    <a:pt x="186" y="16973"/>
                  </a:cubicBezTo>
                  <a:cubicBezTo>
                    <a:pt x="2213" y="15712"/>
                    <a:pt x="4127" y="14248"/>
                    <a:pt x="5793" y="12514"/>
                  </a:cubicBezTo>
                  <a:cubicBezTo>
                    <a:pt x="7415" y="10758"/>
                    <a:pt x="8743" y="8754"/>
                    <a:pt x="9554" y="6502"/>
                  </a:cubicBezTo>
                  <a:cubicBezTo>
                    <a:pt x="9869" y="5601"/>
                    <a:pt x="10117" y="4678"/>
                    <a:pt x="10229" y="3755"/>
                  </a:cubicBezTo>
                  <a:cubicBezTo>
                    <a:pt x="10274" y="3575"/>
                    <a:pt x="10342" y="3372"/>
                    <a:pt x="10364" y="3214"/>
                  </a:cubicBezTo>
                  <a:cubicBezTo>
                    <a:pt x="10702" y="3777"/>
                    <a:pt x="11040" y="4363"/>
                    <a:pt x="11355" y="4948"/>
                  </a:cubicBezTo>
                  <a:cubicBezTo>
                    <a:pt x="11355" y="5961"/>
                    <a:pt x="10792" y="6862"/>
                    <a:pt x="10229" y="7695"/>
                  </a:cubicBezTo>
                  <a:cubicBezTo>
                    <a:pt x="9576" y="8596"/>
                    <a:pt x="8923" y="9452"/>
                    <a:pt x="8360" y="10420"/>
                  </a:cubicBezTo>
                  <a:cubicBezTo>
                    <a:pt x="7189" y="12379"/>
                    <a:pt x="6221" y="14473"/>
                    <a:pt x="5320" y="16590"/>
                  </a:cubicBezTo>
                  <a:cubicBezTo>
                    <a:pt x="4825" y="17783"/>
                    <a:pt x="4352" y="18999"/>
                    <a:pt x="3834" y="20215"/>
                  </a:cubicBezTo>
                  <a:cubicBezTo>
                    <a:pt x="3817" y="20286"/>
                    <a:pt x="3869" y="20371"/>
                    <a:pt x="3924" y="20371"/>
                  </a:cubicBezTo>
                  <a:cubicBezTo>
                    <a:pt x="3940" y="20371"/>
                    <a:pt x="3955" y="20365"/>
                    <a:pt x="3969" y="20350"/>
                  </a:cubicBezTo>
                  <a:cubicBezTo>
                    <a:pt x="4983" y="19742"/>
                    <a:pt x="5996" y="19112"/>
                    <a:pt x="6942" y="18391"/>
                  </a:cubicBezTo>
                  <a:cubicBezTo>
                    <a:pt x="7797" y="17671"/>
                    <a:pt x="8540" y="16860"/>
                    <a:pt x="9148" y="15914"/>
                  </a:cubicBezTo>
                  <a:cubicBezTo>
                    <a:pt x="10432" y="13933"/>
                    <a:pt x="11017" y="11591"/>
                    <a:pt x="11265" y="9272"/>
                  </a:cubicBezTo>
                  <a:cubicBezTo>
                    <a:pt x="11400" y="8101"/>
                    <a:pt x="11468" y="6952"/>
                    <a:pt x="11490" y="5804"/>
                  </a:cubicBezTo>
                  <a:cubicBezTo>
                    <a:pt x="11513" y="5669"/>
                    <a:pt x="11558" y="5556"/>
                    <a:pt x="11580" y="5398"/>
                  </a:cubicBezTo>
                  <a:cubicBezTo>
                    <a:pt x="12278" y="6840"/>
                    <a:pt x="12909" y="8303"/>
                    <a:pt x="13404" y="9834"/>
                  </a:cubicBezTo>
                  <a:cubicBezTo>
                    <a:pt x="13292" y="11636"/>
                    <a:pt x="12031" y="13100"/>
                    <a:pt x="10995" y="14496"/>
                  </a:cubicBezTo>
                  <a:cubicBezTo>
                    <a:pt x="9824" y="16027"/>
                    <a:pt x="8878" y="17716"/>
                    <a:pt x="7955" y="19359"/>
                  </a:cubicBezTo>
                  <a:lnTo>
                    <a:pt x="6266" y="22399"/>
                  </a:lnTo>
                  <a:cubicBezTo>
                    <a:pt x="6232" y="22450"/>
                    <a:pt x="6275" y="22513"/>
                    <a:pt x="6326" y="22513"/>
                  </a:cubicBezTo>
                  <a:cubicBezTo>
                    <a:pt x="6344" y="22513"/>
                    <a:pt x="6362" y="22506"/>
                    <a:pt x="6379" y="22489"/>
                  </a:cubicBezTo>
                  <a:cubicBezTo>
                    <a:pt x="8068" y="21454"/>
                    <a:pt x="9644" y="20125"/>
                    <a:pt x="10837" y="18571"/>
                  </a:cubicBezTo>
                  <a:cubicBezTo>
                    <a:pt x="12076" y="16973"/>
                    <a:pt x="13021" y="15126"/>
                    <a:pt x="13427" y="13122"/>
                  </a:cubicBezTo>
                  <a:cubicBezTo>
                    <a:pt x="13607" y="12311"/>
                    <a:pt x="13697" y="11456"/>
                    <a:pt x="13697" y="10645"/>
                  </a:cubicBezTo>
                  <a:lnTo>
                    <a:pt x="13765" y="10893"/>
                  </a:lnTo>
                  <a:cubicBezTo>
                    <a:pt x="14418" y="13167"/>
                    <a:pt x="14823" y="15509"/>
                    <a:pt x="14958" y="17873"/>
                  </a:cubicBezTo>
                  <a:cubicBezTo>
                    <a:pt x="12368" y="19112"/>
                    <a:pt x="10027" y="20913"/>
                    <a:pt x="8180" y="23120"/>
                  </a:cubicBezTo>
                  <a:cubicBezTo>
                    <a:pt x="7640" y="23728"/>
                    <a:pt x="7122" y="24403"/>
                    <a:pt x="6671" y="25079"/>
                  </a:cubicBezTo>
                  <a:cubicBezTo>
                    <a:pt x="6635" y="25153"/>
                    <a:pt x="6703" y="25226"/>
                    <a:pt x="6778" y="25226"/>
                  </a:cubicBezTo>
                  <a:cubicBezTo>
                    <a:pt x="6795" y="25226"/>
                    <a:pt x="6813" y="25222"/>
                    <a:pt x="6829" y="25214"/>
                  </a:cubicBezTo>
                  <a:cubicBezTo>
                    <a:pt x="9531" y="23998"/>
                    <a:pt x="12076" y="22309"/>
                    <a:pt x="13922" y="19900"/>
                  </a:cubicBezTo>
                  <a:cubicBezTo>
                    <a:pt x="14328" y="19382"/>
                    <a:pt x="14710" y="18774"/>
                    <a:pt x="14981" y="18189"/>
                  </a:cubicBezTo>
                  <a:lnTo>
                    <a:pt x="14981" y="18189"/>
                  </a:lnTo>
                  <a:cubicBezTo>
                    <a:pt x="15048" y="19585"/>
                    <a:pt x="15003" y="20981"/>
                    <a:pt x="14890" y="22377"/>
                  </a:cubicBezTo>
                  <a:cubicBezTo>
                    <a:pt x="13607" y="22895"/>
                    <a:pt x="12391" y="23458"/>
                    <a:pt x="11220" y="24201"/>
                  </a:cubicBezTo>
                  <a:cubicBezTo>
                    <a:pt x="10004" y="24989"/>
                    <a:pt x="8878" y="25935"/>
                    <a:pt x="7887" y="26970"/>
                  </a:cubicBezTo>
                  <a:cubicBezTo>
                    <a:pt x="7324" y="27556"/>
                    <a:pt x="6852" y="28209"/>
                    <a:pt x="6334" y="28884"/>
                  </a:cubicBezTo>
                  <a:cubicBezTo>
                    <a:pt x="6297" y="28958"/>
                    <a:pt x="6320" y="29032"/>
                    <a:pt x="6391" y="29032"/>
                  </a:cubicBezTo>
                  <a:cubicBezTo>
                    <a:pt x="6407" y="29032"/>
                    <a:pt x="6426" y="29028"/>
                    <a:pt x="6446" y="29020"/>
                  </a:cubicBezTo>
                  <a:cubicBezTo>
                    <a:pt x="7122" y="28794"/>
                    <a:pt x="7775" y="28502"/>
                    <a:pt x="8428" y="28186"/>
                  </a:cubicBezTo>
                  <a:cubicBezTo>
                    <a:pt x="9081" y="27849"/>
                    <a:pt x="9689" y="27466"/>
                    <a:pt x="10319" y="27083"/>
                  </a:cubicBezTo>
                  <a:cubicBezTo>
                    <a:pt x="11490" y="26295"/>
                    <a:pt x="12616" y="25372"/>
                    <a:pt x="13607" y="24291"/>
                  </a:cubicBezTo>
                  <a:cubicBezTo>
                    <a:pt x="14080" y="23795"/>
                    <a:pt x="14508" y="23255"/>
                    <a:pt x="14890" y="22670"/>
                  </a:cubicBezTo>
                  <a:lnTo>
                    <a:pt x="14890" y="22670"/>
                  </a:lnTo>
                  <a:cubicBezTo>
                    <a:pt x="14868" y="22895"/>
                    <a:pt x="14845" y="23120"/>
                    <a:pt x="14845" y="23345"/>
                  </a:cubicBezTo>
                  <a:cubicBezTo>
                    <a:pt x="14733" y="24291"/>
                    <a:pt x="14598" y="25214"/>
                    <a:pt x="14395" y="26182"/>
                  </a:cubicBezTo>
                  <a:cubicBezTo>
                    <a:pt x="13832" y="26588"/>
                    <a:pt x="13202" y="26813"/>
                    <a:pt x="12594" y="27106"/>
                  </a:cubicBezTo>
                  <a:cubicBezTo>
                    <a:pt x="11963" y="27443"/>
                    <a:pt x="11355" y="27781"/>
                    <a:pt x="10770" y="28186"/>
                  </a:cubicBezTo>
                  <a:cubicBezTo>
                    <a:pt x="9576" y="28952"/>
                    <a:pt x="8473" y="29785"/>
                    <a:pt x="7437" y="30753"/>
                  </a:cubicBezTo>
                  <a:cubicBezTo>
                    <a:pt x="6852" y="31271"/>
                    <a:pt x="6266" y="31834"/>
                    <a:pt x="5748" y="32465"/>
                  </a:cubicBezTo>
                  <a:cubicBezTo>
                    <a:pt x="5709" y="32543"/>
                    <a:pt x="5738" y="32604"/>
                    <a:pt x="5820" y="32604"/>
                  </a:cubicBezTo>
                  <a:cubicBezTo>
                    <a:pt x="5832" y="32604"/>
                    <a:pt x="5846" y="32603"/>
                    <a:pt x="5861" y="32600"/>
                  </a:cubicBezTo>
                  <a:cubicBezTo>
                    <a:pt x="7279" y="32217"/>
                    <a:pt x="8563" y="31474"/>
                    <a:pt x="9756" y="30663"/>
                  </a:cubicBezTo>
                  <a:cubicBezTo>
                    <a:pt x="10927" y="29898"/>
                    <a:pt x="12008" y="28997"/>
                    <a:pt x="13021" y="28006"/>
                  </a:cubicBezTo>
                  <a:cubicBezTo>
                    <a:pt x="13494" y="27556"/>
                    <a:pt x="13922" y="27061"/>
                    <a:pt x="14328" y="26543"/>
                  </a:cubicBezTo>
                  <a:lnTo>
                    <a:pt x="14328" y="26543"/>
                  </a:lnTo>
                  <a:cubicBezTo>
                    <a:pt x="14305" y="26633"/>
                    <a:pt x="14305" y="26723"/>
                    <a:pt x="14282" y="26813"/>
                  </a:cubicBezTo>
                  <a:cubicBezTo>
                    <a:pt x="14035" y="27488"/>
                    <a:pt x="13720" y="28074"/>
                    <a:pt x="13292" y="28659"/>
                  </a:cubicBezTo>
                  <a:cubicBezTo>
                    <a:pt x="12841" y="29335"/>
                    <a:pt x="12301" y="29965"/>
                    <a:pt x="11806" y="30573"/>
                  </a:cubicBezTo>
                  <a:cubicBezTo>
                    <a:pt x="10702" y="31924"/>
                    <a:pt x="9644" y="33343"/>
                    <a:pt x="8788" y="34874"/>
                  </a:cubicBezTo>
                  <a:cubicBezTo>
                    <a:pt x="8338" y="35707"/>
                    <a:pt x="8000" y="36608"/>
                    <a:pt x="7842" y="37509"/>
                  </a:cubicBezTo>
                  <a:cubicBezTo>
                    <a:pt x="7814" y="37580"/>
                    <a:pt x="7867" y="37624"/>
                    <a:pt x="7921" y="37624"/>
                  </a:cubicBezTo>
                  <a:cubicBezTo>
                    <a:pt x="7952" y="37624"/>
                    <a:pt x="7984" y="37609"/>
                    <a:pt x="8000" y="37576"/>
                  </a:cubicBezTo>
                  <a:cubicBezTo>
                    <a:pt x="10139" y="35640"/>
                    <a:pt x="12143" y="33365"/>
                    <a:pt x="13269" y="30686"/>
                  </a:cubicBezTo>
                  <a:cubicBezTo>
                    <a:pt x="13539" y="30078"/>
                    <a:pt x="13742" y="29425"/>
                    <a:pt x="13877" y="28749"/>
                  </a:cubicBezTo>
                  <a:cubicBezTo>
                    <a:pt x="14102" y="28006"/>
                    <a:pt x="14305" y="27286"/>
                    <a:pt x="14508" y="26520"/>
                  </a:cubicBezTo>
                  <a:lnTo>
                    <a:pt x="14508" y="26520"/>
                  </a:lnTo>
                  <a:cubicBezTo>
                    <a:pt x="14485" y="29065"/>
                    <a:pt x="15116" y="31564"/>
                    <a:pt x="15836" y="33951"/>
                  </a:cubicBezTo>
                  <a:cubicBezTo>
                    <a:pt x="16061" y="34717"/>
                    <a:pt x="16309" y="35437"/>
                    <a:pt x="16534" y="36203"/>
                  </a:cubicBezTo>
                  <a:cubicBezTo>
                    <a:pt x="16546" y="36248"/>
                    <a:pt x="16579" y="36270"/>
                    <a:pt x="16613" y="36270"/>
                  </a:cubicBezTo>
                  <a:cubicBezTo>
                    <a:pt x="16647" y="36270"/>
                    <a:pt x="16681" y="36248"/>
                    <a:pt x="16692" y="36203"/>
                  </a:cubicBezTo>
                  <a:cubicBezTo>
                    <a:pt x="16985" y="34829"/>
                    <a:pt x="16985" y="33365"/>
                    <a:pt x="16782" y="31947"/>
                  </a:cubicBezTo>
                  <a:cubicBezTo>
                    <a:pt x="16579" y="30596"/>
                    <a:pt x="16129" y="29335"/>
                    <a:pt x="15634" y="28074"/>
                  </a:cubicBezTo>
                  <a:cubicBezTo>
                    <a:pt x="15341" y="27376"/>
                    <a:pt x="15003" y="26700"/>
                    <a:pt x="14710" y="25980"/>
                  </a:cubicBezTo>
                  <a:lnTo>
                    <a:pt x="14710" y="25935"/>
                  </a:lnTo>
                  <a:cubicBezTo>
                    <a:pt x="14710" y="25867"/>
                    <a:pt x="14665" y="25845"/>
                    <a:pt x="14643" y="25845"/>
                  </a:cubicBezTo>
                  <a:cubicBezTo>
                    <a:pt x="14778" y="25237"/>
                    <a:pt x="14890" y="24629"/>
                    <a:pt x="14981" y="24021"/>
                  </a:cubicBezTo>
                  <a:cubicBezTo>
                    <a:pt x="15071" y="23480"/>
                    <a:pt x="15116" y="22985"/>
                    <a:pt x="15183" y="22444"/>
                  </a:cubicBezTo>
                  <a:cubicBezTo>
                    <a:pt x="15472" y="22964"/>
                    <a:pt x="15665" y="23524"/>
                    <a:pt x="15822" y="24099"/>
                  </a:cubicBezTo>
                  <a:lnTo>
                    <a:pt x="15822" y="24099"/>
                  </a:lnTo>
                  <a:cubicBezTo>
                    <a:pt x="15687" y="23556"/>
                    <a:pt x="15490" y="23036"/>
                    <a:pt x="15251" y="22557"/>
                  </a:cubicBezTo>
                  <a:lnTo>
                    <a:pt x="15251" y="22557"/>
                  </a:lnTo>
                  <a:cubicBezTo>
                    <a:pt x="16940" y="24471"/>
                    <a:pt x="17998" y="26903"/>
                    <a:pt x="18201" y="29470"/>
                  </a:cubicBezTo>
                  <a:cubicBezTo>
                    <a:pt x="18243" y="30070"/>
                    <a:pt x="18225" y="30649"/>
                    <a:pt x="18204" y="31247"/>
                  </a:cubicBezTo>
                  <a:lnTo>
                    <a:pt x="18204" y="31247"/>
                  </a:lnTo>
                  <a:cubicBezTo>
                    <a:pt x="18242" y="31367"/>
                    <a:pt x="18279" y="31488"/>
                    <a:pt x="18313" y="31609"/>
                  </a:cubicBezTo>
                  <a:cubicBezTo>
                    <a:pt x="18324" y="31651"/>
                    <a:pt x="18354" y="31669"/>
                    <a:pt x="18383" y="31669"/>
                  </a:cubicBezTo>
                  <a:cubicBezTo>
                    <a:pt x="18416" y="31669"/>
                    <a:pt x="18448" y="31645"/>
                    <a:pt x="18448" y="31609"/>
                  </a:cubicBezTo>
                  <a:cubicBezTo>
                    <a:pt x="18651" y="30326"/>
                    <a:pt x="18493" y="28907"/>
                    <a:pt x="18223" y="27623"/>
                  </a:cubicBezTo>
                  <a:cubicBezTo>
                    <a:pt x="17908" y="26295"/>
                    <a:pt x="17367" y="25034"/>
                    <a:pt x="16647" y="23886"/>
                  </a:cubicBezTo>
                  <a:cubicBezTo>
                    <a:pt x="16242" y="23233"/>
                    <a:pt x="15746" y="22647"/>
                    <a:pt x="15228" y="22107"/>
                  </a:cubicBezTo>
                  <a:cubicBezTo>
                    <a:pt x="15341" y="20846"/>
                    <a:pt x="15386" y="19540"/>
                    <a:pt x="15318" y="18279"/>
                  </a:cubicBezTo>
                  <a:lnTo>
                    <a:pt x="15318" y="18279"/>
                  </a:lnTo>
                  <a:cubicBezTo>
                    <a:pt x="15521" y="18842"/>
                    <a:pt x="15746" y="19382"/>
                    <a:pt x="15971" y="19900"/>
                  </a:cubicBezTo>
                  <a:cubicBezTo>
                    <a:pt x="16287" y="20620"/>
                    <a:pt x="16647" y="21319"/>
                    <a:pt x="17007" y="21994"/>
                  </a:cubicBezTo>
                  <a:cubicBezTo>
                    <a:pt x="17367" y="22670"/>
                    <a:pt x="17795" y="23345"/>
                    <a:pt x="18223" y="23998"/>
                  </a:cubicBezTo>
                  <a:cubicBezTo>
                    <a:pt x="18616" y="24587"/>
                    <a:pt x="19026" y="25142"/>
                    <a:pt x="19423" y="25708"/>
                  </a:cubicBezTo>
                  <a:lnTo>
                    <a:pt x="19423" y="25708"/>
                  </a:lnTo>
                  <a:cubicBezTo>
                    <a:pt x="19097" y="25236"/>
                    <a:pt x="18755" y="24775"/>
                    <a:pt x="18448" y="24291"/>
                  </a:cubicBezTo>
                  <a:cubicBezTo>
                    <a:pt x="17570" y="22985"/>
                    <a:pt x="16827" y="21589"/>
                    <a:pt x="16174" y="20193"/>
                  </a:cubicBezTo>
                  <a:cubicBezTo>
                    <a:pt x="15836" y="19427"/>
                    <a:pt x="15476" y="18639"/>
                    <a:pt x="15183" y="17851"/>
                  </a:cubicBezTo>
                  <a:lnTo>
                    <a:pt x="15183" y="17851"/>
                  </a:lnTo>
                  <a:cubicBezTo>
                    <a:pt x="16377" y="18706"/>
                    <a:pt x="17210" y="19967"/>
                    <a:pt x="17975" y="21206"/>
                  </a:cubicBezTo>
                  <a:cubicBezTo>
                    <a:pt x="18876" y="22602"/>
                    <a:pt x="19777" y="24043"/>
                    <a:pt x="20317" y="25642"/>
                  </a:cubicBezTo>
                  <a:cubicBezTo>
                    <a:pt x="20565" y="26430"/>
                    <a:pt x="20723" y="27218"/>
                    <a:pt x="20790" y="28051"/>
                  </a:cubicBezTo>
                  <a:cubicBezTo>
                    <a:pt x="20611" y="27707"/>
                    <a:pt x="20433" y="27362"/>
                    <a:pt x="20246" y="27026"/>
                  </a:cubicBezTo>
                  <a:lnTo>
                    <a:pt x="20246" y="27026"/>
                  </a:lnTo>
                  <a:cubicBezTo>
                    <a:pt x="20486" y="27476"/>
                    <a:pt x="20702" y="27940"/>
                    <a:pt x="20925" y="28412"/>
                  </a:cubicBezTo>
                  <a:cubicBezTo>
                    <a:pt x="20940" y="28442"/>
                    <a:pt x="20963" y="28454"/>
                    <a:pt x="20986" y="28454"/>
                  </a:cubicBezTo>
                  <a:cubicBezTo>
                    <a:pt x="21033" y="28454"/>
                    <a:pt x="21083" y="28404"/>
                    <a:pt x="21083" y="28344"/>
                  </a:cubicBezTo>
                  <a:cubicBezTo>
                    <a:pt x="21083" y="26655"/>
                    <a:pt x="20475" y="25034"/>
                    <a:pt x="19709" y="23548"/>
                  </a:cubicBezTo>
                  <a:cubicBezTo>
                    <a:pt x="19326" y="22760"/>
                    <a:pt x="18831" y="22017"/>
                    <a:pt x="18381" y="21296"/>
                  </a:cubicBezTo>
                  <a:cubicBezTo>
                    <a:pt x="17975" y="20643"/>
                    <a:pt x="17570" y="19967"/>
                    <a:pt x="17097" y="19337"/>
                  </a:cubicBezTo>
                  <a:cubicBezTo>
                    <a:pt x="16579" y="18661"/>
                    <a:pt x="15994" y="18076"/>
                    <a:pt x="15296" y="17603"/>
                  </a:cubicBezTo>
                  <a:cubicBezTo>
                    <a:pt x="15228" y="16747"/>
                    <a:pt x="15161" y="15914"/>
                    <a:pt x="15048" y="15059"/>
                  </a:cubicBezTo>
                  <a:lnTo>
                    <a:pt x="15048" y="15059"/>
                  </a:lnTo>
                  <a:cubicBezTo>
                    <a:pt x="15949" y="16297"/>
                    <a:pt x="16849" y="17536"/>
                    <a:pt x="17908" y="18639"/>
                  </a:cubicBezTo>
                  <a:cubicBezTo>
                    <a:pt x="18471" y="19224"/>
                    <a:pt x="19101" y="19787"/>
                    <a:pt x="19732" y="20283"/>
                  </a:cubicBezTo>
                  <a:cubicBezTo>
                    <a:pt x="20009" y="20483"/>
                    <a:pt x="20302" y="20667"/>
                    <a:pt x="20601" y="20844"/>
                  </a:cubicBezTo>
                  <a:lnTo>
                    <a:pt x="20601" y="20844"/>
                  </a:lnTo>
                  <a:cubicBezTo>
                    <a:pt x="20405" y="20717"/>
                    <a:pt x="20212" y="20584"/>
                    <a:pt x="20024" y="20440"/>
                  </a:cubicBezTo>
                  <a:cubicBezTo>
                    <a:pt x="18673" y="19495"/>
                    <a:pt x="17570" y="18279"/>
                    <a:pt x="16557" y="16973"/>
                  </a:cubicBezTo>
                  <a:cubicBezTo>
                    <a:pt x="16061" y="16342"/>
                    <a:pt x="15543" y="15667"/>
                    <a:pt x="15071" y="14946"/>
                  </a:cubicBezTo>
                  <a:lnTo>
                    <a:pt x="15071" y="14946"/>
                  </a:lnTo>
                  <a:cubicBezTo>
                    <a:pt x="18110" y="16117"/>
                    <a:pt x="20813" y="18144"/>
                    <a:pt x="22682" y="20778"/>
                  </a:cubicBezTo>
                  <a:cubicBezTo>
                    <a:pt x="23137" y="21450"/>
                    <a:pt x="23508" y="22163"/>
                    <a:pt x="23897" y="22859"/>
                  </a:cubicBezTo>
                  <a:lnTo>
                    <a:pt x="23897" y="22859"/>
                  </a:lnTo>
                  <a:cubicBezTo>
                    <a:pt x="24005" y="22949"/>
                    <a:pt x="24111" y="23044"/>
                    <a:pt x="24213" y="23142"/>
                  </a:cubicBezTo>
                  <a:cubicBezTo>
                    <a:pt x="24233" y="23163"/>
                    <a:pt x="24254" y="23171"/>
                    <a:pt x="24272" y="23171"/>
                  </a:cubicBezTo>
                  <a:cubicBezTo>
                    <a:pt x="24313" y="23171"/>
                    <a:pt x="24341" y="23129"/>
                    <a:pt x="24325" y="23097"/>
                  </a:cubicBezTo>
                  <a:cubicBezTo>
                    <a:pt x="24010" y="22309"/>
                    <a:pt x="23605" y="21566"/>
                    <a:pt x="23109" y="20868"/>
                  </a:cubicBezTo>
                  <a:cubicBezTo>
                    <a:pt x="22637" y="20170"/>
                    <a:pt x="22141" y="19517"/>
                    <a:pt x="21533" y="18887"/>
                  </a:cubicBezTo>
                  <a:cubicBezTo>
                    <a:pt x="20385" y="17648"/>
                    <a:pt x="19034" y="16567"/>
                    <a:pt x="17525" y="15734"/>
                  </a:cubicBezTo>
                  <a:cubicBezTo>
                    <a:pt x="16737" y="15329"/>
                    <a:pt x="15881" y="14991"/>
                    <a:pt x="15048" y="14698"/>
                  </a:cubicBezTo>
                  <a:cubicBezTo>
                    <a:pt x="15048" y="14698"/>
                    <a:pt x="15048" y="14676"/>
                    <a:pt x="15003" y="14676"/>
                  </a:cubicBezTo>
                  <a:cubicBezTo>
                    <a:pt x="14981" y="14653"/>
                    <a:pt x="14981" y="14653"/>
                    <a:pt x="14958" y="14653"/>
                  </a:cubicBezTo>
                  <a:cubicBezTo>
                    <a:pt x="14733" y="13100"/>
                    <a:pt x="14373" y="11546"/>
                    <a:pt x="13922" y="10037"/>
                  </a:cubicBezTo>
                  <a:lnTo>
                    <a:pt x="13922" y="10037"/>
                  </a:lnTo>
                  <a:cubicBezTo>
                    <a:pt x="13982" y="10122"/>
                    <a:pt x="14042" y="10206"/>
                    <a:pt x="14104" y="10290"/>
                  </a:cubicBezTo>
                  <a:lnTo>
                    <a:pt x="14104" y="10290"/>
                  </a:lnTo>
                  <a:cubicBezTo>
                    <a:pt x="13981" y="10120"/>
                    <a:pt x="13861" y="9945"/>
                    <a:pt x="13742" y="9767"/>
                  </a:cubicBezTo>
                  <a:lnTo>
                    <a:pt x="13742" y="9767"/>
                  </a:lnTo>
                  <a:cubicBezTo>
                    <a:pt x="15048" y="10713"/>
                    <a:pt x="16669" y="11073"/>
                    <a:pt x="18065" y="11794"/>
                  </a:cubicBezTo>
                  <a:cubicBezTo>
                    <a:pt x="19574" y="12582"/>
                    <a:pt x="20948" y="13595"/>
                    <a:pt x="22164" y="14811"/>
                  </a:cubicBezTo>
                  <a:cubicBezTo>
                    <a:pt x="22674" y="15300"/>
                    <a:pt x="23110" y="15845"/>
                    <a:pt x="23522" y="16379"/>
                  </a:cubicBezTo>
                  <a:lnTo>
                    <a:pt x="23522" y="16379"/>
                  </a:lnTo>
                  <a:cubicBezTo>
                    <a:pt x="23757" y="16558"/>
                    <a:pt x="23976" y="16754"/>
                    <a:pt x="24168" y="16973"/>
                  </a:cubicBezTo>
                  <a:cubicBezTo>
                    <a:pt x="24181" y="17000"/>
                    <a:pt x="24203" y="17010"/>
                    <a:pt x="24226" y="17010"/>
                  </a:cubicBezTo>
                  <a:cubicBezTo>
                    <a:pt x="24278" y="17010"/>
                    <a:pt x="24334" y="16952"/>
                    <a:pt x="24303" y="16905"/>
                  </a:cubicBezTo>
                  <a:cubicBezTo>
                    <a:pt x="23875" y="16162"/>
                    <a:pt x="23312" y="15486"/>
                    <a:pt x="22749" y="14878"/>
                  </a:cubicBezTo>
                  <a:cubicBezTo>
                    <a:pt x="22164" y="14225"/>
                    <a:pt x="21511" y="13662"/>
                    <a:pt x="20835" y="13122"/>
                  </a:cubicBezTo>
                  <a:cubicBezTo>
                    <a:pt x="20182" y="12627"/>
                    <a:pt x="19484" y="12176"/>
                    <a:pt x="18763" y="11771"/>
                  </a:cubicBezTo>
                  <a:cubicBezTo>
                    <a:pt x="17998" y="11343"/>
                    <a:pt x="17187" y="11050"/>
                    <a:pt x="16332" y="10735"/>
                  </a:cubicBezTo>
                  <a:cubicBezTo>
                    <a:pt x="15431" y="10397"/>
                    <a:pt x="14530" y="10060"/>
                    <a:pt x="13765" y="9497"/>
                  </a:cubicBezTo>
                  <a:cubicBezTo>
                    <a:pt x="13742" y="9474"/>
                    <a:pt x="13742" y="9429"/>
                    <a:pt x="13720" y="9407"/>
                  </a:cubicBezTo>
                  <a:cubicBezTo>
                    <a:pt x="13314" y="8168"/>
                    <a:pt x="12819" y="6952"/>
                    <a:pt x="12278" y="5781"/>
                  </a:cubicBezTo>
                  <a:cubicBezTo>
                    <a:pt x="12166" y="5556"/>
                    <a:pt x="12076" y="5353"/>
                    <a:pt x="11963" y="5128"/>
                  </a:cubicBezTo>
                  <a:lnTo>
                    <a:pt x="11963" y="5128"/>
                  </a:lnTo>
                  <a:cubicBezTo>
                    <a:pt x="14418" y="7740"/>
                    <a:pt x="17638" y="9992"/>
                    <a:pt x="21285" y="10420"/>
                  </a:cubicBezTo>
                  <a:cubicBezTo>
                    <a:pt x="21802" y="10482"/>
                    <a:pt x="22332" y="10511"/>
                    <a:pt x="22866" y="10511"/>
                  </a:cubicBezTo>
                  <a:cubicBezTo>
                    <a:pt x="23488" y="10511"/>
                    <a:pt x="24113" y="10472"/>
                    <a:pt x="24726" y="10401"/>
                  </a:cubicBezTo>
                  <a:lnTo>
                    <a:pt x="24726" y="10401"/>
                  </a:lnTo>
                  <a:cubicBezTo>
                    <a:pt x="24721" y="10367"/>
                    <a:pt x="24712" y="10309"/>
                    <a:pt x="24663" y="10285"/>
                  </a:cubicBezTo>
                  <a:cubicBezTo>
                    <a:pt x="23199" y="9181"/>
                    <a:pt x="21668" y="8191"/>
                    <a:pt x="19934" y="7515"/>
                  </a:cubicBezTo>
                  <a:cubicBezTo>
                    <a:pt x="19101" y="7177"/>
                    <a:pt x="18201" y="6930"/>
                    <a:pt x="17300" y="6727"/>
                  </a:cubicBezTo>
                  <a:cubicBezTo>
                    <a:pt x="16287" y="6547"/>
                    <a:pt x="15251" y="6434"/>
                    <a:pt x="14260" y="6142"/>
                  </a:cubicBezTo>
                  <a:cubicBezTo>
                    <a:pt x="13787" y="6006"/>
                    <a:pt x="13337" y="5804"/>
                    <a:pt x="12886" y="5556"/>
                  </a:cubicBezTo>
                  <a:cubicBezTo>
                    <a:pt x="12616" y="5421"/>
                    <a:pt x="12368" y="5218"/>
                    <a:pt x="12143" y="5016"/>
                  </a:cubicBezTo>
                  <a:cubicBezTo>
                    <a:pt x="11918" y="4813"/>
                    <a:pt x="11670" y="4655"/>
                    <a:pt x="11468" y="4408"/>
                  </a:cubicBezTo>
                  <a:cubicBezTo>
                    <a:pt x="11310" y="4183"/>
                    <a:pt x="11198" y="3890"/>
                    <a:pt x="11040" y="3642"/>
                  </a:cubicBezTo>
                  <a:cubicBezTo>
                    <a:pt x="10905" y="3349"/>
                    <a:pt x="10702" y="3102"/>
                    <a:pt x="10567" y="2831"/>
                  </a:cubicBezTo>
                  <a:cubicBezTo>
                    <a:pt x="10567" y="2786"/>
                    <a:pt x="10545" y="2786"/>
                    <a:pt x="10545" y="2764"/>
                  </a:cubicBezTo>
                  <a:lnTo>
                    <a:pt x="10545" y="2764"/>
                  </a:lnTo>
                  <a:cubicBezTo>
                    <a:pt x="11355" y="2876"/>
                    <a:pt x="12053" y="3304"/>
                    <a:pt x="12796" y="3665"/>
                  </a:cubicBezTo>
                  <a:cubicBezTo>
                    <a:pt x="13517" y="4070"/>
                    <a:pt x="14282" y="4363"/>
                    <a:pt x="15093" y="4633"/>
                  </a:cubicBezTo>
                  <a:cubicBezTo>
                    <a:pt x="16714" y="5128"/>
                    <a:pt x="18426" y="5376"/>
                    <a:pt x="20092" y="5534"/>
                  </a:cubicBezTo>
                  <a:cubicBezTo>
                    <a:pt x="21038" y="5601"/>
                    <a:pt x="22006" y="5669"/>
                    <a:pt x="22952" y="5759"/>
                  </a:cubicBezTo>
                  <a:cubicBezTo>
                    <a:pt x="23064" y="5759"/>
                    <a:pt x="23132" y="5646"/>
                    <a:pt x="23019" y="5556"/>
                  </a:cubicBezTo>
                  <a:cubicBezTo>
                    <a:pt x="21488" y="4633"/>
                    <a:pt x="19889" y="3845"/>
                    <a:pt x="18223" y="3214"/>
                  </a:cubicBezTo>
                  <a:cubicBezTo>
                    <a:pt x="16624" y="2606"/>
                    <a:pt x="14935" y="2178"/>
                    <a:pt x="13202" y="2088"/>
                  </a:cubicBezTo>
                  <a:cubicBezTo>
                    <a:pt x="12965" y="2077"/>
                    <a:pt x="12725" y="2069"/>
                    <a:pt x="12482" y="2069"/>
                  </a:cubicBezTo>
                  <a:cubicBezTo>
                    <a:pt x="11756" y="2069"/>
                    <a:pt x="11017" y="2145"/>
                    <a:pt x="10342" y="2449"/>
                  </a:cubicBezTo>
                  <a:cubicBezTo>
                    <a:pt x="10117" y="2088"/>
                    <a:pt x="9892" y="1751"/>
                    <a:pt x="9666" y="1390"/>
                  </a:cubicBezTo>
                  <a:cubicBezTo>
                    <a:pt x="9351" y="917"/>
                    <a:pt x="9013" y="467"/>
                    <a:pt x="8631" y="39"/>
                  </a:cubicBezTo>
                  <a:cubicBezTo>
                    <a:pt x="8603" y="12"/>
                    <a:pt x="8575" y="1"/>
                    <a:pt x="854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7"/>
            <p:cNvSpPr/>
            <p:nvPr/>
          </p:nvSpPr>
          <p:spPr>
            <a:xfrm flipH="1">
              <a:off x="241056" y="219272"/>
              <a:ext cx="1352145" cy="403479"/>
            </a:xfrm>
            <a:custGeom>
              <a:avLst/>
              <a:gdLst/>
              <a:ahLst/>
              <a:cxnLst/>
              <a:rect l="l" t="t" r="r" b="b"/>
              <a:pathLst>
                <a:path w="56783" h="16944" extrusionOk="0">
                  <a:moveTo>
                    <a:pt x="46" y="1"/>
                  </a:moveTo>
                  <a:cubicBezTo>
                    <a:pt x="23" y="1"/>
                    <a:pt x="1" y="18"/>
                    <a:pt x="1" y="51"/>
                  </a:cubicBezTo>
                  <a:cubicBezTo>
                    <a:pt x="91" y="1898"/>
                    <a:pt x="901" y="3699"/>
                    <a:pt x="2343" y="4915"/>
                  </a:cubicBezTo>
                  <a:cubicBezTo>
                    <a:pt x="3831" y="6194"/>
                    <a:pt x="5769" y="6634"/>
                    <a:pt x="7682" y="6634"/>
                  </a:cubicBezTo>
                  <a:cubicBezTo>
                    <a:pt x="7824" y="6634"/>
                    <a:pt x="7966" y="6631"/>
                    <a:pt x="8107" y="6627"/>
                  </a:cubicBezTo>
                  <a:cubicBezTo>
                    <a:pt x="10291" y="6582"/>
                    <a:pt x="12430" y="6041"/>
                    <a:pt x="14592" y="5884"/>
                  </a:cubicBezTo>
                  <a:cubicBezTo>
                    <a:pt x="15045" y="5843"/>
                    <a:pt x="15508" y="5819"/>
                    <a:pt x="15972" y="5819"/>
                  </a:cubicBezTo>
                  <a:cubicBezTo>
                    <a:pt x="17589" y="5819"/>
                    <a:pt x="19230" y="6115"/>
                    <a:pt x="20559" y="7077"/>
                  </a:cubicBezTo>
                  <a:cubicBezTo>
                    <a:pt x="22226" y="8270"/>
                    <a:pt x="23081" y="10184"/>
                    <a:pt x="24590" y="11513"/>
                  </a:cubicBezTo>
                  <a:cubicBezTo>
                    <a:pt x="26007" y="12758"/>
                    <a:pt x="27894" y="13205"/>
                    <a:pt x="29745" y="13205"/>
                  </a:cubicBezTo>
                  <a:cubicBezTo>
                    <a:pt x="29836" y="13205"/>
                    <a:pt x="29926" y="13204"/>
                    <a:pt x="30017" y="13202"/>
                  </a:cubicBezTo>
                  <a:cubicBezTo>
                    <a:pt x="31008" y="13157"/>
                    <a:pt x="32021" y="12999"/>
                    <a:pt x="32967" y="12751"/>
                  </a:cubicBezTo>
                  <a:cubicBezTo>
                    <a:pt x="34092" y="12459"/>
                    <a:pt x="35218" y="12098"/>
                    <a:pt x="36344" y="11851"/>
                  </a:cubicBezTo>
                  <a:cubicBezTo>
                    <a:pt x="36921" y="11742"/>
                    <a:pt x="37513" y="11665"/>
                    <a:pt x="38099" y="11665"/>
                  </a:cubicBezTo>
                  <a:cubicBezTo>
                    <a:pt x="38725" y="11665"/>
                    <a:pt x="39343" y="11753"/>
                    <a:pt x="39925" y="11986"/>
                  </a:cubicBezTo>
                  <a:cubicBezTo>
                    <a:pt x="40870" y="12346"/>
                    <a:pt x="41658" y="13022"/>
                    <a:pt x="42402" y="13675"/>
                  </a:cubicBezTo>
                  <a:cubicBezTo>
                    <a:pt x="43167" y="14350"/>
                    <a:pt x="43910" y="15048"/>
                    <a:pt x="44811" y="15566"/>
                  </a:cubicBezTo>
                  <a:cubicBezTo>
                    <a:pt x="45757" y="16084"/>
                    <a:pt x="46770" y="16422"/>
                    <a:pt x="47783" y="16647"/>
                  </a:cubicBezTo>
                  <a:cubicBezTo>
                    <a:pt x="48769" y="16860"/>
                    <a:pt x="49771" y="16944"/>
                    <a:pt x="50777" y="16944"/>
                  </a:cubicBezTo>
                  <a:cubicBezTo>
                    <a:pt x="52116" y="16944"/>
                    <a:pt x="53462" y="16795"/>
                    <a:pt x="54786" y="16602"/>
                  </a:cubicBezTo>
                  <a:cubicBezTo>
                    <a:pt x="55372" y="16512"/>
                    <a:pt x="55957" y="16399"/>
                    <a:pt x="56565" y="16287"/>
                  </a:cubicBezTo>
                  <a:cubicBezTo>
                    <a:pt x="56782" y="16243"/>
                    <a:pt x="56727" y="15970"/>
                    <a:pt x="56582" y="15970"/>
                  </a:cubicBezTo>
                  <a:cubicBezTo>
                    <a:pt x="56577" y="15970"/>
                    <a:pt x="56571" y="15971"/>
                    <a:pt x="56565" y="15971"/>
                  </a:cubicBezTo>
                  <a:cubicBezTo>
                    <a:pt x="54584" y="16286"/>
                    <a:pt x="52602" y="16632"/>
                    <a:pt x="50596" y="16632"/>
                  </a:cubicBezTo>
                  <a:cubicBezTo>
                    <a:pt x="50162" y="16632"/>
                    <a:pt x="49728" y="16615"/>
                    <a:pt x="49292" y="16579"/>
                  </a:cubicBezTo>
                  <a:cubicBezTo>
                    <a:pt x="47130" y="16377"/>
                    <a:pt x="45126" y="15634"/>
                    <a:pt x="43437" y="14215"/>
                  </a:cubicBezTo>
                  <a:cubicBezTo>
                    <a:pt x="42672" y="13562"/>
                    <a:pt x="41996" y="12864"/>
                    <a:pt x="41186" y="12301"/>
                  </a:cubicBezTo>
                  <a:cubicBezTo>
                    <a:pt x="40352" y="11738"/>
                    <a:pt x="39407" y="11400"/>
                    <a:pt x="38393" y="11333"/>
                  </a:cubicBezTo>
                  <a:cubicBezTo>
                    <a:pt x="38278" y="11327"/>
                    <a:pt x="38164" y="11324"/>
                    <a:pt x="38049" y="11324"/>
                  </a:cubicBezTo>
                  <a:cubicBezTo>
                    <a:pt x="35966" y="11324"/>
                    <a:pt x="33959" y="12256"/>
                    <a:pt x="31931" y="12661"/>
                  </a:cubicBezTo>
                  <a:cubicBezTo>
                    <a:pt x="31125" y="12817"/>
                    <a:pt x="30289" y="12917"/>
                    <a:pt x="29460" y="12917"/>
                  </a:cubicBezTo>
                  <a:cubicBezTo>
                    <a:pt x="28250" y="12917"/>
                    <a:pt x="27055" y="12705"/>
                    <a:pt x="25986" y="12143"/>
                  </a:cubicBezTo>
                  <a:cubicBezTo>
                    <a:pt x="24162" y="11220"/>
                    <a:pt x="23194" y="9396"/>
                    <a:pt x="21888" y="7933"/>
                  </a:cubicBezTo>
                  <a:cubicBezTo>
                    <a:pt x="21235" y="7190"/>
                    <a:pt x="20447" y="6604"/>
                    <a:pt x="19546" y="6221"/>
                  </a:cubicBezTo>
                  <a:cubicBezTo>
                    <a:pt x="18668" y="5838"/>
                    <a:pt x="17722" y="5658"/>
                    <a:pt x="16776" y="5591"/>
                  </a:cubicBezTo>
                  <a:cubicBezTo>
                    <a:pt x="16483" y="5572"/>
                    <a:pt x="16190" y="5563"/>
                    <a:pt x="15898" y="5563"/>
                  </a:cubicBezTo>
                  <a:cubicBezTo>
                    <a:pt x="14130" y="5563"/>
                    <a:pt x="12391" y="5883"/>
                    <a:pt x="10652" y="6154"/>
                  </a:cubicBezTo>
                  <a:cubicBezTo>
                    <a:pt x="9653" y="6299"/>
                    <a:pt x="8617" y="6421"/>
                    <a:pt x="7584" y="6421"/>
                  </a:cubicBezTo>
                  <a:cubicBezTo>
                    <a:pt x="6380" y="6421"/>
                    <a:pt x="5181" y="6256"/>
                    <a:pt x="4054" y="5771"/>
                  </a:cubicBezTo>
                  <a:cubicBezTo>
                    <a:pt x="2297" y="4983"/>
                    <a:pt x="901" y="3339"/>
                    <a:pt x="338" y="1493"/>
                  </a:cubicBezTo>
                  <a:cubicBezTo>
                    <a:pt x="203" y="997"/>
                    <a:pt x="113" y="547"/>
                    <a:pt x="91" y="51"/>
                  </a:cubicBezTo>
                  <a:cubicBezTo>
                    <a:pt x="91" y="18"/>
                    <a:pt x="68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7"/>
            <p:cNvSpPr/>
            <p:nvPr/>
          </p:nvSpPr>
          <p:spPr>
            <a:xfrm rot="-2700000" flipH="1">
              <a:off x="7690877" y="4354432"/>
              <a:ext cx="1259046" cy="444052"/>
            </a:xfrm>
            <a:custGeom>
              <a:avLst/>
              <a:gdLst/>
              <a:ahLst/>
              <a:cxnLst/>
              <a:rect l="l" t="t" r="r" b="b"/>
              <a:pathLst>
                <a:path w="77652" h="27387" extrusionOk="0">
                  <a:moveTo>
                    <a:pt x="42758" y="221"/>
                  </a:moveTo>
                  <a:cubicBezTo>
                    <a:pt x="42867" y="221"/>
                    <a:pt x="42977" y="233"/>
                    <a:pt x="43087" y="260"/>
                  </a:cubicBezTo>
                  <a:cubicBezTo>
                    <a:pt x="43785" y="418"/>
                    <a:pt x="44213" y="1116"/>
                    <a:pt x="44303" y="1836"/>
                  </a:cubicBezTo>
                  <a:cubicBezTo>
                    <a:pt x="44506" y="3300"/>
                    <a:pt x="43290" y="4313"/>
                    <a:pt x="42119" y="5011"/>
                  </a:cubicBezTo>
                  <a:cubicBezTo>
                    <a:pt x="41263" y="3998"/>
                    <a:pt x="40610" y="2669"/>
                    <a:pt x="41128" y="1431"/>
                  </a:cubicBezTo>
                  <a:cubicBezTo>
                    <a:pt x="41382" y="766"/>
                    <a:pt x="42043" y="221"/>
                    <a:pt x="42758" y="221"/>
                  </a:cubicBezTo>
                  <a:close/>
                  <a:moveTo>
                    <a:pt x="42786" y="0"/>
                  </a:moveTo>
                  <a:cubicBezTo>
                    <a:pt x="42623" y="0"/>
                    <a:pt x="42453" y="25"/>
                    <a:pt x="42276" y="80"/>
                  </a:cubicBezTo>
                  <a:cubicBezTo>
                    <a:pt x="40745" y="598"/>
                    <a:pt x="40520" y="2354"/>
                    <a:pt x="41038" y="3660"/>
                  </a:cubicBezTo>
                  <a:cubicBezTo>
                    <a:pt x="41263" y="4201"/>
                    <a:pt x="41533" y="4674"/>
                    <a:pt x="41894" y="5124"/>
                  </a:cubicBezTo>
                  <a:cubicBezTo>
                    <a:pt x="41826" y="5169"/>
                    <a:pt x="41736" y="5214"/>
                    <a:pt x="41646" y="5259"/>
                  </a:cubicBezTo>
                  <a:cubicBezTo>
                    <a:pt x="38674" y="6835"/>
                    <a:pt x="35296" y="7376"/>
                    <a:pt x="31963" y="7736"/>
                  </a:cubicBezTo>
                  <a:cubicBezTo>
                    <a:pt x="28698" y="8096"/>
                    <a:pt x="25411" y="8299"/>
                    <a:pt x="22236" y="9110"/>
                  </a:cubicBezTo>
                  <a:cubicBezTo>
                    <a:pt x="19353" y="9853"/>
                    <a:pt x="16629" y="11091"/>
                    <a:pt x="14084" y="12667"/>
                  </a:cubicBezTo>
                  <a:cubicBezTo>
                    <a:pt x="8950" y="15865"/>
                    <a:pt x="4694" y="20413"/>
                    <a:pt x="1294" y="25367"/>
                  </a:cubicBezTo>
                  <a:cubicBezTo>
                    <a:pt x="866" y="25953"/>
                    <a:pt x="461" y="26561"/>
                    <a:pt x="78" y="27191"/>
                  </a:cubicBezTo>
                  <a:cubicBezTo>
                    <a:pt x="1" y="27300"/>
                    <a:pt x="104" y="27387"/>
                    <a:pt x="206" y="27387"/>
                  </a:cubicBezTo>
                  <a:cubicBezTo>
                    <a:pt x="252" y="27387"/>
                    <a:pt x="298" y="27369"/>
                    <a:pt x="326" y="27326"/>
                  </a:cubicBezTo>
                  <a:cubicBezTo>
                    <a:pt x="3771" y="21877"/>
                    <a:pt x="8095" y="16833"/>
                    <a:pt x="13499" y="13275"/>
                  </a:cubicBezTo>
                  <a:cubicBezTo>
                    <a:pt x="16178" y="11541"/>
                    <a:pt x="19083" y="10190"/>
                    <a:pt x="22168" y="9380"/>
                  </a:cubicBezTo>
                  <a:cubicBezTo>
                    <a:pt x="25568" y="8479"/>
                    <a:pt x="29149" y="8321"/>
                    <a:pt x="32639" y="7961"/>
                  </a:cubicBezTo>
                  <a:cubicBezTo>
                    <a:pt x="35881" y="7601"/>
                    <a:pt x="39237" y="7015"/>
                    <a:pt x="42074" y="5372"/>
                  </a:cubicBezTo>
                  <a:cubicBezTo>
                    <a:pt x="42682" y="6070"/>
                    <a:pt x="43447" y="6700"/>
                    <a:pt x="44235" y="7196"/>
                  </a:cubicBezTo>
                  <a:cubicBezTo>
                    <a:pt x="47185" y="9110"/>
                    <a:pt x="50743" y="10168"/>
                    <a:pt x="54233" y="10326"/>
                  </a:cubicBezTo>
                  <a:cubicBezTo>
                    <a:pt x="54523" y="10339"/>
                    <a:pt x="54812" y="10346"/>
                    <a:pt x="55099" y="10346"/>
                  </a:cubicBezTo>
                  <a:cubicBezTo>
                    <a:pt x="61997" y="10346"/>
                    <a:pt x="68161" y="6590"/>
                    <a:pt x="74927" y="5574"/>
                  </a:cubicBezTo>
                  <a:cubicBezTo>
                    <a:pt x="75783" y="5439"/>
                    <a:pt x="76661" y="5349"/>
                    <a:pt x="77562" y="5349"/>
                  </a:cubicBezTo>
                  <a:cubicBezTo>
                    <a:pt x="77652" y="5282"/>
                    <a:pt x="77629" y="5124"/>
                    <a:pt x="77539" y="5124"/>
                  </a:cubicBezTo>
                  <a:cubicBezTo>
                    <a:pt x="70694" y="5237"/>
                    <a:pt x="64614" y="8884"/>
                    <a:pt x="57926" y="9763"/>
                  </a:cubicBezTo>
                  <a:cubicBezTo>
                    <a:pt x="57028" y="9878"/>
                    <a:pt x="56124" y="9936"/>
                    <a:pt x="55222" y="9936"/>
                  </a:cubicBezTo>
                  <a:cubicBezTo>
                    <a:pt x="52615" y="9936"/>
                    <a:pt x="50016" y="9455"/>
                    <a:pt x="47591" y="8502"/>
                  </a:cubicBezTo>
                  <a:cubicBezTo>
                    <a:pt x="46037" y="7871"/>
                    <a:pt x="44461" y="7128"/>
                    <a:pt x="43177" y="6025"/>
                  </a:cubicBezTo>
                  <a:cubicBezTo>
                    <a:pt x="42884" y="5799"/>
                    <a:pt x="42614" y="5507"/>
                    <a:pt x="42321" y="5214"/>
                  </a:cubicBezTo>
                  <a:lnTo>
                    <a:pt x="42344" y="5214"/>
                  </a:lnTo>
                  <a:cubicBezTo>
                    <a:pt x="43515" y="4493"/>
                    <a:pt x="44708" y="3413"/>
                    <a:pt x="44573" y="1904"/>
                  </a:cubicBezTo>
                  <a:cubicBezTo>
                    <a:pt x="44477" y="919"/>
                    <a:pt x="43767" y="0"/>
                    <a:pt x="4278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subTitle" idx="1"/>
          </p:nvPr>
        </p:nvSpPr>
        <p:spPr>
          <a:xfrm>
            <a:off x="2436450" y="1273825"/>
            <a:ext cx="4271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subTitle" idx="2"/>
          </p:nvPr>
        </p:nvSpPr>
        <p:spPr>
          <a:xfrm>
            <a:off x="2436450" y="1643876"/>
            <a:ext cx="427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subTitle" idx="3"/>
          </p:nvPr>
        </p:nvSpPr>
        <p:spPr>
          <a:xfrm>
            <a:off x="2436450" y="2788350"/>
            <a:ext cx="427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subTitle" idx="4"/>
          </p:nvPr>
        </p:nvSpPr>
        <p:spPr>
          <a:xfrm>
            <a:off x="2436450" y="3932825"/>
            <a:ext cx="427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8"/>
          <p:cNvSpPr txBox="1">
            <a:spLocks noGrp="1"/>
          </p:cNvSpPr>
          <p:nvPr>
            <p:ph type="subTitle" idx="5"/>
          </p:nvPr>
        </p:nvSpPr>
        <p:spPr>
          <a:xfrm>
            <a:off x="2436450" y="2418300"/>
            <a:ext cx="4271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subTitle" idx="6"/>
          </p:nvPr>
        </p:nvSpPr>
        <p:spPr>
          <a:xfrm>
            <a:off x="2436450" y="3562774"/>
            <a:ext cx="4271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grpSp>
        <p:nvGrpSpPr>
          <p:cNvPr id="226" name="Google Shape;226;p28"/>
          <p:cNvGrpSpPr/>
          <p:nvPr/>
        </p:nvGrpSpPr>
        <p:grpSpPr>
          <a:xfrm flipH="1">
            <a:off x="143551" y="3840719"/>
            <a:ext cx="8764883" cy="1078774"/>
            <a:chOff x="242053" y="3840719"/>
            <a:chExt cx="8764883" cy="1078774"/>
          </a:xfrm>
        </p:grpSpPr>
        <p:sp>
          <p:nvSpPr>
            <p:cNvPr id="227" name="Google Shape;227;p28"/>
            <p:cNvSpPr/>
            <p:nvPr/>
          </p:nvSpPr>
          <p:spPr>
            <a:xfrm rot="10800000" flipH="1">
              <a:off x="242053" y="4224372"/>
              <a:ext cx="1526026" cy="695121"/>
            </a:xfrm>
            <a:custGeom>
              <a:avLst/>
              <a:gdLst/>
              <a:ahLst/>
              <a:cxnLst/>
              <a:rect l="l" t="t" r="r" b="b"/>
              <a:pathLst>
                <a:path w="60003" h="27332" extrusionOk="0">
                  <a:moveTo>
                    <a:pt x="59807" y="1"/>
                  </a:moveTo>
                  <a:cubicBezTo>
                    <a:pt x="59772" y="1"/>
                    <a:pt x="59737" y="16"/>
                    <a:pt x="59712" y="53"/>
                  </a:cubicBezTo>
                  <a:cubicBezTo>
                    <a:pt x="57055" y="3498"/>
                    <a:pt x="53475" y="6043"/>
                    <a:pt x="49241" y="7169"/>
                  </a:cubicBezTo>
                  <a:cubicBezTo>
                    <a:pt x="48183" y="7461"/>
                    <a:pt x="47080" y="7641"/>
                    <a:pt x="45954" y="7731"/>
                  </a:cubicBezTo>
                  <a:cubicBezTo>
                    <a:pt x="44670" y="7844"/>
                    <a:pt x="43342" y="7844"/>
                    <a:pt x="42036" y="7979"/>
                  </a:cubicBezTo>
                  <a:cubicBezTo>
                    <a:pt x="39874" y="8204"/>
                    <a:pt x="37915" y="8925"/>
                    <a:pt x="36069" y="10096"/>
                  </a:cubicBezTo>
                  <a:cubicBezTo>
                    <a:pt x="32466" y="12438"/>
                    <a:pt x="29831" y="15950"/>
                    <a:pt x="26724" y="18878"/>
                  </a:cubicBezTo>
                  <a:cubicBezTo>
                    <a:pt x="23346" y="22030"/>
                    <a:pt x="19450" y="24755"/>
                    <a:pt x="14969" y="26173"/>
                  </a:cubicBezTo>
                  <a:cubicBezTo>
                    <a:pt x="12999" y="26792"/>
                    <a:pt x="10897" y="27128"/>
                    <a:pt x="8795" y="27128"/>
                  </a:cubicBezTo>
                  <a:cubicBezTo>
                    <a:pt x="6307" y="27128"/>
                    <a:pt x="3819" y="26658"/>
                    <a:pt x="1549" y="25633"/>
                  </a:cubicBezTo>
                  <a:cubicBezTo>
                    <a:pt x="1031" y="25408"/>
                    <a:pt x="536" y="25160"/>
                    <a:pt x="40" y="24890"/>
                  </a:cubicBezTo>
                  <a:cubicBezTo>
                    <a:pt x="35" y="24879"/>
                    <a:pt x="29" y="24875"/>
                    <a:pt x="25" y="24875"/>
                  </a:cubicBezTo>
                  <a:cubicBezTo>
                    <a:pt x="9" y="24875"/>
                    <a:pt x="1" y="24918"/>
                    <a:pt x="18" y="24935"/>
                  </a:cubicBezTo>
                  <a:cubicBezTo>
                    <a:pt x="2676" y="26595"/>
                    <a:pt x="5733" y="27331"/>
                    <a:pt x="8816" y="27331"/>
                  </a:cubicBezTo>
                  <a:cubicBezTo>
                    <a:pt x="10251" y="27331"/>
                    <a:pt x="11692" y="27172"/>
                    <a:pt x="13100" y="26872"/>
                  </a:cubicBezTo>
                  <a:cubicBezTo>
                    <a:pt x="17627" y="25926"/>
                    <a:pt x="21747" y="23494"/>
                    <a:pt x="25260" y="20522"/>
                  </a:cubicBezTo>
                  <a:cubicBezTo>
                    <a:pt x="26994" y="19058"/>
                    <a:pt x="28570" y="17414"/>
                    <a:pt x="30101" y="15793"/>
                  </a:cubicBezTo>
                  <a:cubicBezTo>
                    <a:pt x="31610" y="14217"/>
                    <a:pt x="33096" y="12640"/>
                    <a:pt x="34808" y="11289"/>
                  </a:cubicBezTo>
                  <a:cubicBezTo>
                    <a:pt x="36474" y="9961"/>
                    <a:pt x="38388" y="8880"/>
                    <a:pt x="40460" y="8429"/>
                  </a:cubicBezTo>
                  <a:cubicBezTo>
                    <a:pt x="42982" y="7912"/>
                    <a:pt x="45594" y="8204"/>
                    <a:pt x="48116" y="7731"/>
                  </a:cubicBezTo>
                  <a:cubicBezTo>
                    <a:pt x="52304" y="6966"/>
                    <a:pt x="56312" y="4692"/>
                    <a:pt x="59037" y="1426"/>
                  </a:cubicBezTo>
                  <a:cubicBezTo>
                    <a:pt x="59374" y="1044"/>
                    <a:pt x="59667" y="616"/>
                    <a:pt x="59937" y="188"/>
                  </a:cubicBezTo>
                  <a:cubicBezTo>
                    <a:pt x="60003" y="106"/>
                    <a:pt x="59902" y="1"/>
                    <a:pt x="5980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8"/>
            <p:cNvSpPr/>
            <p:nvPr/>
          </p:nvSpPr>
          <p:spPr>
            <a:xfrm rot="916678">
              <a:off x="8074866" y="3936311"/>
              <a:ext cx="837195" cy="832393"/>
            </a:xfrm>
            <a:custGeom>
              <a:avLst/>
              <a:gdLst/>
              <a:ahLst/>
              <a:cxnLst/>
              <a:rect l="l" t="t" r="r" b="b"/>
              <a:pathLst>
                <a:path w="31730" h="31548" extrusionOk="0">
                  <a:moveTo>
                    <a:pt x="10563" y="193"/>
                  </a:moveTo>
                  <a:lnTo>
                    <a:pt x="11396" y="1882"/>
                  </a:lnTo>
                  <a:cubicBezTo>
                    <a:pt x="11644" y="2422"/>
                    <a:pt x="11914" y="2985"/>
                    <a:pt x="12207" y="3525"/>
                  </a:cubicBezTo>
                  <a:cubicBezTo>
                    <a:pt x="11276" y="3405"/>
                    <a:pt x="10325" y="3345"/>
                    <a:pt x="9368" y="3345"/>
                  </a:cubicBezTo>
                  <a:cubicBezTo>
                    <a:pt x="8889" y="3345"/>
                    <a:pt x="8409" y="3360"/>
                    <a:pt x="7928" y="3390"/>
                  </a:cubicBezTo>
                  <a:cubicBezTo>
                    <a:pt x="7230" y="3435"/>
                    <a:pt x="6510" y="3503"/>
                    <a:pt x="5789" y="3615"/>
                  </a:cubicBezTo>
                  <a:cubicBezTo>
                    <a:pt x="5496" y="3120"/>
                    <a:pt x="5204" y="2647"/>
                    <a:pt x="4934" y="2152"/>
                  </a:cubicBezTo>
                  <a:cubicBezTo>
                    <a:pt x="5406" y="1882"/>
                    <a:pt x="5902" y="1634"/>
                    <a:pt x="6442" y="1386"/>
                  </a:cubicBezTo>
                  <a:cubicBezTo>
                    <a:pt x="7681" y="801"/>
                    <a:pt x="8987" y="260"/>
                    <a:pt x="10383" y="193"/>
                  </a:cubicBezTo>
                  <a:close/>
                  <a:moveTo>
                    <a:pt x="10676" y="193"/>
                  </a:moveTo>
                  <a:cubicBezTo>
                    <a:pt x="12027" y="193"/>
                    <a:pt x="13378" y="485"/>
                    <a:pt x="14729" y="711"/>
                  </a:cubicBezTo>
                  <a:cubicBezTo>
                    <a:pt x="15539" y="846"/>
                    <a:pt x="16373" y="981"/>
                    <a:pt x="17206" y="1138"/>
                  </a:cubicBezTo>
                  <a:cubicBezTo>
                    <a:pt x="17363" y="1769"/>
                    <a:pt x="17498" y="2444"/>
                    <a:pt x="17656" y="3120"/>
                  </a:cubicBezTo>
                  <a:cubicBezTo>
                    <a:pt x="17724" y="3503"/>
                    <a:pt x="17791" y="3841"/>
                    <a:pt x="17836" y="4201"/>
                  </a:cubicBezTo>
                  <a:cubicBezTo>
                    <a:pt x="17881" y="4336"/>
                    <a:pt x="17904" y="4516"/>
                    <a:pt x="17926" y="4674"/>
                  </a:cubicBezTo>
                  <a:cubicBezTo>
                    <a:pt x="17926" y="4764"/>
                    <a:pt x="17949" y="4854"/>
                    <a:pt x="17949" y="4899"/>
                  </a:cubicBezTo>
                  <a:cubicBezTo>
                    <a:pt x="17949" y="4966"/>
                    <a:pt x="17994" y="4989"/>
                    <a:pt x="17994" y="5012"/>
                  </a:cubicBezTo>
                  <a:cubicBezTo>
                    <a:pt x="16192" y="4313"/>
                    <a:pt x="14278" y="3796"/>
                    <a:pt x="12364" y="3548"/>
                  </a:cubicBezTo>
                  <a:cubicBezTo>
                    <a:pt x="12139" y="2985"/>
                    <a:pt x="11801" y="2422"/>
                    <a:pt x="11509" y="1859"/>
                  </a:cubicBezTo>
                  <a:cubicBezTo>
                    <a:pt x="11238" y="1296"/>
                    <a:pt x="10946" y="756"/>
                    <a:pt x="10676" y="193"/>
                  </a:cubicBezTo>
                  <a:close/>
                  <a:moveTo>
                    <a:pt x="4821" y="2219"/>
                  </a:moveTo>
                  <a:cubicBezTo>
                    <a:pt x="5091" y="2715"/>
                    <a:pt x="5384" y="3188"/>
                    <a:pt x="5677" y="3638"/>
                  </a:cubicBezTo>
                  <a:cubicBezTo>
                    <a:pt x="5159" y="3728"/>
                    <a:pt x="4596" y="3841"/>
                    <a:pt x="4055" y="3953"/>
                  </a:cubicBezTo>
                  <a:cubicBezTo>
                    <a:pt x="2974" y="4201"/>
                    <a:pt x="1849" y="4516"/>
                    <a:pt x="880" y="5079"/>
                  </a:cubicBezTo>
                  <a:cubicBezTo>
                    <a:pt x="2029" y="3953"/>
                    <a:pt x="3380" y="3007"/>
                    <a:pt x="4821" y="2219"/>
                  </a:cubicBezTo>
                  <a:close/>
                  <a:moveTo>
                    <a:pt x="5496" y="3818"/>
                  </a:moveTo>
                  <a:cubicBezTo>
                    <a:pt x="4641" y="4494"/>
                    <a:pt x="3830" y="5214"/>
                    <a:pt x="3065" y="6002"/>
                  </a:cubicBezTo>
                  <a:cubicBezTo>
                    <a:pt x="2862" y="5867"/>
                    <a:pt x="2704" y="5687"/>
                    <a:pt x="2479" y="5552"/>
                  </a:cubicBezTo>
                  <a:cubicBezTo>
                    <a:pt x="2094" y="5340"/>
                    <a:pt x="1626" y="5227"/>
                    <a:pt x="1160" y="5227"/>
                  </a:cubicBezTo>
                  <a:cubicBezTo>
                    <a:pt x="1082" y="5227"/>
                    <a:pt x="1003" y="5230"/>
                    <a:pt x="925" y="5237"/>
                  </a:cubicBezTo>
                  <a:lnTo>
                    <a:pt x="880" y="5237"/>
                  </a:lnTo>
                  <a:cubicBezTo>
                    <a:pt x="1263" y="5034"/>
                    <a:pt x="1668" y="4854"/>
                    <a:pt x="2074" y="4696"/>
                  </a:cubicBezTo>
                  <a:cubicBezTo>
                    <a:pt x="2614" y="4516"/>
                    <a:pt x="3177" y="4336"/>
                    <a:pt x="3740" y="4201"/>
                  </a:cubicBezTo>
                  <a:cubicBezTo>
                    <a:pt x="4303" y="4066"/>
                    <a:pt x="4888" y="3908"/>
                    <a:pt x="5496" y="3818"/>
                  </a:cubicBezTo>
                  <a:close/>
                  <a:moveTo>
                    <a:pt x="17341" y="1183"/>
                  </a:moveTo>
                  <a:cubicBezTo>
                    <a:pt x="17881" y="1274"/>
                    <a:pt x="18399" y="1364"/>
                    <a:pt x="18962" y="1431"/>
                  </a:cubicBezTo>
                  <a:cubicBezTo>
                    <a:pt x="19615" y="1544"/>
                    <a:pt x="20291" y="1701"/>
                    <a:pt x="20876" y="1994"/>
                  </a:cubicBezTo>
                  <a:cubicBezTo>
                    <a:pt x="21349" y="2264"/>
                    <a:pt x="21732" y="2625"/>
                    <a:pt x="22092" y="3007"/>
                  </a:cubicBezTo>
                  <a:cubicBezTo>
                    <a:pt x="22115" y="3345"/>
                    <a:pt x="22115" y="3683"/>
                    <a:pt x="22115" y="4021"/>
                  </a:cubicBezTo>
                  <a:cubicBezTo>
                    <a:pt x="22137" y="4426"/>
                    <a:pt x="22137" y="4786"/>
                    <a:pt x="22182" y="5192"/>
                  </a:cubicBezTo>
                  <a:cubicBezTo>
                    <a:pt x="22227" y="5890"/>
                    <a:pt x="22250" y="6565"/>
                    <a:pt x="22340" y="7263"/>
                  </a:cubicBezTo>
                  <a:lnTo>
                    <a:pt x="21259" y="6588"/>
                  </a:lnTo>
                  <a:cubicBezTo>
                    <a:pt x="20223" y="6002"/>
                    <a:pt x="19187" y="5484"/>
                    <a:pt x="18129" y="5079"/>
                  </a:cubicBezTo>
                  <a:cubicBezTo>
                    <a:pt x="17904" y="3773"/>
                    <a:pt x="17634" y="2444"/>
                    <a:pt x="17341" y="1183"/>
                  </a:cubicBezTo>
                  <a:close/>
                  <a:moveTo>
                    <a:pt x="9384" y="3493"/>
                  </a:moveTo>
                  <a:cubicBezTo>
                    <a:pt x="10263" y="3493"/>
                    <a:pt x="11145" y="3550"/>
                    <a:pt x="12027" y="3660"/>
                  </a:cubicBezTo>
                  <a:cubicBezTo>
                    <a:pt x="11509" y="3976"/>
                    <a:pt x="10968" y="4291"/>
                    <a:pt x="10473" y="4561"/>
                  </a:cubicBezTo>
                  <a:lnTo>
                    <a:pt x="8694" y="5665"/>
                  </a:lnTo>
                  <a:cubicBezTo>
                    <a:pt x="7546" y="6385"/>
                    <a:pt x="6352" y="7106"/>
                    <a:pt x="5271" y="7916"/>
                  </a:cubicBezTo>
                  <a:cubicBezTo>
                    <a:pt x="5159" y="7849"/>
                    <a:pt x="5046" y="7804"/>
                    <a:pt x="4888" y="7714"/>
                  </a:cubicBezTo>
                  <a:cubicBezTo>
                    <a:pt x="4393" y="7443"/>
                    <a:pt x="3988" y="7038"/>
                    <a:pt x="3605" y="6610"/>
                  </a:cubicBezTo>
                  <a:cubicBezTo>
                    <a:pt x="3425" y="6453"/>
                    <a:pt x="3290" y="6250"/>
                    <a:pt x="3132" y="6092"/>
                  </a:cubicBezTo>
                  <a:cubicBezTo>
                    <a:pt x="3920" y="5259"/>
                    <a:pt x="4776" y="4516"/>
                    <a:pt x="5677" y="3796"/>
                  </a:cubicBezTo>
                  <a:cubicBezTo>
                    <a:pt x="6195" y="3728"/>
                    <a:pt x="6667" y="3660"/>
                    <a:pt x="7185" y="3615"/>
                  </a:cubicBezTo>
                  <a:cubicBezTo>
                    <a:pt x="7914" y="3533"/>
                    <a:pt x="8648" y="3493"/>
                    <a:pt x="9384" y="3493"/>
                  </a:cubicBezTo>
                  <a:close/>
                  <a:moveTo>
                    <a:pt x="12252" y="3660"/>
                  </a:moveTo>
                  <a:cubicBezTo>
                    <a:pt x="12882" y="3751"/>
                    <a:pt x="13558" y="3863"/>
                    <a:pt x="14211" y="3976"/>
                  </a:cubicBezTo>
                  <a:cubicBezTo>
                    <a:pt x="15472" y="4223"/>
                    <a:pt x="16710" y="4629"/>
                    <a:pt x="17904" y="5102"/>
                  </a:cubicBezTo>
                  <a:lnTo>
                    <a:pt x="17881" y="5102"/>
                  </a:lnTo>
                  <a:cubicBezTo>
                    <a:pt x="17588" y="5259"/>
                    <a:pt x="17273" y="5417"/>
                    <a:pt x="17003" y="5574"/>
                  </a:cubicBezTo>
                  <a:cubicBezTo>
                    <a:pt x="16688" y="5755"/>
                    <a:pt x="16418" y="5912"/>
                    <a:pt x="16102" y="6092"/>
                  </a:cubicBezTo>
                  <a:cubicBezTo>
                    <a:pt x="15517" y="6430"/>
                    <a:pt x="14909" y="6768"/>
                    <a:pt x="14323" y="7128"/>
                  </a:cubicBezTo>
                  <a:cubicBezTo>
                    <a:pt x="13738" y="7488"/>
                    <a:pt x="13107" y="7826"/>
                    <a:pt x="12545" y="8232"/>
                  </a:cubicBezTo>
                  <a:cubicBezTo>
                    <a:pt x="12499" y="8232"/>
                    <a:pt x="12409" y="8232"/>
                    <a:pt x="12297" y="8187"/>
                  </a:cubicBezTo>
                  <a:cubicBezTo>
                    <a:pt x="11883" y="8144"/>
                    <a:pt x="11460" y="8128"/>
                    <a:pt x="11045" y="8128"/>
                  </a:cubicBezTo>
                  <a:cubicBezTo>
                    <a:pt x="10805" y="8128"/>
                    <a:pt x="10569" y="8133"/>
                    <a:pt x="10338" y="8141"/>
                  </a:cubicBezTo>
                  <a:cubicBezTo>
                    <a:pt x="9403" y="8174"/>
                    <a:pt x="8481" y="8291"/>
                    <a:pt x="7561" y="8291"/>
                  </a:cubicBezTo>
                  <a:cubicBezTo>
                    <a:pt x="7218" y="8291"/>
                    <a:pt x="6875" y="8274"/>
                    <a:pt x="6532" y="8232"/>
                  </a:cubicBezTo>
                  <a:cubicBezTo>
                    <a:pt x="6127" y="8164"/>
                    <a:pt x="5722" y="8051"/>
                    <a:pt x="5339" y="7916"/>
                  </a:cubicBezTo>
                  <a:cubicBezTo>
                    <a:pt x="6510" y="7218"/>
                    <a:pt x="7636" y="6453"/>
                    <a:pt x="8784" y="5755"/>
                  </a:cubicBezTo>
                  <a:cubicBezTo>
                    <a:pt x="9370" y="5372"/>
                    <a:pt x="9932" y="5034"/>
                    <a:pt x="10518" y="4674"/>
                  </a:cubicBezTo>
                  <a:cubicBezTo>
                    <a:pt x="11081" y="4336"/>
                    <a:pt x="11644" y="3976"/>
                    <a:pt x="12252" y="3660"/>
                  </a:cubicBezTo>
                  <a:close/>
                  <a:moveTo>
                    <a:pt x="18061" y="5192"/>
                  </a:moveTo>
                  <a:cubicBezTo>
                    <a:pt x="19570" y="5777"/>
                    <a:pt x="20966" y="6543"/>
                    <a:pt x="22317" y="7398"/>
                  </a:cubicBezTo>
                  <a:cubicBezTo>
                    <a:pt x="20718" y="8051"/>
                    <a:pt x="19120" y="8727"/>
                    <a:pt x="17566" y="9493"/>
                  </a:cubicBezTo>
                  <a:cubicBezTo>
                    <a:pt x="16373" y="9380"/>
                    <a:pt x="15247" y="8975"/>
                    <a:pt x="14098" y="8637"/>
                  </a:cubicBezTo>
                  <a:cubicBezTo>
                    <a:pt x="13648" y="8502"/>
                    <a:pt x="13198" y="8389"/>
                    <a:pt x="12747" y="8277"/>
                  </a:cubicBezTo>
                  <a:cubicBezTo>
                    <a:pt x="13152" y="8051"/>
                    <a:pt x="13513" y="7826"/>
                    <a:pt x="13873" y="7601"/>
                  </a:cubicBezTo>
                  <a:cubicBezTo>
                    <a:pt x="14323" y="7331"/>
                    <a:pt x="14796" y="7061"/>
                    <a:pt x="15247" y="6790"/>
                  </a:cubicBezTo>
                  <a:cubicBezTo>
                    <a:pt x="16192" y="6250"/>
                    <a:pt x="17116" y="5710"/>
                    <a:pt x="18061" y="5192"/>
                  </a:cubicBezTo>
                  <a:close/>
                  <a:moveTo>
                    <a:pt x="22205" y="3165"/>
                  </a:moveTo>
                  <a:cubicBezTo>
                    <a:pt x="22565" y="3548"/>
                    <a:pt x="22948" y="3998"/>
                    <a:pt x="23398" y="4358"/>
                  </a:cubicBezTo>
                  <a:cubicBezTo>
                    <a:pt x="23848" y="4764"/>
                    <a:pt x="24366" y="5012"/>
                    <a:pt x="24907" y="5259"/>
                  </a:cubicBezTo>
                  <a:cubicBezTo>
                    <a:pt x="25335" y="5462"/>
                    <a:pt x="25762" y="5665"/>
                    <a:pt x="26145" y="5912"/>
                  </a:cubicBezTo>
                  <a:cubicBezTo>
                    <a:pt x="26010" y="6768"/>
                    <a:pt x="25898" y="7624"/>
                    <a:pt x="25762" y="8479"/>
                  </a:cubicBezTo>
                  <a:cubicBezTo>
                    <a:pt x="25717" y="8704"/>
                    <a:pt x="25695" y="8907"/>
                    <a:pt x="25672" y="9132"/>
                  </a:cubicBezTo>
                  <a:cubicBezTo>
                    <a:pt x="25650" y="9245"/>
                    <a:pt x="25650" y="9357"/>
                    <a:pt x="25605" y="9425"/>
                  </a:cubicBezTo>
                  <a:cubicBezTo>
                    <a:pt x="25605" y="9493"/>
                    <a:pt x="25605" y="9583"/>
                    <a:pt x="25582" y="9650"/>
                  </a:cubicBezTo>
                  <a:cubicBezTo>
                    <a:pt x="24591" y="8840"/>
                    <a:pt x="23556" y="8051"/>
                    <a:pt x="22475" y="7353"/>
                  </a:cubicBezTo>
                  <a:cubicBezTo>
                    <a:pt x="22430" y="6610"/>
                    <a:pt x="22385" y="5912"/>
                    <a:pt x="22317" y="5192"/>
                  </a:cubicBezTo>
                  <a:cubicBezTo>
                    <a:pt x="22295" y="4809"/>
                    <a:pt x="22250" y="4449"/>
                    <a:pt x="22250" y="4088"/>
                  </a:cubicBezTo>
                  <a:cubicBezTo>
                    <a:pt x="22227" y="3773"/>
                    <a:pt x="22205" y="3458"/>
                    <a:pt x="22205" y="3165"/>
                  </a:cubicBezTo>
                  <a:close/>
                  <a:moveTo>
                    <a:pt x="22430" y="7511"/>
                  </a:moveTo>
                  <a:cubicBezTo>
                    <a:pt x="23511" y="8232"/>
                    <a:pt x="24546" y="9020"/>
                    <a:pt x="25492" y="9830"/>
                  </a:cubicBezTo>
                  <a:cubicBezTo>
                    <a:pt x="25357" y="9943"/>
                    <a:pt x="25019" y="9965"/>
                    <a:pt x="24862" y="9965"/>
                  </a:cubicBezTo>
                  <a:cubicBezTo>
                    <a:pt x="24682" y="9988"/>
                    <a:pt x="24479" y="10033"/>
                    <a:pt x="24321" y="10078"/>
                  </a:cubicBezTo>
                  <a:cubicBezTo>
                    <a:pt x="23398" y="9718"/>
                    <a:pt x="22340" y="9628"/>
                    <a:pt x="21326" y="9605"/>
                  </a:cubicBezTo>
                  <a:cubicBezTo>
                    <a:pt x="20929" y="9598"/>
                    <a:pt x="20531" y="9598"/>
                    <a:pt x="20132" y="9598"/>
                  </a:cubicBezTo>
                  <a:lnTo>
                    <a:pt x="20132" y="9598"/>
                  </a:lnTo>
                  <a:cubicBezTo>
                    <a:pt x="19335" y="9598"/>
                    <a:pt x="18534" y="9598"/>
                    <a:pt x="17724" y="9538"/>
                  </a:cubicBezTo>
                  <a:lnTo>
                    <a:pt x="17701" y="9538"/>
                  </a:lnTo>
                  <a:cubicBezTo>
                    <a:pt x="19255" y="8794"/>
                    <a:pt x="20831" y="8074"/>
                    <a:pt x="22430" y="7511"/>
                  </a:cubicBezTo>
                  <a:close/>
                  <a:moveTo>
                    <a:pt x="25627" y="9920"/>
                  </a:moveTo>
                  <a:cubicBezTo>
                    <a:pt x="25717" y="9988"/>
                    <a:pt x="25807" y="10055"/>
                    <a:pt x="25898" y="10146"/>
                  </a:cubicBezTo>
                  <a:cubicBezTo>
                    <a:pt x="27609" y="11654"/>
                    <a:pt x="29185" y="13298"/>
                    <a:pt x="30649" y="15032"/>
                  </a:cubicBezTo>
                  <a:cubicBezTo>
                    <a:pt x="29185" y="14424"/>
                    <a:pt x="28104" y="13005"/>
                    <a:pt x="26978" y="11902"/>
                  </a:cubicBezTo>
                  <a:cubicBezTo>
                    <a:pt x="26325" y="11226"/>
                    <a:pt x="25582" y="10618"/>
                    <a:pt x="24704" y="10213"/>
                  </a:cubicBezTo>
                  <a:cubicBezTo>
                    <a:pt x="24659" y="10191"/>
                    <a:pt x="24637" y="10191"/>
                    <a:pt x="24569" y="10168"/>
                  </a:cubicBezTo>
                  <a:cubicBezTo>
                    <a:pt x="24682" y="10146"/>
                    <a:pt x="24772" y="10146"/>
                    <a:pt x="24884" y="10101"/>
                  </a:cubicBezTo>
                  <a:cubicBezTo>
                    <a:pt x="25019" y="10078"/>
                    <a:pt x="25132" y="10055"/>
                    <a:pt x="25267" y="10033"/>
                  </a:cubicBezTo>
                  <a:cubicBezTo>
                    <a:pt x="25357" y="9988"/>
                    <a:pt x="25470" y="9988"/>
                    <a:pt x="25560" y="9965"/>
                  </a:cubicBezTo>
                  <a:cubicBezTo>
                    <a:pt x="25582" y="9965"/>
                    <a:pt x="25605" y="9943"/>
                    <a:pt x="25627" y="9920"/>
                  </a:cubicBezTo>
                  <a:close/>
                  <a:moveTo>
                    <a:pt x="26235" y="6002"/>
                  </a:moveTo>
                  <a:cubicBezTo>
                    <a:pt x="26325" y="6047"/>
                    <a:pt x="26393" y="6137"/>
                    <a:pt x="26483" y="6205"/>
                  </a:cubicBezTo>
                  <a:cubicBezTo>
                    <a:pt x="26911" y="6565"/>
                    <a:pt x="27271" y="7016"/>
                    <a:pt x="27541" y="7488"/>
                  </a:cubicBezTo>
                  <a:cubicBezTo>
                    <a:pt x="28172" y="8524"/>
                    <a:pt x="28532" y="9695"/>
                    <a:pt x="28982" y="10821"/>
                  </a:cubicBezTo>
                  <a:cubicBezTo>
                    <a:pt x="29500" y="12082"/>
                    <a:pt x="30063" y="13366"/>
                    <a:pt x="30739" y="14582"/>
                  </a:cubicBezTo>
                  <a:cubicBezTo>
                    <a:pt x="30851" y="14784"/>
                    <a:pt x="30964" y="14987"/>
                    <a:pt x="31054" y="15167"/>
                  </a:cubicBezTo>
                  <a:cubicBezTo>
                    <a:pt x="29388" y="13253"/>
                    <a:pt x="27631" y="11407"/>
                    <a:pt x="25695" y="9763"/>
                  </a:cubicBezTo>
                  <a:cubicBezTo>
                    <a:pt x="25695" y="9718"/>
                    <a:pt x="25717" y="9650"/>
                    <a:pt x="25717" y="9605"/>
                  </a:cubicBezTo>
                  <a:cubicBezTo>
                    <a:pt x="25762" y="9357"/>
                    <a:pt x="25807" y="9087"/>
                    <a:pt x="25830" y="8840"/>
                  </a:cubicBezTo>
                  <a:cubicBezTo>
                    <a:pt x="25988" y="7894"/>
                    <a:pt x="26123" y="6948"/>
                    <a:pt x="26235" y="6002"/>
                  </a:cubicBezTo>
                  <a:close/>
                  <a:moveTo>
                    <a:pt x="20515" y="12694"/>
                  </a:moveTo>
                  <a:cubicBezTo>
                    <a:pt x="21726" y="12694"/>
                    <a:pt x="22915" y="13057"/>
                    <a:pt x="24051" y="13456"/>
                  </a:cubicBezTo>
                  <a:cubicBezTo>
                    <a:pt x="25267" y="13906"/>
                    <a:pt x="26460" y="14469"/>
                    <a:pt x="27541" y="15122"/>
                  </a:cubicBezTo>
                  <a:cubicBezTo>
                    <a:pt x="27721" y="15235"/>
                    <a:pt x="27924" y="15347"/>
                    <a:pt x="28082" y="15460"/>
                  </a:cubicBezTo>
                  <a:cubicBezTo>
                    <a:pt x="26843" y="15572"/>
                    <a:pt x="25582" y="15707"/>
                    <a:pt x="24321" y="15888"/>
                  </a:cubicBezTo>
                  <a:cubicBezTo>
                    <a:pt x="23601" y="16000"/>
                    <a:pt x="22880" y="16135"/>
                    <a:pt x="22182" y="16270"/>
                  </a:cubicBezTo>
                  <a:cubicBezTo>
                    <a:pt x="19502" y="15595"/>
                    <a:pt x="16823" y="14987"/>
                    <a:pt x="14143" y="14446"/>
                  </a:cubicBezTo>
                  <a:cubicBezTo>
                    <a:pt x="13468" y="14311"/>
                    <a:pt x="12815" y="14199"/>
                    <a:pt x="12117" y="14086"/>
                  </a:cubicBezTo>
                  <a:lnTo>
                    <a:pt x="12297" y="13996"/>
                  </a:lnTo>
                  <a:cubicBezTo>
                    <a:pt x="13468" y="13366"/>
                    <a:pt x="14819" y="13546"/>
                    <a:pt x="16102" y="13478"/>
                  </a:cubicBezTo>
                  <a:cubicBezTo>
                    <a:pt x="16733" y="13456"/>
                    <a:pt x="17386" y="13343"/>
                    <a:pt x="18016" y="13163"/>
                  </a:cubicBezTo>
                  <a:cubicBezTo>
                    <a:pt x="18692" y="12983"/>
                    <a:pt x="19367" y="12780"/>
                    <a:pt x="20043" y="12713"/>
                  </a:cubicBezTo>
                  <a:cubicBezTo>
                    <a:pt x="20200" y="12700"/>
                    <a:pt x="20358" y="12694"/>
                    <a:pt x="20515" y="12694"/>
                  </a:cubicBezTo>
                  <a:close/>
                  <a:moveTo>
                    <a:pt x="12072" y="14131"/>
                  </a:moveTo>
                  <a:cubicBezTo>
                    <a:pt x="13333" y="14446"/>
                    <a:pt x="14594" y="14694"/>
                    <a:pt x="15877" y="14942"/>
                  </a:cubicBezTo>
                  <a:cubicBezTo>
                    <a:pt x="17228" y="15257"/>
                    <a:pt x="18579" y="15550"/>
                    <a:pt x="19930" y="15888"/>
                  </a:cubicBezTo>
                  <a:cubicBezTo>
                    <a:pt x="20561" y="16045"/>
                    <a:pt x="21214" y="16180"/>
                    <a:pt x="21867" y="16360"/>
                  </a:cubicBezTo>
                  <a:cubicBezTo>
                    <a:pt x="20336" y="16698"/>
                    <a:pt x="18849" y="17104"/>
                    <a:pt x="17386" y="17621"/>
                  </a:cubicBezTo>
                  <a:cubicBezTo>
                    <a:pt x="15945" y="18139"/>
                    <a:pt x="14549" y="18747"/>
                    <a:pt x="13175" y="19423"/>
                  </a:cubicBezTo>
                  <a:cubicBezTo>
                    <a:pt x="13130" y="19423"/>
                    <a:pt x="13085" y="19400"/>
                    <a:pt x="13062" y="19400"/>
                  </a:cubicBezTo>
                  <a:cubicBezTo>
                    <a:pt x="12905" y="19333"/>
                    <a:pt x="12747" y="19310"/>
                    <a:pt x="12612" y="19288"/>
                  </a:cubicBezTo>
                  <a:cubicBezTo>
                    <a:pt x="11554" y="18995"/>
                    <a:pt x="10495" y="18747"/>
                    <a:pt x="9415" y="18500"/>
                  </a:cubicBezTo>
                  <a:cubicBezTo>
                    <a:pt x="8266" y="18229"/>
                    <a:pt x="7118" y="18049"/>
                    <a:pt x="5969" y="17869"/>
                  </a:cubicBezTo>
                  <a:cubicBezTo>
                    <a:pt x="6014" y="17824"/>
                    <a:pt x="6082" y="17734"/>
                    <a:pt x="6127" y="17689"/>
                  </a:cubicBezTo>
                  <a:cubicBezTo>
                    <a:pt x="6577" y="17239"/>
                    <a:pt x="7095" y="16901"/>
                    <a:pt x="7681" y="16676"/>
                  </a:cubicBezTo>
                  <a:cubicBezTo>
                    <a:pt x="8266" y="16405"/>
                    <a:pt x="8897" y="16248"/>
                    <a:pt x="9460" y="15955"/>
                  </a:cubicBezTo>
                  <a:cubicBezTo>
                    <a:pt x="10405" y="15482"/>
                    <a:pt x="11171" y="14672"/>
                    <a:pt x="12072" y="14131"/>
                  </a:cubicBezTo>
                  <a:close/>
                  <a:moveTo>
                    <a:pt x="5857" y="17982"/>
                  </a:moveTo>
                  <a:cubicBezTo>
                    <a:pt x="7883" y="18297"/>
                    <a:pt x="9887" y="18725"/>
                    <a:pt x="11846" y="19220"/>
                  </a:cubicBezTo>
                  <a:cubicBezTo>
                    <a:pt x="12072" y="19288"/>
                    <a:pt x="12319" y="19378"/>
                    <a:pt x="12545" y="19423"/>
                  </a:cubicBezTo>
                  <a:cubicBezTo>
                    <a:pt x="12657" y="19445"/>
                    <a:pt x="12815" y="19490"/>
                    <a:pt x="12905" y="19535"/>
                  </a:cubicBezTo>
                  <a:lnTo>
                    <a:pt x="12950" y="19535"/>
                  </a:lnTo>
                  <a:cubicBezTo>
                    <a:pt x="12274" y="19896"/>
                    <a:pt x="11576" y="20279"/>
                    <a:pt x="10923" y="20684"/>
                  </a:cubicBezTo>
                  <a:cubicBezTo>
                    <a:pt x="9550" y="21562"/>
                    <a:pt x="8221" y="22530"/>
                    <a:pt x="7005" y="23611"/>
                  </a:cubicBezTo>
                  <a:cubicBezTo>
                    <a:pt x="6195" y="23701"/>
                    <a:pt x="5384" y="23791"/>
                    <a:pt x="4551" y="23904"/>
                  </a:cubicBezTo>
                  <a:cubicBezTo>
                    <a:pt x="4145" y="23949"/>
                    <a:pt x="3718" y="24016"/>
                    <a:pt x="3312" y="24062"/>
                  </a:cubicBezTo>
                  <a:cubicBezTo>
                    <a:pt x="3020" y="24129"/>
                    <a:pt x="2704" y="24152"/>
                    <a:pt x="2389" y="24219"/>
                  </a:cubicBezTo>
                  <a:cubicBezTo>
                    <a:pt x="2412" y="24174"/>
                    <a:pt x="2457" y="24152"/>
                    <a:pt x="2457" y="24107"/>
                  </a:cubicBezTo>
                  <a:cubicBezTo>
                    <a:pt x="2749" y="23566"/>
                    <a:pt x="3155" y="23093"/>
                    <a:pt x="3515" y="22575"/>
                  </a:cubicBezTo>
                  <a:cubicBezTo>
                    <a:pt x="3875" y="22080"/>
                    <a:pt x="4213" y="21562"/>
                    <a:pt x="4438" y="20999"/>
                  </a:cubicBezTo>
                  <a:cubicBezTo>
                    <a:pt x="4708" y="20414"/>
                    <a:pt x="4866" y="19783"/>
                    <a:pt x="5114" y="19198"/>
                  </a:cubicBezTo>
                  <a:cubicBezTo>
                    <a:pt x="5316" y="18747"/>
                    <a:pt x="5541" y="18365"/>
                    <a:pt x="5857" y="17982"/>
                  </a:cubicBezTo>
                  <a:close/>
                  <a:moveTo>
                    <a:pt x="22092" y="16563"/>
                  </a:moveTo>
                  <a:lnTo>
                    <a:pt x="22092" y="16563"/>
                  </a:lnTo>
                  <a:cubicBezTo>
                    <a:pt x="21529" y="17914"/>
                    <a:pt x="20966" y="19288"/>
                    <a:pt x="20403" y="20661"/>
                  </a:cubicBezTo>
                  <a:cubicBezTo>
                    <a:pt x="19818" y="22080"/>
                    <a:pt x="19210" y="23499"/>
                    <a:pt x="18692" y="24917"/>
                  </a:cubicBezTo>
                  <a:cubicBezTo>
                    <a:pt x="18377" y="25007"/>
                    <a:pt x="18039" y="25075"/>
                    <a:pt x="17769" y="25232"/>
                  </a:cubicBezTo>
                  <a:cubicBezTo>
                    <a:pt x="16688" y="25683"/>
                    <a:pt x="15900" y="26493"/>
                    <a:pt x="14954" y="27101"/>
                  </a:cubicBezTo>
                  <a:cubicBezTo>
                    <a:pt x="13941" y="27754"/>
                    <a:pt x="12770" y="27957"/>
                    <a:pt x="11621" y="28002"/>
                  </a:cubicBezTo>
                  <a:cubicBezTo>
                    <a:pt x="12094" y="25840"/>
                    <a:pt x="12612" y="23656"/>
                    <a:pt x="13085" y="21472"/>
                  </a:cubicBezTo>
                  <a:cubicBezTo>
                    <a:pt x="13198" y="20954"/>
                    <a:pt x="13333" y="20391"/>
                    <a:pt x="13445" y="19851"/>
                  </a:cubicBezTo>
                  <a:cubicBezTo>
                    <a:pt x="13468" y="19738"/>
                    <a:pt x="13513" y="19648"/>
                    <a:pt x="13423" y="19558"/>
                  </a:cubicBezTo>
                  <a:cubicBezTo>
                    <a:pt x="14526" y="18995"/>
                    <a:pt x="15652" y="18522"/>
                    <a:pt x="16778" y="18094"/>
                  </a:cubicBezTo>
                  <a:cubicBezTo>
                    <a:pt x="18489" y="17464"/>
                    <a:pt x="20291" y="16946"/>
                    <a:pt x="22092" y="16563"/>
                  </a:cubicBezTo>
                  <a:close/>
                  <a:moveTo>
                    <a:pt x="13198" y="19626"/>
                  </a:moveTo>
                  <a:cubicBezTo>
                    <a:pt x="13220" y="19648"/>
                    <a:pt x="13265" y="19671"/>
                    <a:pt x="13265" y="19716"/>
                  </a:cubicBezTo>
                  <a:cubicBezTo>
                    <a:pt x="13265" y="19738"/>
                    <a:pt x="13220" y="19783"/>
                    <a:pt x="13220" y="19828"/>
                  </a:cubicBezTo>
                  <a:cubicBezTo>
                    <a:pt x="13107" y="20346"/>
                    <a:pt x="12995" y="20864"/>
                    <a:pt x="12882" y="21404"/>
                  </a:cubicBezTo>
                  <a:cubicBezTo>
                    <a:pt x="12657" y="22463"/>
                    <a:pt x="12409" y="23499"/>
                    <a:pt x="12184" y="24579"/>
                  </a:cubicBezTo>
                  <a:cubicBezTo>
                    <a:pt x="11937" y="25728"/>
                    <a:pt x="11689" y="26854"/>
                    <a:pt x="11419" y="28002"/>
                  </a:cubicBezTo>
                  <a:cubicBezTo>
                    <a:pt x="11232" y="28010"/>
                    <a:pt x="11044" y="28013"/>
                    <a:pt x="10855" y="28013"/>
                  </a:cubicBezTo>
                  <a:cubicBezTo>
                    <a:pt x="10139" y="28013"/>
                    <a:pt x="9411" y="27969"/>
                    <a:pt x="8694" y="27969"/>
                  </a:cubicBezTo>
                  <a:cubicBezTo>
                    <a:pt x="8506" y="27969"/>
                    <a:pt x="8318" y="27972"/>
                    <a:pt x="8131" y="27980"/>
                  </a:cubicBezTo>
                  <a:cubicBezTo>
                    <a:pt x="7658" y="28002"/>
                    <a:pt x="7208" y="28070"/>
                    <a:pt x="6735" y="28182"/>
                  </a:cubicBezTo>
                  <a:cubicBezTo>
                    <a:pt x="6893" y="26719"/>
                    <a:pt x="7005" y="25232"/>
                    <a:pt x="7185" y="23724"/>
                  </a:cubicBezTo>
                  <a:cubicBezTo>
                    <a:pt x="8199" y="22801"/>
                    <a:pt x="9279" y="21990"/>
                    <a:pt x="10405" y="21224"/>
                  </a:cubicBezTo>
                  <a:cubicBezTo>
                    <a:pt x="11306" y="20639"/>
                    <a:pt x="12252" y="20098"/>
                    <a:pt x="13198" y="19626"/>
                  </a:cubicBezTo>
                  <a:close/>
                  <a:moveTo>
                    <a:pt x="6870" y="23791"/>
                  </a:moveTo>
                  <a:lnTo>
                    <a:pt x="6870" y="23791"/>
                  </a:lnTo>
                  <a:cubicBezTo>
                    <a:pt x="6510" y="24129"/>
                    <a:pt x="6127" y="24489"/>
                    <a:pt x="5789" y="24850"/>
                  </a:cubicBezTo>
                  <a:cubicBezTo>
                    <a:pt x="4326" y="26426"/>
                    <a:pt x="3087" y="28272"/>
                    <a:pt x="2389" y="30321"/>
                  </a:cubicBezTo>
                  <a:cubicBezTo>
                    <a:pt x="2389" y="30412"/>
                    <a:pt x="2344" y="30547"/>
                    <a:pt x="2299" y="30659"/>
                  </a:cubicBezTo>
                  <a:cubicBezTo>
                    <a:pt x="1781" y="28610"/>
                    <a:pt x="1398" y="26313"/>
                    <a:pt x="2344" y="24377"/>
                  </a:cubicBezTo>
                  <a:cubicBezTo>
                    <a:pt x="2682" y="24377"/>
                    <a:pt x="3042" y="24264"/>
                    <a:pt x="3380" y="24242"/>
                  </a:cubicBezTo>
                  <a:cubicBezTo>
                    <a:pt x="3808" y="24174"/>
                    <a:pt x="4213" y="24129"/>
                    <a:pt x="4618" y="24062"/>
                  </a:cubicBezTo>
                  <a:cubicBezTo>
                    <a:pt x="5384" y="23949"/>
                    <a:pt x="6127" y="23881"/>
                    <a:pt x="6870" y="23791"/>
                  </a:cubicBezTo>
                  <a:close/>
                  <a:moveTo>
                    <a:pt x="7095" y="23881"/>
                  </a:moveTo>
                  <a:cubicBezTo>
                    <a:pt x="6960" y="25300"/>
                    <a:pt x="6780" y="26764"/>
                    <a:pt x="6645" y="28205"/>
                  </a:cubicBezTo>
                  <a:cubicBezTo>
                    <a:pt x="5069" y="28565"/>
                    <a:pt x="3695" y="29398"/>
                    <a:pt x="2637" y="30592"/>
                  </a:cubicBezTo>
                  <a:cubicBezTo>
                    <a:pt x="2569" y="30704"/>
                    <a:pt x="2479" y="30817"/>
                    <a:pt x="2389" y="30907"/>
                  </a:cubicBezTo>
                  <a:cubicBezTo>
                    <a:pt x="3065" y="28903"/>
                    <a:pt x="4145" y="27079"/>
                    <a:pt x="5519" y="25480"/>
                  </a:cubicBezTo>
                  <a:cubicBezTo>
                    <a:pt x="5992" y="24917"/>
                    <a:pt x="6532" y="24377"/>
                    <a:pt x="7095" y="23881"/>
                  </a:cubicBezTo>
                  <a:close/>
                  <a:moveTo>
                    <a:pt x="10585" y="0"/>
                  </a:moveTo>
                  <a:cubicBezTo>
                    <a:pt x="10118" y="0"/>
                    <a:pt x="9647" y="50"/>
                    <a:pt x="9167" y="170"/>
                  </a:cubicBezTo>
                  <a:cubicBezTo>
                    <a:pt x="8491" y="305"/>
                    <a:pt x="7861" y="553"/>
                    <a:pt x="7208" y="823"/>
                  </a:cubicBezTo>
                  <a:cubicBezTo>
                    <a:pt x="4866" y="1814"/>
                    <a:pt x="2614" y="3098"/>
                    <a:pt x="768" y="4854"/>
                  </a:cubicBezTo>
                  <a:lnTo>
                    <a:pt x="92" y="5507"/>
                  </a:lnTo>
                  <a:cubicBezTo>
                    <a:pt x="1" y="5598"/>
                    <a:pt x="87" y="5734"/>
                    <a:pt x="183" y="5734"/>
                  </a:cubicBezTo>
                  <a:cubicBezTo>
                    <a:pt x="206" y="5734"/>
                    <a:pt x="229" y="5727"/>
                    <a:pt x="250" y="5710"/>
                  </a:cubicBezTo>
                  <a:cubicBezTo>
                    <a:pt x="610" y="5529"/>
                    <a:pt x="990" y="5429"/>
                    <a:pt x="1377" y="5429"/>
                  </a:cubicBezTo>
                  <a:cubicBezTo>
                    <a:pt x="1571" y="5429"/>
                    <a:pt x="1766" y="5454"/>
                    <a:pt x="1961" y="5507"/>
                  </a:cubicBezTo>
                  <a:cubicBezTo>
                    <a:pt x="2524" y="5687"/>
                    <a:pt x="2952" y="6070"/>
                    <a:pt x="3312" y="6543"/>
                  </a:cubicBezTo>
                  <a:cubicBezTo>
                    <a:pt x="3695" y="6948"/>
                    <a:pt x="4055" y="7376"/>
                    <a:pt x="4506" y="7691"/>
                  </a:cubicBezTo>
                  <a:cubicBezTo>
                    <a:pt x="4934" y="7961"/>
                    <a:pt x="5406" y="8164"/>
                    <a:pt x="5902" y="8299"/>
                  </a:cubicBezTo>
                  <a:cubicBezTo>
                    <a:pt x="6566" y="8465"/>
                    <a:pt x="7230" y="8515"/>
                    <a:pt x="7898" y="8515"/>
                  </a:cubicBezTo>
                  <a:cubicBezTo>
                    <a:pt x="8408" y="8515"/>
                    <a:pt x="8920" y="8486"/>
                    <a:pt x="9437" y="8457"/>
                  </a:cubicBezTo>
                  <a:cubicBezTo>
                    <a:pt x="9993" y="8401"/>
                    <a:pt x="10549" y="8361"/>
                    <a:pt x="11117" y="8361"/>
                  </a:cubicBezTo>
                  <a:cubicBezTo>
                    <a:pt x="11240" y="8361"/>
                    <a:pt x="11363" y="8363"/>
                    <a:pt x="11486" y="8367"/>
                  </a:cubicBezTo>
                  <a:cubicBezTo>
                    <a:pt x="11801" y="8367"/>
                    <a:pt x="12094" y="8412"/>
                    <a:pt x="12409" y="8479"/>
                  </a:cubicBezTo>
                  <a:lnTo>
                    <a:pt x="12432" y="8479"/>
                  </a:lnTo>
                  <a:cubicBezTo>
                    <a:pt x="12747" y="8524"/>
                    <a:pt x="13085" y="8614"/>
                    <a:pt x="13400" y="8704"/>
                  </a:cubicBezTo>
                  <a:cubicBezTo>
                    <a:pt x="14571" y="9042"/>
                    <a:pt x="15742" y="9515"/>
                    <a:pt x="16980" y="9740"/>
                  </a:cubicBezTo>
                  <a:cubicBezTo>
                    <a:pt x="17920" y="9906"/>
                    <a:pt x="18875" y="9921"/>
                    <a:pt x="19845" y="9921"/>
                  </a:cubicBezTo>
                  <a:cubicBezTo>
                    <a:pt x="20060" y="9921"/>
                    <a:pt x="20276" y="9920"/>
                    <a:pt x="20493" y="9920"/>
                  </a:cubicBezTo>
                  <a:cubicBezTo>
                    <a:pt x="21642" y="9920"/>
                    <a:pt x="22835" y="9943"/>
                    <a:pt x="23961" y="10303"/>
                  </a:cubicBezTo>
                  <a:cubicBezTo>
                    <a:pt x="24929" y="10618"/>
                    <a:pt x="25762" y="11204"/>
                    <a:pt x="26483" y="11879"/>
                  </a:cubicBezTo>
                  <a:cubicBezTo>
                    <a:pt x="27789" y="13118"/>
                    <a:pt x="28937" y="14717"/>
                    <a:pt x="30649" y="15392"/>
                  </a:cubicBezTo>
                  <a:cubicBezTo>
                    <a:pt x="30671" y="15392"/>
                    <a:pt x="30716" y="15437"/>
                    <a:pt x="30739" y="15437"/>
                  </a:cubicBezTo>
                  <a:cubicBezTo>
                    <a:pt x="29951" y="15437"/>
                    <a:pt x="29140" y="15460"/>
                    <a:pt x="28352" y="15505"/>
                  </a:cubicBezTo>
                  <a:cubicBezTo>
                    <a:pt x="27339" y="14784"/>
                    <a:pt x="26235" y="14154"/>
                    <a:pt x="25109" y="13681"/>
                  </a:cubicBezTo>
                  <a:cubicBezTo>
                    <a:pt x="23871" y="13140"/>
                    <a:pt x="22542" y="12690"/>
                    <a:pt x="21191" y="12555"/>
                  </a:cubicBezTo>
                  <a:cubicBezTo>
                    <a:pt x="20987" y="12541"/>
                    <a:pt x="20782" y="12534"/>
                    <a:pt x="20578" y="12534"/>
                  </a:cubicBezTo>
                  <a:cubicBezTo>
                    <a:pt x="20107" y="12534"/>
                    <a:pt x="19636" y="12573"/>
                    <a:pt x="19165" y="12668"/>
                  </a:cubicBezTo>
                  <a:cubicBezTo>
                    <a:pt x="18467" y="12803"/>
                    <a:pt x="17791" y="13073"/>
                    <a:pt x="17048" y="13185"/>
                  </a:cubicBezTo>
                  <a:cubicBezTo>
                    <a:pt x="15765" y="13366"/>
                    <a:pt x="14436" y="13140"/>
                    <a:pt x="13152" y="13456"/>
                  </a:cubicBezTo>
                  <a:cubicBezTo>
                    <a:pt x="11914" y="13748"/>
                    <a:pt x="11058" y="14649"/>
                    <a:pt x="10068" y="15370"/>
                  </a:cubicBezTo>
                  <a:cubicBezTo>
                    <a:pt x="9009" y="16135"/>
                    <a:pt x="7658" y="16293"/>
                    <a:pt x="6577" y="17058"/>
                  </a:cubicBezTo>
                  <a:cubicBezTo>
                    <a:pt x="6104" y="17396"/>
                    <a:pt x="5722" y="17824"/>
                    <a:pt x="5384" y="18297"/>
                  </a:cubicBezTo>
                  <a:cubicBezTo>
                    <a:pt x="5001" y="18837"/>
                    <a:pt x="4776" y="19423"/>
                    <a:pt x="4596" y="20053"/>
                  </a:cubicBezTo>
                  <a:cubicBezTo>
                    <a:pt x="4371" y="20661"/>
                    <a:pt x="4145" y="21314"/>
                    <a:pt x="3808" y="21877"/>
                  </a:cubicBezTo>
                  <a:cubicBezTo>
                    <a:pt x="3425" y="22440"/>
                    <a:pt x="3020" y="22913"/>
                    <a:pt x="2614" y="23454"/>
                  </a:cubicBezTo>
                  <a:cubicBezTo>
                    <a:pt x="1916" y="24467"/>
                    <a:pt x="1556" y="25593"/>
                    <a:pt x="1488" y="26831"/>
                  </a:cubicBezTo>
                  <a:cubicBezTo>
                    <a:pt x="1443" y="28070"/>
                    <a:pt x="1668" y="29308"/>
                    <a:pt x="1939" y="30524"/>
                  </a:cubicBezTo>
                  <a:cubicBezTo>
                    <a:pt x="2029" y="30817"/>
                    <a:pt x="2074" y="31132"/>
                    <a:pt x="2164" y="31447"/>
                  </a:cubicBezTo>
                  <a:cubicBezTo>
                    <a:pt x="2177" y="31513"/>
                    <a:pt x="2244" y="31548"/>
                    <a:pt x="2306" y="31548"/>
                  </a:cubicBezTo>
                  <a:cubicBezTo>
                    <a:pt x="2350" y="31548"/>
                    <a:pt x="2393" y="31530"/>
                    <a:pt x="2412" y="31492"/>
                  </a:cubicBezTo>
                  <a:cubicBezTo>
                    <a:pt x="3650" y="29691"/>
                    <a:pt x="5609" y="28543"/>
                    <a:pt x="7793" y="28340"/>
                  </a:cubicBezTo>
                  <a:cubicBezTo>
                    <a:pt x="8114" y="28314"/>
                    <a:pt x="8438" y="28305"/>
                    <a:pt x="8764" y="28305"/>
                  </a:cubicBezTo>
                  <a:cubicBezTo>
                    <a:pt x="9599" y="28305"/>
                    <a:pt x="10449" y="28365"/>
                    <a:pt x="11291" y="28365"/>
                  </a:cubicBezTo>
                  <a:cubicBezTo>
                    <a:pt x="12433" y="28365"/>
                    <a:pt x="13560" y="28254"/>
                    <a:pt x="14616" y="27732"/>
                  </a:cubicBezTo>
                  <a:cubicBezTo>
                    <a:pt x="15629" y="27214"/>
                    <a:pt x="16418" y="26381"/>
                    <a:pt x="17386" y="25840"/>
                  </a:cubicBezTo>
                  <a:cubicBezTo>
                    <a:pt x="18467" y="25255"/>
                    <a:pt x="19705" y="25165"/>
                    <a:pt x="20854" y="24850"/>
                  </a:cubicBezTo>
                  <a:cubicBezTo>
                    <a:pt x="22723" y="24354"/>
                    <a:pt x="24434" y="23273"/>
                    <a:pt x="25762" y="21855"/>
                  </a:cubicBezTo>
                  <a:cubicBezTo>
                    <a:pt x="27068" y="20436"/>
                    <a:pt x="28059" y="18635"/>
                    <a:pt x="28419" y="16721"/>
                  </a:cubicBezTo>
                  <a:cubicBezTo>
                    <a:pt x="28487" y="16496"/>
                    <a:pt x="28510" y="16248"/>
                    <a:pt x="28532" y="16000"/>
                  </a:cubicBezTo>
                  <a:cubicBezTo>
                    <a:pt x="28558" y="15895"/>
                    <a:pt x="28478" y="15836"/>
                    <a:pt x="28401" y="15836"/>
                  </a:cubicBezTo>
                  <a:cubicBezTo>
                    <a:pt x="28346" y="15836"/>
                    <a:pt x="28294" y="15867"/>
                    <a:pt x="28284" y="15933"/>
                  </a:cubicBezTo>
                  <a:cubicBezTo>
                    <a:pt x="28037" y="17869"/>
                    <a:pt x="27136" y="19716"/>
                    <a:pt x="25898" y="21202"/>
                  </a:cubicBezTo>
                  <a:cubicBezTo>
                    <a:pt x="24637" y="22688"/>
                    <a:pt x="22970" y="23836"/>
                    <a:pt x="21101" y="24444"/>
                  </a:cubicBezTo>
                  <a:cubicBezTo>
                    <a:pt x="20381" y="24669"/>
                    <a:pt x="19593" y="24782"/>
                    <a:pt x="18849" y="24962"/>
                  </a:cubicBezTo>
                  <a:cubicBezTo>
                    <a:pt x="19457" y="23589"/>
                    <a:pt x="19975" y="22215"/>
                    <a:pt x="20538" y="20796"/>
                  </a:cubicBezTo>
                  <a:cubicBezTo>
                    <a:pt x="21101" y="19400"/>
                    <a:pt x="21709" y="17982"/>
                    <a:pt x="22272" y="16586"/>
                  </a:cubicBezTo>
                  <a:cubicBezTo>
                    <a:pt x="22723" y="16496"/>
                    <a:pt x="23173" y="16405"/>
                    <a:pt x="23646" y="16338"/>
                  </a:cubicBezTo>
                  <a:cubicBezTo>
                    <a:pt x="25988" y="15933"/>
                    <a:pt x="28352" y="15775"/>
                    <a:pt x="30716" y="15775"/>
                  </a:cubicBezTo>
                  <a:lnTo>
                    <a:pt x="31572" y="15775"/>
                  </a:lnTo>
                  <a:cubicBezTo>
                    <a:pt x="31730" y="15707"/>
                    <a:pt x="31730" y="15392"/>
                    <a:pt x="31527" y="15392"/>
                  </a:cubicBezTo>
                  <a:cubicBezTo>
                    <a:pt x="31482" y="15347"/>
                    <a:pt x="31459" y="15280"/>
                    <a:pt x="31392" y="15257"/>
                  </a:cubicBezTo>
                  <a:cubicBezTo>
                    <a:pt x="31347" y="15257"/>
                    <a:pt x="31302" y="15235"/>
                    <a:pt x="31279" y="15235"/>
                  </a:cubicBezTo>
                  <a:cubicBezTo>
                    <a:pt x="30649" y="13996"/>
                    <a:pt x="30063" y="12735"/>
                    <a:pt x="29523" y="11452"/>
                  </a:cubicBezTo>
                  <a:cubicBezTo>
                    <a:pt x="29050" y="10303"/>
                    <a:pt x="28645" y="9087"/>
                    <a:pt x="28082" y="7961"/>
                  </a:cubicBezTo>
                  <a:cubicBezTo>
                    <a:pt x="27586" y="6903"/>
                    <a:pt x="26843" y="6002"/>
                    <a:pt x="25807" y="5439"/>
                  </a:cubicBezTo>
                  <a:cubicBezTo>
                    <a:pt x="25244" y="5124"/>
                    <a:pt x="24659" y="4899"/>
                    <a:pt x="24119" y="4584"/>
                  </a:cubicBezTo>
                  <a:cubicBezTo>
                    <a:pt x="23578" y="4291"/>
                    <a:pt x="23150" y="3886"/>
                    <a:pt x="22768" y="3435"/>
                  </a:cubicBezTo>
                  <a:cubicBezTo>
                    <a:pt x="22385" y="3007"/>
                    <a:pt x="22002" y="2557"/>
                    <a:pt x="21552" y="2197"/>
                  </a:cubicBezTo>
                  <a:cubicBezTo>
                    <a:pt x="21079" y="1814"/>
                    <a:pt x="20516" y="1589"/>
                    <a:pt x="19930" y="1409"/>
                  </a:cubicBezTo>
                  <a:cubicBezTo>
                    <a:pt x="19255" y="1251"/>
                    <a:pt x="18557" y="1161"/>
                    <a:pt x="17836" y="1048"/>
                  </a:cubicBezTo>
                  <a:cubicBezTo>
                    <a:pt x="17116" y="936"/>
                    <a:pt x="16373" y="801"/>
                    <a:pt x="15629" y="688"/>
                  </a:cubicBezTo>
                  <a:cubicBezTo>
                    <a:pt x="14188" y="418"/>
                    <a:pt x="12747" y="125"/>
                    <a:pt x="11284" y="35"/>
                  </a:cubicBezTo>
                  <a:cubicBezTo>
                    <a:pt x="11051" y="13"/>
                    <a:pt x="10818" y="0"/>
                    <a:pt x="10585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8"/>
            <p:cNvSpPr/>
            <p:nvPr/>
          </p:nvSpPr>
          <p:spPr>
            <a:xfrm rot="10800000">
              <a:off x="7065077" y="4224372"/>
              <a:ext cx="1526026" cy="695121"/>
            </a:xfrm>
            <a:custGeom>
              <a:avLst/>
              <a:gdLst/>
              <a:ahLst/>
              <a:cxnLst/>
              <a:rect l="l" t="t" r="r" b="b"/>
              <a:pathLst>
                <a:path w="60003" h="27332" extrusionOk="0">
                  <a:moveTo>
                    <a:pt x="59807" y="1"/>
                  </a:moveTo>
                  <a:cubicBezTo>
                    <a:pt x="59772" y="1"/>
                    <a:pt x="59737" y="16"/>
                    <a:pt x="59712" y="53"/>
                  </a:cubicBezTo>
                  <a:cubicBezTo>
                    <a:pt x="57055" y="3498"/>
                    <a:pt x="53475" y="6043"/>
                    <a:pt x="49241" y="7169"/>
                  </a:cubicBezTo>
                  <a:cubicBezTo>
                    <a:pt x="48183" y="7461"/>
                    <a:pt x="47080" y="7641"/>
                    <a:pt x="45954" y="7731"/>
                  </a:cubicBezTo>
                  <a:cubicBezTo>
                    <a:pt x="44670" y="7844"/>
                    <a:pt x="43342" y="7844"/>
                    <a:pt x="42036" y="7979"/>
                  </a:cubicBezTo>
                  <a:cubicBezTo>
                    <a:pt x="39874" y="8204"/>
                    <a:pt x="37915" y="8925"/>
                    <a:pt x="36069" y="10096"/>
                  </a:cubicBezTo>
                  <a:cubicBezTo>
                    <a:pt x="32466" y="12438"/>
                    <a:pt x="29831" y="15950"/>
                    <a:pt x="26724" y="18878"/>
                  </a:cubicBezTo>
                  <a:cubicBezTo>
                    <a:pt x="23346" y="22030"/>
                    <a:pt x="19450" y="24755"/>
                    <a:pt x="14969" y="26173"/>
                  </a:cubicBezTo>
                  <a:cubicBezTo>
                    <a:pt x="12999" y="26792"/>
                    <a:pt x="10897" y="27128"/>
                    <a:pt x="8795" y="27128"/>
                  </a:cubicBezTo>
                  <a:cubicBezTo>
                    <a:pt x="6307" y="27128"/>
                    <a:pt x="3819" y="26658"/>
                    <a:pt x="1549" y="25633"/>
                  </a:cubicBezTo>
                  <a:cubicBezTo>
                    <a:pt x="1031" y="25408"/>
                    <a:pt x="536" y="25160"/>
                    <a:pt x="40" y="24890"/>
                  </a:cubicBezTo>
                  <a:cubicBezTo>
                    <a:pt x="35" y="24879"/>
                    <a:pt x="29" y="24875"/>
                    <a:pt x="25" y="24875"/>
                  </a:cubicBezTo>
                  <a:cubicBezTo>
                    <a:pt x="9" y="24875"/>
                    <a:pt x="1" y="24918"/>
                    <a:pt x="18" y="24935"/>
                  </a:cubicBezTo>
                  <a:cubicBezTo>
                    <a:pt x="2676" y="26595"/>
                    <a:pt x="5733" y="27331"/>
                    <a:pt x="8816" y="27331"/>
                  </a:cubicBezTo>
                  <a:cubicBezTo>
                    <a:pt x="10251" y="27331"/>
                    <a:pt x="11692" y="27172"/>
                    <a:pt x="13100" y="26872"/>
                  </a:cubicBezTo>
                  <a:cubicBezTo>
                    <a:pt x="17627" y="25926"/>
                    <a:pt x="21747" y="23494"/>
                    <a:pt x="25260" y="20522"/>
                  </a:cubicBezTo>
                  <a:cubicBezTo>
                    <a:pt x="26994" y="19058"/>
                    <a:pt x="28570" y="17414"/>
                    <a:pt x="30101" y="15793"/>
                  </a:cubicBezTo>
                  <a:cubicBezTo>
                    <a:pt x="31610" y="14217"/>
                    <a:pt x="33096" y="12640"/>
                    <a:pt x="34808" y="11289"/>
                  </a:cubicBezTo>
                  <a:cubicBezTo>
                    <a:pt x="36474" y="9961"/>
                    <a:pt x="38388" y="8880"/>
                    <a:pt x="40460" y="8429"/>
                  </a:cubicBezTo>
                  <a:cubicBezTo>
                    <a:pt x="42982" y="7912"/>
                    <a:pt x="45594" y="8204"/>
                    <a:pt x="48116" y="7731"/>
                  </a:cubicBezTo>
                  <a:cubicBezTo>
                    <a:pt x="52304" y="6966"/>
                    <a:pt x="56312" y="4692"/>
                    <a:pt x="59037" y="1426"/>
                  </a:cubicBezTo>
                  <a:cubicBezTo>
                    <a:pt x="59374" y="1044"/>
                    <a:pt x="59667" y="616"/>
                    <a:pt x="59937" y="188"/>
                  </a:cubicBezTo>
                  <a:cubicBezTo>
                    <a:pt x="60003" y="106"/>
                    <a:pt x="59902" y="1"/>
                    <a:pt x="5980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subTitle" idx="1"/>
          </p:nvPr>
        </p:nvSpPr>
        <p:spPr>
          <a:xfrm>
            <a:off x="1195863" y="1316900"/>
            <a:ext cx="2867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sp>
        <p:nvSpPr>
          <p:cNvPr id="233" name="Google Shape;233;p29"/>
          <p:cNvSpPr txBox="1">
            <a:spLocks noGrp="1"/>
          </p:cNvSpPr>
          <p:nvPr>
            <p:ph type="subTitle" idx="2"/>
          </p:nvPr>
        </p:nvSpPr>
        <p:spPr>
          <a:xfrm>
            <a:off x="1195863" y="1747700"/>
            <a:ext cx="2867100" cy="84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9"/>
          <p:cNvSpPr txBox="1">
            <a:spLocks noGrp="1"/>
          </p:cNvSpPr>
          <p:nvPr>
            <p:ph type="subTitle" idx="3"/>
          </p:nvPr>
        </p:nvSpPr>
        <p:spPr>
          <a:xfrm>
            <a:off x="5081038" y="1747700"/>
            <a:ext cx="2867100" cy="84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29"/>
          <p:cNvSpPr txBox="1">
            <a:spLocks noGrp="1"/>
          </p:cNvSpPr>
          <p:nvPr>
            <p:ph type="subTitle" idx="4"/>
          </p:nvPr>
        </p:nvSpPr>
        <p:spPr>
          <a:xfrm>
            <a:off x="1195863" y="3442425"/>
            <a:ext cx="2867100" cy="84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29"/>
          <p:cNvSpPr txBox="1">
            <a:spLocks noGrp="1"/>
          </p:cNvSpPr>
          <p:nvPr>
            <p:ph type="subTitle" idx="5"/>
          </p:nvPr>
        </p:nvSpPr>
        <p:spPr>
          <a:xfrm>
            <a:off x="5081038" y="3442425"/>
            <a:ext cx="2867100" cy="84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9"/>
          <p:cNvSpPr txBox="1">
            <a:spLocks noGrp="1"/>
          </p:cNvSpPr>
          <p:nvPr>
            <p:ph type="subTitle" idx="6"/>
          </p:nvPr>
        </p:nvSpPr>
        <p:spPr>
          <a:xfrm>
            <a:off x="1195863" y="3011625"/>
            <a:ext cx="2867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sp>
        <p:nvSpPr>
          <p:cNvPr id="239" name="Google Shape;239;p29"/>
          <p:cNvSpPr txBox="1">
            <a:spLocks noGrp="1"/>
          </p:cNvSpPr>
          <p:nvPr>
            <p:ph type="subTitle" idx="7"/>
          </p:nvPr>
        </p:nvSpPr>
        <p:spPr>
          <a:xfrm>
            <a:off x="5081038" y="1316900"/>
            <a:ext cx="2867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sp>
        <p:nvSpPr>
          <p:cNvPr id="240" name="Google Shape;240;p29"/>
          <p:cNvSpPr txBox="1">
            <a:spLocks noGrp="1"/>
          </p:cNvSpPr>
          <p:nvPr>
            <p:ph type="subTitle" idx="8"/>
          </p:nvPr>
        </p:nvSpPr>
        <p:spPr>
          <a:xfrm>
            <a:off x="5081038" y="3011625"/>
            <a:ext cx="2867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grpSp>
        <p:nvGrpSpPr>
          <p:cNvPr id="241" name="Google Shape;241;p29"/>
          <p:cNvGrpSpPr/>
          <p:nvPr/>
        </p:nvGrpSpPr>
        <p:grpSpPr>
          <a:xfrm flipH="1">
            <a:off x="241056" y="219272"/>
            <a:ext cx="8681480" cy="4959322"/>
            <a:chOff x="241056" y="219272"/>
            <a:chExt cx="8681480" cy="4959322"/>
          </a:xfrm>
        </p:grpSpPr>
        <p:sp>
          <p:nvSpPr>
            <p:cNvPr id="242" name="Google Shape;242;p29"/>
            <p:cNvSpPr/>
            <p:nvPr/>
          </p:nvSpPr>
          <p:spPr>
            <a:xfrm rot="10800000" flipH="1">
              <a:off x="528252" y="4005193"/>
              <a:ext cx="598985" cy="910431"/>
            </a:xfrm>
            <a:custGeom>
              <a:avLst/>
              <a:gdLst/>
              <a:ahLst/>
              <a:cxnLst/>
              <a:rect l="l" t="t" r="r" b="b"/>
              <a:pathLst>
                <a:path w="24754" h="37625" extrusionOk="0">
                  <a:moveTo>
                    <a:pt x="12497" y="2329"/>
                  </a:moveTo>
                  <a:cubicBezTo>
                    <a:pt x="12643" y="2329"/>
                    <a:pt x="12787" y="2332"/>
                    <a:pt x="12931" y="2336"/>
                  </a:cubicBezTo>
                  <a:cubicBezTo>
                    <a:pt x="13810" y="2381"/>
                    <a:pt x="14643" y="2494"/>
                    <a:pt x="15498" y="2674"/>
                  </a:cubicBezTo>
                  <a:cubicBezTo>
                    <a:pt x="17187" y="3057"/>
                    <a:pt x="18786" y="3687"/>
                    <a:pt x="20340" y="4430"/>
                  </a:cubicBezTo>
                  <a:cubicBezTo>
                    <a:pt x="21060" y="4790"/>
                    <a:pt x="21803" y="5173"/>
                    <a:pt x="22524" y="5556"/>
                  </a:cubicBezTo>
                  <a:cubicBezTo>
                    <a:pt x="19304" y="5466"/>
                    <a:pt x="15881" y="5128"/>
                    <a:pt x="12999" y="3575"/>
                  </a:cubicBezTo>
                  <a:cubicBezTo>
                    <a:pt x="12233" y="3192"/>
                    <a:pt x="11468" y="2696"/>
                    <a:pt x="10635" y="2561"/>
                  </a:cubicBezTo>
                  <a:cubicBezTo>
                    <a:pt x="11238" y="2378"/>
                    <a:pt x="11871" y="2329"/>
                    <a:pt x="12497" y="2329"/>
                  </a:cubicBezTo>
                  <a:close/>
                  <a:moveTo>
                    <a:pt x="12459" y="5579"/>
                  </a:moveTo>
                  <a:cubicBezTo>
                    <a:pt x="13629" y="6344"/>
                    <a:pt x="15093" y="6569"/>
                    <a:pt x="16489" y="6795"/>
                  </a:cubicBezTo>
                  <a:cubicBezTo>
                    <a:pt x="18403" y="7110"/>
                    <a:pt x="20227" y="7695"/>
                    <a:pt x="21916" y="8596"/>
                  </a:cubicBezTo>
                  <a:cubicBezTo>
                    <a:pt x="22794" y="9069"/>
                    <a:pt x="23582" y="9609"/>
                    <a:pt x="24303" y="10285"/>
                  </a:cubicBezTo>
                  <a:cubicBezTo>
                    <a:pt x="23691" y="10300"/>
                    <a:pt x="23058" y="10347"/>
                    <a:pt x="22419" y="10347"/>
                  </a:cubicBezTo>
                  <a:cubicBezTo>
                    <a:pt x="22117" y="10347"/>
                    <a:pt x="21814" y="10336"/>
                    <a:pt x="21511" y="10307"/>
                  </a:cubicBezTo>
                  <a:cubicBezTo>
                    <a:pt x="20587" y="10217"/>
                    <a:pt x="19687" y="10015"/>
                    <a:pt x="18786" y="9722"/>
                  </a:cubicBezTo>
                  <a:cubicBezTo>
                    <a:pt x="17052" y="9136"/>
                    <a:pt x="15476" y="8146"/>
                    <a:pt x="14035" y="6997"/>
                  </a:cubicBezTo>
                  <a:cubicBezTo>
                    <a:pt x="13494" y="6547"/>
                    <a:pt x="12954" y="6051"/>
                    <a:pt x="12459" y="5579"/>
                  </a:cubicBezTo>
                  <a:close/>
                  <a:moveTo>
                    <a:pt x="24753" y="10397"/>
                  </a:moveTo>
                  <a:lnTo>
                    <a:pt x="24753" y="10397"/>
                  </a:lnTo>
                  <a:cubicBezTo>
                    <a:pt x="24744" y="10398"/>
                    <a:pt x="24735" y="10399"/>
                    <a:pt x="24726" y="10401"/>
                  </a:cubicBezTo>
                  <a:lnTo>
                    <a:pt x="24726" y="10401"/>
                  </a:lnTo>
                  <a:cubicBezTo>
                    <a:pt x="24729" y="10415"/>
                    <a:pt x="24730" y="10425"/>
                    <a:pt x="24734" y="10425"/>
                  </a:cubicBezTo>
                  <a:cubicBezTo>
                    <a:pt x="24738" y="10425"/>
                    <a:pt x="24743" y="10417"/>
                    <a:pt x="24753" y="10397"/>
                  </a:cubicBezTo>
                  <a:close/>
                  <a:moveTo>
                    <a:pt x="14104" y="10290"/>
                  </a:moveTo>
                  <a:cubicBezTo>
                    <a:pt x="14493" y="10829"/>
                    <a:pt x="14907" y="11326"/>
                    <a:pt x="15386" y="11771"/>
                  </a:cubicBezTo>
                  <a:cubicBezTo>
                    <a:pt x="15517" y="11893"/>
                    <a:pt x="15648" y="12013"/>
                    <a:pt x="15781" y="12130"/>
                  </a:cubicBezTo>
                  <a:lnTo>
                    <a:pt x="15781" y="12130"/>
                  </a:lnTo>
                  <a:cubicBezTo>
                    <a:pt x="15162" y="11573"/>
                    <a:pt x="14595" y="10954"/>
                    <a:pt x="14104" y="10290"/>
                  </a:cubicBezTo>
                  <a:close/>
                  <a:moveTo>
                    <a:pt x="15781" y="12130"/>
                  </a:moveTo>
                  <a:lnTo>
                    <a:pt x="15781" y="12130"/>
                  </a:lnTo>
                  <a:cubicBezTo>
                    <a:pt x="16178" y="12488"/>
                    <a:pt x="16596" y="12820"/>
                    <a:pt x="17030" y="13122"/>
                  </a:cubicBezTo>
                  <a:cubicBezTo>
                    <a:pt x="17248" y="13272"/>
                    <a:pt x="17471" y="13411"/>
                    <a:pt x="17698" y="13540"/>
                  </a:cubicBezTo>
                  <a:lnTo>
                    <a:pt x="17698" y="13540"/>
                  </a:lnTo>
                  <a:cubicBezTo>
                    <a:pt x="17618" y="13492"/>
                    <a:pt x="17537" y="13443"/>
                    <a:pt x="17457" y="13392"/>
                  </a:cubicBezTo>
                  <a:cubicBezTo>
                    <a:pt x="16863" y="13032"/>
                    <a:pt x="16312" y="12600"/>
                    <a:pt x="15781" y="12130"/>
                  </a:cubicBezTo>
                  <a:close/>
                  <a:moveTo>
                    <a:pt x="17698" y="13540"/>
                  </a:moveTo>
                  <a:lnTo>
                    <a:pt x="17698" y="13540"/>
                  </a:lnTo>
                  <a:cubicBezTo>
                    <a:pt x="18366" y="13938"/>
                    <a:pt x="19051" y="14237"/>
                    <a:pt x="19754" y="14518"/>
                  </a:cubicBezTo>
                  <a:cubicBezTo>
                    <a:pt x="20542" y="14856"/>
                    <a:pt x="21331" y="15171"/>
                    <a:pt x="22074" y="15576"/>
                  </a:cubicBezTo>
                  <a:cubicBezTo>
                    <a:pt x="22637" y="15847"/>
                    <a:pt x="23154" y="16184"/>
                    <a:pt x="23650" y="16545"/>
                  </a:cubicBezTo>
                  <a:cubicBezTo>
                    <a:pt x="23607" y="16490"/>
                    <a:pt x="23565" y="16434"/>
                    <a:pt x="23522" y="16379"/>
                  </a:cubicBezTo>
                  <a:lnTo>
                    <a:pt x="23522" y="16379"/>
                  </a:lnTo>
                  <a:cubicBezTo>
                    <a:pt x="22956" y="15948"/>
                    <a:pt x="22295" y="15622"/>
                    <a:pt x="21691" y="15351"/>
                  </a:cubicBezTo>
                  <a:cubicBezTo>
                    <a:pt x="20372" y="14721"/>
                    <a:pt x="18972" y="14268"/>
                    <a:pt x="17698" y="13540"/>
                  </a:cubicBezTo>
                  <a:close/>
                  <a:moveTo>
                    <a:pt x="9914" y="4565"/>
                  </a:moveTo>
                  <a:cubicBezTo>
                    <a:pt x="9554" y="6254"/>
                    <a:pt x="8901" y="7830"/>
                    <a:pt x="8045" y="9294"/>
                  </a:cubicBezTo>
                  <a:cubicBezTo>
                    <a:pt x="6829" y="11321"/>
                    <a:pt x="5163" y="13077"/>
                    <a:pt x="3339" y="14563"/>
                  </a:cubicBezTo>
                  <a:cubicBezTo>
                    <a:pt x="2416" y="15329"/>
                    <a:pt x="1425" y="16027"/>
                    <a:pt x="412" y="16680"/>
                  </a:cubicBezTo>
                  <a:cubicBezTo>
                    <a:pt x="1425" y="14698"/>
                    <a:pt x="2663" y="12807"/>
                    <a:pt x="4037" y="11073"/>
                  </a:cubicBezTo>
                  <a:cubicBezTo>
                    <a:pt x="4780" y="10172"/>
                    <a:pt x="5523" y="9272"/>
                    <a:pt x="6379" y="8461"/>
                  </a:cubicBezTo>
                  <a:cubicBezTo>
                    <a:pt x="7212" y="7605"/>
                    <a:pt x="8158" y="6817"/>
                    <a:pt x="8968" y="5916"/>
                  </a:cubicBezTo>
                  <a:cubicBezTo>
                    <a:pt x="9329" y="5489"/>
                    <a:pt x="9666" y="5038"/>
                    <a:pt x="9914" y="4565"/>
                  </a:cubicBezTo>
                  <a:close/>
                  <a:moveTo>
                    <a:pt x="11310" y="6502"/>
                  </a:moveTo>
                  <a:lnTo>
                    <a:pt x="11310" y="6502"/>
                  </a:lnTo>
                  <a:cubicBezTo>
                    <a:pt x="11243" y="7245"/>
                    <a:pt x="11198" y="8033"/>
                    <a:pt x="11130" y="8821"/>
                  </a:cubicBezTo>
                  <a:cubicBezTo>
                    <a:pt x="11017" y="10037"/>
                    <a:pt x="10815" y="11208"/>
                    <a:pt x="10522" y="12401"/>
                  </a:cubicBezTo>
                  <a:cubicBezTo>
                    <a:pt x="9914" y="14541"/>
                    <a:pt x="8878" y="16567"/>
                    <a:pt x="7189" y="18031"/>
                  </a:cubicBezTo>
                  <a:cubicBezTo>
                    <a:pt x="6266" y="18819"/>
                    <a:pt x="5230" y="19450"/>
                    <a:pt x="4172" y="20080"/>
                  </a:cubicBezTo>
                  <a:cubicBezTo>
                    <a:pt x="4960" y="17986"/>
                    <a:pt x="5793" y="15892"/>
                    <a:pt x="6762" y="13888"/>
                  </a:cubicBezTo>
                  <a:cubicBezTo>
                    <a:pt x="7279" y="12852"/>
                    <a:pt x="7820" y="11839"/>
                    <a:pt x="8405" y="10848"/>
                  </a:cubicBezTo>
                  <a:cubicBezTo>
                    <a:pt x="8991" y="9857"/>
                    <a:pt x="9666" y="8934"/>
                    <a:pt x="10364" y="8011"/>
                  </a:cubicBezTo>
                  <a:cubicBezTo>
                    <a:pt x="10702" y="7560"/>
                    <a:pt x="11040" y="7042"/>
                    <a:pt x="11310" y="6502"/>
                  </a:cubicBezTo>
                  <a:close/>
                  <a:moveTo>
                    <a:pt x="13404" y="10645"/>
                  </a:moveTo>
                  <a:cubicBezTo>
                    <a:pt x="13404" y="12401"/>
                    <a:pt x="13044" y="14113"/>
                    <a:pt x="12323" y="15689"/>
                  </a:cubicBezTo>
                  <a:cubicBezTo>
                    <a:pt x="11490" y="17468"/>
                    <a:pt x="10319" y="19067"/>
                    <a:pt x="8878" y="20395"/>
                  </a:cubicBezTo>
                  <a:cubicBezTo>
                    <a:pt x="8135" y="21048"/>
                    <a:pt x="7370" y="21679"/>
                    <a:pt x="6514" y="22219"/>
                  </a:cubicBezTo>
                  <a:cubicBezTo>
                    <a:pt x="7505" y="20553"/>
                    <a:pt x="8450" y="18842"/>
                    <a:pt x="9441" y="17175"/>
                  </a:cubicBezTo>
                  <a:cubicBezTo>
                    <a:pt x="9959" y="16342"/>
                    <a:pt x="10522" y="15486"/>
                    <a:pt x="11107" y="14698"/>
                  </a:cubicBezTo>
                  <a:cubicBezTo>
                    <a:pt x="11670" y="13933"/>
                    <a:pt x="12278" y="13212"/>
                    <a:pt x="12751" y="12356"/>
                  </a:cubicBezTo>
                  <a:cubicBezTo>
                    <a:pt x="13067" y="11839"/>
                    <a:pt x="13292" y="11276"/>
                    <a:pt x="13404" y="10645"/>
                  </a:cubicBezTo>
                  <a:close/>
                  <a:moveTo>
                    <a:pt x="20601" y="20844"/>
                  </a:moveTo>
                  <a:cubicBezTo>
                    <a:pt x="21111" y="21174"/>
                    <a:pt x="21643" y="21460"/>
                    <a:pt x="22164" y="21769"/>
                  </a:cubicBezTo>
                  <a:cubicBezTo>
                    <a:pt x="22794" y="22129"/>
                    <a:pt x="23380" y="22534"/>
                    <a:pt x="23943" y="22940"/>
                  </a:cubicBezTo>
                  <a:cubicBezTo>
                    <a:pt x="23927" y="22913"/>
                    <a:pt x="23912" y="22886"/>
                    <a:pt x="23897" y="22859"/>
                  </a:cubicBezTo>
                  <a:lnTo>
                    <a:pt x="23897" y="22859"/>
                  </a:lnTo>
                  <a:cubicBezTo>
                    <a:pt x="23265" y="22329"/>
                    <a:pt x="22537" y="21928"/>
                    <a:pt x="21826" y="21544"/>
                  </a:cubicBezTo>
                  <a:cubicBezTo>
                    <a:pt x="21424" y="21310"/>
                    <a:pt x="21007" y="21084"/>
                    <a:pt x="20601" y="20844"/>
                  </a:cubicBezTo>
                  <a:close/>
                  <a:moveTo>
                    <a:pt x="15822" y="24099"/>
                  </a:moveTo>
                  <a:lnTo>
                    <a:pt x="15822" y="24099"/>
                  </a:lnTo>
                  <a:cubicBezTo>
                    <a:pt x="15827" y="24118"/>
                    <a:pt x="15832" y="24137"/>
                    <a:pt x="15836" y="24156"/>
                  </a:cubicBezTo>
                  <a:cubicBezTo>
                    <a:pt x="15857" y="24232"/>
                    <a:pt x="15877" y="24309"/>
                    <a:pt x="15898" y="24386"/>
                  </a:cubicBezTo>
                  <a:lnTo>
                    <a:pt x="15898" y="24386"/>
                  </a:lnTo>
                  <a:cubicBezTo>
                    <a:pt x="15873" y="24290"/>
                    <a:pt x="15848" y="24194"/>
                    <a:pt x="15822" y="24099"/>
                  </a:cubicBezTo>
                  <a:close/>
                  <a:moveTo>
                    <a:pt x="14755" y="18166"/>
                  </a:moveTo>
                  <a:lnTo>
                    <a:pt x="14755" y="18166"/>
                  </a:lnTo>
                  <a:cubicBezTo>
                    <a:pt x="13382" y="20553"/>
                    <a:pt x="11333" y="22444"/>
                    <a:pt x="8946" y="23840"/>
                  </a:cubicBezTo>
                  <a:cubicBezTo>
                    <a:pt x="8315" y="24223"/>
                    <a:pt x="7640" y="24561"/>
                    <a:pt x="6987" y="24899"/>
                  </a:cubicBezTo>
                  <a:cubicBezTo>
                    <a:pt x="8608" y="22602"/>
                    <a:pt x="10657" y="20643"/>
                    <a:pt x="13021" y="19157"/>
                  </a:cubicBezTo>
                  <a:cubicBezTo>
                    <a:pt x="13584" y="18774"/>
                    <a:pt x="14170" y="18481"/>
                    <a:pt x="14755" y="18166"/>
                  </a:cubicBezTo>
                  <a:close/>
                  <a:moveTo>
                    <a:pt x="15898" y="24386"/>
                  </a:moveTo>
                  <a:cubicBezTo>
                    <a:pt x="16012" y="24841"/>
                    <a:pt x="16110" y="25301"/>
                    <a:pt x="16219" y="25754"/>
                  </a:cubicBezTo>
                  <a:cubicBezTo>
                    <a:pt x="16254" y="25897"/>
                    <a:pt x="16291" y="26039"/>
                    <a:pt x="16331" y="26179"/>
                  </a:cubicBezTo>
                  <a:lnTo>
                    <a:pt x="16331" y="26179"/>
                  </a:lnTo>
                  <a:cubicBezTo>
                    <a:pt x="16315" y="26113"/>
                    <a:pt x="16300" y="26046"/>
                    <a:pt x="16287" y="25980"/>
                  </a:cubicBezTo>
                  <a:cubicBezTo>
                    <a:pt x="16169" y="25451"/>
                    <a:pt x="16034" y="24905"/>
                    <a:pt x="15898" y="24386"/>
                  </a:cubicBezTo>
                  <a:close/>
                  <a:moveTo>
                    <a:pt x="19423" y="25708"/>
                  </a:moveTo>
                  <a:lnTo>
                    <a:pt x="19423" y="25708"/>
                  </a:lnTo>
                  <a:cubicBezTo>
                    <a:pt x="19552" y="25894"/>
                    <a:pt x="19678" y="26081"/>
                    <a:pt x="19799" y="26272"/>
                  </a:cubicBezTo>
                  <a:cubicBezTo>
                    <a:pt x="19955" y="26516"/>
                    <a:pt x="20103" y="26769"/>
                    <a:pt x="20246" y="27026"/>
                  </a:cubicBezTo>
                  <a:lnTo>
                    <a:pt x="20246" y="27026"/>
                  </a:lnTo>
                  <a:cubicBezTo>
                    <a:pt x="20050" y="26659"/>
                    <a:pt x="19839" y="26301"/>
                    <a:pt x="19597" y="25957"/>
                  </a:cubicBezTo>
                  <a:cubicBezTo>
                    <a:pt x="19539" y="25874"/>
                    <a:pt x="19481" y="25791"/>
                    <a:pt x="19423" y="25708"/>
                  </a:cubicBezTo>
                  <a:close/>
                  <a:moveTo>
                    <a:pt x="14733" y="22579"/>
                  </a:moveTo>
                  <a:lnTo>
                    <a:pt x="14733" y="22579"/>
                  </a:lnTo>
                  <a:cubicBezTo>
                    <a:pt x="13900" y="23615"/>
                    <a:pt x="13044" y="24584"/>
                    <a:pt x="12053" y="25417"/>
                  </a:cubicBezTo>
                  <a:cubicBezTo>
                    <a:pt x="10995" y="26362"/>
                    <a:pt x="9801" y="27173"/>
                    <a:pt x="8540" y="27826"/>
                  </a:cubicBezTo>
                  <a:cubicBezTo>
                    <a:pt x="7932" y="28164"/>
                    <a:pt x="7279" y="28412"/>
                    <a:pt x="6626" y="28682"/>
                  </a:cubicBezTo>
                  <a:cubicBezTo>
                    <a:pt x="6987" y="28186"/>
                    <a:pt x="7415" y="27714"/>
                    <a:pt x="7820" y="27263"/>
                  </a:cubicBezTo>
                  <a:cubicBezTo>
                    <a:pt x="8293" y="26723"/>
                    <a:pt x="8788" y="26250"/>
                    <a:pt x="9351" y="25754"/>
                  </a:cubicBezTo>
                  <a:cubicBezTo>
                    <a:pt x="10432" y="24831"/>
                    <a:pt x="11603" y="24043"/>
                    <a:pt x="12886" y="23390"/>
                  </a:cubicBezTo>
                  <a:cubicBezTo>
                    <a:pt x="13472" y="23097"/>
                    <a:pt x="14102" y="22805"/>
                    <a:pt x="14733" y="22579"/>
                  </a:cubicBezTo>
                  <a:close/>
                  <a:moveTo>
                    <a:pt x="16331" y="26179"/>
                  </a:moveTo>
                  <a:lnTo>
                    <a:pt x="16331" y="26179"/>
                  </a:lnTo>
                  <a:cubicBezTo>
                    <a:pt x="16468" y="26765"/>
                    <a:pt x="16670" y="27348"/>
                    <a:pt x="16872" y="27894"/>
                  </a:cubicBezTo>
                  <a:cubicBezTo>
                    <a:pt x="17300" y="29065"/>
                    <a:pt x="17773" y="30190"/>
                    <a:pt x="18201" y="31339"/>
                  </a:cubicBezTo>
                  <a:cubicBezTo>
                    <a:pt x="18202" y="31308"/>
                    <a:pt x="18203" y="31278"/>
                    <a:pt x="18204" y="31247"/>
                  </a:cubicBezTo>
                  <a:lnTo>
                    <a:pt x="18204" y="31247"/>
                  </a:lnTo>
                  <a:cubicBezTo>
                    <a:pt x="18013" y="30653"/>
                    <a:pt x="17772" y="30069"/>
                    <a:pt x="17548" y="29470"/>
                  </a:cubicBezTo>
                  <a:cubicBezTo>
                    <a:pt x="17087" y="28369"/>
                    <a:pt x="16645" y="27304"/>
                    <a:pt x="16331" y="26179"/>
                  </a:cubicBezTo>
                  <a:close/>
                  <a:moveTo>
                    <a:pt x="14147" y="26543"/>
                  </a:moveTo>
                  <a:lnTo>
                    <a:pt x="14147" y="26543"/>
                  </a:lnTo>
                  <a:cubicBezTo>
                    <a:pt x="12391" y="28547"/>
                    <a:pt x="10342" y="30236"/>
                    <a:pt x="8045" y="31474"/>
                  </a:cubicBezTo>
                  <a:cubicBezTo>
                    <a:pt x="7392" y="31812"/>
                    <a:pt x="6739" y="32150"/>
                    <a:pt x="6041" y="32352"/>
                  </a:cubicBezTo>
                  <a:cubicBezTo>
                    <a:pt x="6964" y="31429"/>
                    <a:pt x="7865" y="30528"/>
                    <a:pt x="8901" y="29740"/>
                  </a:cubicBezTo>
                  <a:cubicBezTo>
                    <a:pt x="10004" y="28862"/>
                    <a:pt x="11198" y="28096"/>
                    <a:pt x="12414" y="27443"/>
                  </a:cubicBezTo>
                  <a:cubicBezTo>
                    <a:pt x="12976" y="27151"/>
                    <a:pt x="13584" y="26880"/>
                    <a:pt x="14147" y="26543"/>
                  </a:cubicBezTo>
                  <a:close/>
                  <a:moveTo>
                    <a:pt x="14598" y="26475"/>
                  </a:moveTo>
                  <a:cubicBezTo>
                    <a:pt x="15093" y="27601"/>
                    <a:pt x="15588" y="28682"/>
                    <a:pt x="15949" y="29853"/>
                  </a:cubicBezTo>
                  <a:cubicBezTo>
                    <a:pt x="16377" y="31136"/>
                    <a:pt x="16624" y="32487"/>
                    <a:pt x="16624" y="33838"/>
                  </a:cubicBezTo>
                  <a:cubicBezTo>
                    <a:pt x="16624" y="34536"/>
                    <a:pt x="16534" y="35212"/>
                    <a:pt x="16489" y="35933"/>
                  </a:cubicBezTo>
                  <a:lnTo>
                    <a:pt x="15971" y="34311"/>
                  </a:lnTo>
                  <a:cubicBezTo>
                    <a:pt x="15769" y="33681"/>
                    <a:pt x="15588" y="33028"/>
                    <a:pt x="15408" y="32375"/>
                  </a:cubicBezTo>
                  <a:cubicBezTo>
                    <a:pt x="15071" y="31046"/>
                    <a:pt x="14800" y="29695"/>
                    <a:pt x="14688" y="28344"/>
                  </a:cubicBezTo>
                  <a:cubicBezTo>
                    <a:pt x="14620" y="27736"/>
                    <a:pt x="14598" y="27083"/>
                    <a:pt x="14598" y="26475"/>
                  </a:cubicBezTo>
                  <a:close/>
                  <a:moveTo>
                    <a:pt x="13900" y="27984"/>
                  </a:moveTo>
                  <a:lnTo>
                    <a:pt x="13900" y="27984"/>
                  </a:lnTo>
                  <a:cubicBezTo>
                    <a:pt x="13720" y="28637"/>
                    <a:pt x="13562" y="29290"/>
                    <a:pt x="13359" y="29920"/>
                  </a:cubicBezTo>
                  <a:cubicBezTo>
                    <a:pt x="13044" y="30776"/>
                    <a:pt x="12639" y="31609"/>
                    <a:pt x="12166" y="32375"/>
                  </a:cubicBezTo>
                  <a:cubicBezTo>
                    <a:pt x="11445" y="33613"/>
                    <a:pt x="10522" y="34762"/>
                    <a:pt x="9509" y="35820"/>
                  </a:cubicBezTo>
                  <a:cubicBezTo>
                    <a:pt x="9013" y="36315"/>
                    <a:pt x="8473" y="36833"/>
                    <a:pt x="7978" y="37306"/>
                  </a:cubicBezTo>
                  <a:cubicBezTo>
                    <a:pt x="8315" y="35707"/>
                    <a:pt x="9284" y="34289"/>
                    <a:pt x="10207" y="32960"/>
                  </a:cubicBezTo>
                  <a:cubicBezTo>
                    <a:pt x="10725" y="32240"/>
                    <a:pt x="11265" y="31542"/>
                    <a:pt x="11828" y="30821"/>
                  </a:cubicBezTo>
                  <a:cubicBezTo>
                    <a:pt x="12346" y="30213"/>
                    <a:pt x="12886" y="29583"/>
                    <a:pt x="13337" y="28907"/>
                  </a:cubicBezTo>
                  <a:cubicBezTo>
                    <a:pt x="13517" y="28637"/>
                    <a:pt x="13720" y="28322"/>
                    <a:pt x="13900" y="27984"/>
                  </a:cubicBezTo>
                  <a:close/>
                  <a:moveTo>
                    <a:pt x="8547" y="1"/>
                  </a:moveTo>
                  <a:cubicBezTo>
                    <a:pt x="8463" y="1"/>
                    <a:pt x="8394" y="112"/>
                    <a:pt x="8428" y="197"/>
                  </a:cubicBezTo>
                  <a:cubicBezTo>
                    <a:pt x="8676" y="647"/>
                    <a:pt x="8991" y="1053"/>
                    <a:pt x="9284" y="1480"/>
                  </a:cubicBezTo>
                  <a:cubicBezTo>
                    <a:pt x="9554" y="1863"/>
                    <a:pt x="9801" y="2291"/>
                    <a:pt x="10072" y="2674"/>
                  </a:cubicBezTo>
                  <a:lnTo>
                    <a:pt x="10139" y="2854"/>
                  </a:lnTo>
                  <a:cubicBezTo>
                    <a:pt x="10117" y="3102"/>
                    <a:pt x="10094" y="3394"/>
                    <a:pt x="10072" y="3642"/>
                  </a:cubicBezTo>
                  <a:cubicBezTo>
                    <a:pt x="9801" y="4408"/>
                    <a:pt x="9329" y="5106"/>
                    <a:pt x="8788" y="5691"/>
                  </a:cubicBezTo>
                  <a:cubicBezTo>
                    <a:pt x="8000" y="6592"/>
                    <a:pt x="7077" y="7358"/>
                    <a:pt x="6244" y="8191"/>
                  </a:cubicBezTo>
                  <a:cubicBezTo>
                    <a:pt x="4622" y="9834"/>
                    <a:pt x="3204" y="11613"/>
                    <a:pt x="1965" y="13527"/>
                  </a:cubicBezTo>
                  <a:cubicBezTo>
                    <a:pt x="1245" y="14586"/>
                    <a:pt x="637" y="15712"/>
                    <a:pt x="51" y="16860"/>
                  </a:cubicBezTo>
                  <a:cubicBezTo>
                    <a:pt x="0" y="16928"/>
                    <a:pt x="52" y="16996"/>
                    <a:pt x="119" y="16996"/>
                  </a:cubicBezTo>
                  <a:cubicBezTo>
                    <a:pt x="141" y="16996"/>
                    <a:pt x="164" y="16989"/>
                    <a:pt x="186" y="16973"/>
                  </a:cubicBezTo>
                  <a:cubicBezTo>
                    <a:pt x="2213" y="15712"/>
                    <a:pt x="4127" y="14248"/>
                    <a:pt x="5793" y="12514"/>
                  </a:cubicBezTo>
                  <a:cubicBezTo>
                    <a:pt x="7415" y="10758"/>
                    <a:pt x="8743" y="8754"/>
                    <a:pt x="9554" y="6502"/>
                  </a:cubicBezTo>
                  <a:cubicBezTo>
                    <a:pt x="9869" y="5601"/>
                    <a:pt x="10117" y="4678"/>
                    <a:pt x="10229" y="3755"/>
                  </a:cubicBezTo>
                  <a:cubicBezTo>
                    <a:pt x="10274" y="3575"/>
                    <a:pt x="10342" y="3372"/>
                    <a:pt x="10364" y="3214"/>
                  </a:cubicBezTo>
                  <a:cubicBezTo>
                    <a:pt x="10702" y="3777"/>
                    <a:pt x="11040" y="4363"/>
                    <a:pt x="11355" y="4948"/>
                  </a:cubicBezTo>
                  <a:cubicBezTo>
                    <a:pt x="11355" y="5961"/>
                    <a:pt x="10792" y="6862"/>
                    <a:pt x="10229" y="7695"/>
                  </a:cubicBezTo>
                  <a:cubicBezTo>
                    <a:pt x="9576" y="8596"/>
                    <a:pt x="8923" y="9452"/>
                    <a:pt x="8360" y="10420"/>
                  </a:cubicBezTo>
                  <a:cubicBezTo>
                    <a:pt x="7189" y="12379"/>
                    <a:pt x="6221" y="14473"/>
                    <a:pt x="5320" y="16590"/>
                  </a:cubicBezTo>
                  <a:cubicBezTo>
                    <a:pt x="4825" y="17783"/>
                    <a:pt x="4352" y="18999"/>
                    <a:pt x="3834" y="20215"/>
                  </a:cubicBezTo>
                  <a:cubicBezTo>
                    <a:pt x="3817" y="20286"/>
                    <a:pt x="3869" y="20371"/>
                    <a:pt x="3924" y="20371"/>
                  </a:cubicBezTo>
                  <a:cubicBezTo>
                    <a:pt x="3940" y="20371"/>
                    <a:pt x="3955" y="20365"/>
                    <a:pt x="3969" y="20350"/>
                  </a:cubicBezTo>
                  <a:cubicBezTo>
                    <a:pt x="4983" y="19742"/>
                    <a:pt x="5996" y="19112"/>
                    <a:pt x="6942" y="18391"/>
                  </a:cubicBezTo>
                  <a:cubicBezTo>
                    <a:pt x="7797" y="17671"/>
                    <a:pt x="8540" y="16860"/>
                    <a:pt x="9148" y="15914"/>
                  </a:cubicBezTo>
                  <a:cubicBezTo>
                    <a:pt x="10432" y="13933"/>
                    <a:pt x="11017" y="11591"/>
                    <a:pt x="11265" y="9272"/>
                  </a:cubicBezTo>
                  <a:cubicBezTo>
                    <a:pt x="11400" y="8101"/>
                    <a:pt x="11468" y="6952"/>
                    <a:pt x="11490" y="5804"/>
                  </a:cubicBezTo>
                  <a:cubicBezTo>
                    <a:pt x="11513" y="5669"/>
                    <a:pt x="11558" y="5556"/>
                    <a:pt x="11580" y="5398"/>
                  </a:cubicBezTo>
                  <a:cubicBezTo>
                    <a:pt x="12278" y="6840"/>
                    <a:pt x="12909" y="8303"/>
                    <a:pt x="13404" y="9834"/>
                  </a:cubicBezTo>
                  <a:cubicBezTo>
                    <a:pt x="13292" y="11636"/>
                    <a:pt x="12031" y="13100"/>
                    <a:pt x="10995" y="14496"/>
                  </a:cubicBezTo>
                  <a:cubicBezTo>
                    <a:pt x="9824" y="16027"/>
                    <a:pt x="8878" y="17716"/>
                    <a:pt x="7955" y="19359"/>
                  </a:cubicBezTo>
                  <a:lnTo>
                    <a:pt x="6266" y="22399"/>
                  </a:lnTo>
                  <a:cubicBezTo>
                    <a:pt x="6232" y="22450"/>
                    <a:pt x="6275" y="22513"/>
                    <a:pt x="6326" y="22513"/>
                  </a:cubicBezTo>
                  <a:cubicBezTo>
                    <a:pt x="6344" y="22513"/>
                    <a:pt x="6362" y="22506"/>
                    <a:pt x="6379" y="22489"/>
                  </a:cubicBezTo>
                  <a:cubicBezTo>
                    <a:pt x="8068" y="21454"/>
                    <a:pt x="9644" y="20125"/>
                    <a:pt x="10837" y="18571"/>
                  </a:cubicBezTo>
                  <a:cubicBezTo>
                    <a:pt x="12076" y="16973"/>
                    <a:pt x="13021" y="15126"/>
                    <a:pt x="13427" y="13122"/>
                  </a:cubicBezTo>
                  <a:cubicBezTo>
                    <a:pt x="13607" y="12311"/>
                    <a:pt x="13697" y="11456"/>
                    <a:pt x="13697" y="10645"/>
                  </a:cubicBezTo>
                  <a:lnTo>
                    <a:pt x="13765" y="10893"/>
                  </a:lnTo>
                  <a:cubicBezTo>
                    <a:pt x="14418" y="13167"/>
                    <a:pt x="14823" y="15509"/>
                    <a:pt x="14958" y="17873"/>
                  </a:cubicBezTo>
                  <a:cubicBezTo>
                    <a:pt x="12368" y="19112"/>
                    <a:pt x="10027" y="20913"/>
                    <a:pt x="8180" y="23120"/>
                  </a:cubicBezTo>
                  <a:cubicBezTo>
                    <a:pt x="7640" y="23728"/>
                    <a:pt x="7122" y="24403"/>
                    <a:pt x="6671" y="25079"/>
                  </a:cubicBezTo>
                  <a:cubicBezTo>
                    <a:pt x="6635" y="25153"/>
                    <a:pt x="6703" y="25226"/>
                    <a:pt x="6778" y="25226"/>
                  </a:cubicBezTo>
                  <a:cubicBezTo>
                    <a:pt x="6795" y="25226"/>
                    <a:pt x="6813" y="25222"/>
                    <a:pt x="6829" y="25214"/>
                  </a:cubicBezTo>
                  <a:cubicBezTo>
                    <a:pt x="9531" y="23998"/>
                    <a:pt x="12076" y="22309"/>
                    <a:pt x="13922" y="19900"/>
                  </a:cubicBezTo>
                  <a:cubicBezTo>
                    <a:pt x="14328" y="19382"/>
                    <a:pt x="14710" y="18774"/>
                    <a:pt x="14981" y="18189"/>
                  </a:cubicBezTo>
                  <a:lnTo>
                    <a:pt x="14981" y="18189"/>
                  </a:lnTo>
                  <a:cubicBezTo>
                    <a:pt x="15048" y="19585"/>
                    <a:pt x="15003" y="20981"/>
                    <a:pt x="14890" y="22377"/>
                  </a:cubicBezTo>
                  <a:cubicBezTo>
                    <a:pt x="13607" y="22895"/>
                    <a:pt x="12391" y="23458"/>
                    <a:pt x="11220" y="24201"/>
                  </a:cubicBezTo>
                  <a:cubicBezTo>
                    <a:pt x="10004" y="24989"/>
                    <a:pt x="8878" y="25935"/>
                    <a:pt x="7887" y="26970"/>
                  </a:cubicBezTo>
                  <a:cubicBezTo>
                    <a:pt x="7324" y="27556"/>
                    <a:pt x="6852" y="28209"/>
                    <a:pt x="6334" y="28884"/>
                  </a:cubicBezTo>
                  <a:cubicBezTo>
                    <a:pt x="6297" y="28958"/>
                    <a:pt x="6320" y="29032"/>
                    <a:pt x="6391" y="29032"/>
                  </a:cubicBezTo>
                  <a:cubicBezTo>
                    <a:pt x="6407" y="29032"/>
                    <a:pt x="6426" y="29028"/>
                    <a:pt x="6446" y="29020"/>
                  </a:cubicBezTo>
                  <a:cubicBezTo>
                    <a:pt x="7122" y="28794"/>
                    <a:pt x="7775" y="28502"/>
                    <a:pt x="8428" y="28186"/>
                  </a:cubicBezTo>
                  <a:cubicBezTo>
                    <a:pt x="9081" y="27849"/>
                    <a:pt x="9689" y="27466"/>
                    <a:pt x="10319" y="27083"/>
                  </a:cubicBezTo>
                  <a:cubicBezTo>
                    <a:pt x="11490" y="26295"/>
                    <a:pt x="12616" y="25372"/>
                    <a:pt x="13607" y="24291"/>
                  </a:cubicBezTo>
                  <a:cubicBezTo>
                    <a:pt x="14080" y="23795"/>
                    <a:pt x="14508" y="23255"/>
                    <a:pt x="14890" y="22670"/>
                  </a:cubicBezTo>
                  <a:lnTo>
                    <a:pt x="14890" y="22670"/>
                  </a:lnTo>
                  <a:cubicBezTo>
                    <a:pt x="14868" y="22895"/>
                    <a:pt x="14845" y="23120"/>
                    <a:pt x="14845" y="23345"/>
                  </a:cubicBezTo>
                  <a:cubicBezTo>
                    <a:pt x="14733" y="24291"/>
                    <a:pt x="14598" y="25214"/>
                    <a:pt x="14395" y="26182"/>
                  </a:cubicBezTo>
                  <a:cubicBezTo>
                    <a:pt x="13832" y="26588"/>
                    <a:pt x="13202" y="26813"/>
                    <a:pt x="12594" y="27106"/>
                  </a:cubicBezTo>
                  <a:cubicBezTo>
                    <a:pt x="11963" y="27443"/>
                    <a:pt x="11355" y="27781"/>
                    <a:pt x="10770" y="28186"/>
                  </a:cubicBezTo>
                  <a:cubicBezTo>
                    <a:pt x="9576" y="28952"/>
                    <a:pt x="8473" y="29785"/>
                    <a:pt x="7437" y="30753"/>
                  </a:cubicBezTo>
                  <a:cubicBezTo>
                    <a:pt x="6852" y="31271"/>
                    <a:pt x="6266" y="31834"/>
                    <a:pt x="5748" y="32465"/>
                  </a:cubicBezTo>
                  <a:cubicBezTo>
                    <a:pt x="5709" y="32543"/>
                    <a:pt x="5738" y="32604"/>
                    <a:pt x="5820" y="32604"/>
                  </a:cubicBezTo>
                  <a:cubicBezTo>
                    <a:pt x="5832" y="32604"/>
                    <a:pt x="5846" y="32603"/>
                    <a:pt x="5861" y="32600"/>
                  </a:cubicBezTo>
                  <a:cubicBezTo>
                    <a:pt x="7279" y="32217"/>
                    <a:pt x="8563" y="31474"/>
                    <a:pt x="9756" y="30663"/>
                  </a:cubicBezTo>
                  <a:cubicBezTo>
                    <a:pt x="10927" y="29898"/>
                    <a:pt x="12008" y="28997"/>
                    <a:pt x="13021" y="28006"/>
                  </a:cubicBezTo>
                  <a:cubicBezTo>
                    <a:pt x="13494" y="27556"/>
                    <a:pt x="13922" y="27061"/>
                    <a:pt x="14328" y="26543"/>
                  </a:cubicBezTo>
                  <a:lnTo>
                    <a:pt x="14328" y="26543"/>
                  </a:lnTo>
                  <a:cubicBezTo>
                    <a:pt x="14305" y="26633"/>
                    <a:pt x="14305" y="26723"/>
                    <a:pt x="14282" y="26813"/>
                  </a:cubicBezTo>
                  <a:cubicBezTo>
                    <a:pt x="14035" y="27488"/>
                    <a:pt x="13720" y="28074"/>
                    <a:pt x="13292" y="28659"/>
                  </a:cubicBezTo>
                  <a:cubicBezTo>
                    <a:pt x="12841" y="29335"/>
                    <a:pt x="12301" y="29965"/>
                    <a:pt x="11806" y="30573"/>
                  </a:cubicBezTo>
                  <a:cubicBezTo>
                    <a:pt x="10702" y="31924"/>
                    <a:pt x="9644" y="33343"/>
                    <a:pt x="8788" y="34874"/>
                  </a:cubicBezTo>
                  <a:cubicBezTo>
                    <a:pt x="8338" y="35707"/>
                    <a:pt x="8000" y="36608"/>
                    <a:pt x="7842" y="37509"/>
                  </a:cubicBezTo>
                  <a:cubicBezTo>
                    <a:pt x="7814" y="37580"/>
                    <a:pt x="7867" y="37624"/>
                    <a:pt x="7921" y="37624"/>
                  </a:cubicBezTo>
                  <a:cubicBezTo>
                    <a:pt x="7952" y="37624"/>
                    <a:pt x="7984" y="37609"/>
                    <a:pt x="8000" y="37576"/>
                  </a:cubicBezTo>
                  <a:cubicBezTo>
                    <a:pt x="10139" y="35640"/>
                    <a:pt x="12143" y="33365"/>
                    <a:pt x="13269" y="30686"/>
                  </a:cubicBezTo>
                  <a:cubicBezTo>
                    <a:pt x="13539" y="30078"/>
                    <a:pt x="13742" y="29425"/>
                    <a:pt x="13877" y="28749"/>
                  </a:cubicBezTo>
                  <a:cubicBezTo>
                    <a:pt x="14102" y="28006"/>
                    <a:pt x="14305" y="27286"/>
                    <a:pt x="14508" y="26520"/>
                  </a:cubicBezTo>
                  <a:lnTo>
                    <a:pt x="14508" y="26520"/>
                  </a:lnTo>
                  <a:cubicBezTo>
                    <a:pt x="14485" y="29065"/>
                    <a:pt x="15116" y="31564"/>
                    <a:pt x="15836" y="33951"/>
                  </a:cubicBezTo>
                  <a:cubicBezTo>
                    <a:pt x="16061" y="34717"/>
                    <a:pt x="16309" y="35437"/>
                    <a:pt x="16534" y="36203"/>
                  </a:cubicBezTo>
                  <a:cubicBezTo>
                    <a:pt x="16546" y="36248"/>
                    <a:pt x="16579" y="36270"/>
                    <a:pt x="16613" y="36270"/>
                  </a:cubicBezTo>
                  <a:cubicBezTo>
                    <a:pt x="16647" y="36270"/>
                    <a:pt x="16681" y="36248"/>
                    <a:pt x="16692" y="36203"/>
                  </a:cubicBezTo>
                  <a:cubicBezTo>
                    <a:pt x="16985" y="34829"/>
                    <a:pt x="16985" y="33365"/>
                    <a:pt x="16782" y="31947"/>
                  </a:cubicBezTo>
                  <a:cubicBezTo>
                    <a:pt x="16579" y="30596"/>
                    <a:pt x="16129" y="29335"/>
                    <a:pt x="15634" y="28074"/>
                  </a:cubicBezTo>
                  <a:cubicBezTo>
                    <a:pt x="15341" y="27376"/>
                    <a:pt x="15003" y="26700"/>
                    <a:pt x="14710" y="25980"/>
                  </a:cubicBezTo>
                  <a:lnTo>
                    <a:pt x="14710" y="25935"/>
                  </a:lnTo>
                  <a:cubicBezTo>
                    <a:pt x="14710" y="25867"/>
                    <a:pt x="14665" y="25845"/>
                    <a:pt x="14643" y="25845"/>
                  </a:cubicBezTo>
                  <a:cubicBezTo>
                    <a:pt x="14778" y="25237"/>
                    <a:pt x="14890" y="24629"/>
                    <a:pt x="14981" y="24021"/>
                  </a:cubicBezTo>
                  <a:cubicBezTo>
                    <a:pt x="15071" y="23480"/>
                    <a:pt x="15116" y="22985"/>
                    <a:pt x="15183" y="22444"/>
                  </a:cubicBezTo>
                  <a:cubicBezTo>
                    <a:pt x="15472" y="22964"/>
                    <a:pt x="15665" y="23524"/>
                    <a:pt x="15822" y="24099"/>
                  </a:cubicBezTo>
                  <a:lnTo>
                    <a:pt x="15822" y="24099"/>
                  </a:lnTo>
                  <a:cubicBezTo>
                    <a:pt x="15687" y="23556"/>
                    <a:pt x="15490" y="23036"/>
                    <a:pt x="15251" y="22557"/>
                  </a:cubicBezTo>
                  <a:lnTo>
                    <a:pt x="15251" y="22557"/>
                  </a:lnTo>
                  <a:cubicBezTo>
                    <a:pt x="16940" y="24471"/>
                    <a:pt x="17998" y="26903"/>
                    <a:pt x="18201" y="29470"/>
                  </a:cubicBezTo>
                  <a:cubicBezTo>
                    <a:pt x="18243" y="30070"/>
                    <a:pt x="18225" y="30649"/>
                    <a:pt x="18204" y="31247"/>
                  </a:cubicBezTo>
                  <a:lnTo>
                    <a:pt x="18204" y="31247"/>
                  </a:lnTo>
                  <a:cubicBezTo>
                    <a:pt x="18242" y="31367"/>
                    <a:pt x="18279" y="31488"/>
                    <a:pt x="18313" y="31609"/>
                  </a:cubicBezTo>
                  <a:cubicBezTo>
                    <a:pt x="18324" y="31651"/>
                    <a:pt x="18354" y="31669"/>
                    <a:pt x="18383" y="31669"/>
                  </a:cubicBezTo>
                  <a:cubicBezTo>
                    <a:pt x="18416" y="31669"/>
                    <a:pt x="18448" y="31645"/>
                    <a:pt x="18448" y="31609"/>
                  </a:cubicBezTo>
                  <a:cubicBezTo>
                    <a:pt x="18651" y="30326"/>
                    <a:pt x="18493" y="28907"/>
                    <a:pt x="18223" y="27623"/>
                  </a:cubicBezTo>
                  <a:cubicBezTo>
                    <a:pt x="17908" y="26295"/>
                    <a:pt x="17367" y="25034"/>
                    <a:pt x="16647" y="23886"/>
                  </a:cubicBezTo>
                  <a:cubicBezTo>
                    <a:pt x="16242" y="23233"/>
                    <a:pt x="15746" y="22647"/>
                    <a:pt x="15228" y="22107"/>
                  </a:cubicBezTo>
                  <a:cubicBezTo>
                    <a:pt x="15341" y="20846"/>
                    <a:pt x="15386" y="19540"/>
                    <a:pt x="15318" y="18279"/>
                  </a:cubicBezTo>
                  <a:lnTo>
                    <a:pt x="15318" y="18279"/>
                  </a:lnTo>
                  <a:cubicBezTo>
                    <a:pt x="15521" y="18842"/>
                    <a:pt x="15746" y="19382"/>
                    <a:pt x="15971" y="19900"/>
                  </a:cubicBezTo>
                  <a:cubicBezTo>
                    <a:pt x="16287" y="20620"/>
                    <a:pt x="16647" y="21319"/>
                    <a:pt x="17007" y="21994"/>
                  </a:cubicBezTo>
                  <a:cubicBezTo>
                    <a:pt x="17367" y="22670"/>
                    <a:pt x="17795" y="23345"/>
                    <a:pt x="18223" y="23998"/>
                  </a:cubicBezTo>
                  <a:cubicBezTo>
                    <a:pt x="18616" y="24587"/>
                    <a:pt x="19026" y="25142"/>
                    <a:pt x="19423" y="25708"/>
                  </a:cubicBezTo>
                  <a:lnTo>
                    <a:pt x="19423" y="25708"/>
                  </a:lnTo>
                  <a:cubicBezTo>
                    <a:pt x="19097" y="25236"/>
                    <a:pt x="18755" y="24775"/>
                    <a:pt x="18448" y="24291"/>
                  </a:cubicBezTo>
                  <a:cubicBezTo>
                    <a:pt x="17570" y="22985"/>
                    <a:pt x="16827" y="21589"/>
                    <a:pt x="16174" y="20193"/>
                  </a:cubicBezTo>
                  <a:cubicBezTo>
                    <a:pt x="15836" y="19427"/>
                    <a:pt x="15476" y="18639"/>
                    <a:pt x="15183" y="17851"/>
                  </a:cubicBezTo>
                  <a:lnTo>
                    <a:pt x="15183" y="17851"/>
                  </a:lnTo>
                  <a:cubicBezTo>
                    <a:pt x="16377" y="18706"/>
                    <a:pt x="17210" y="19967"/>
                    <a:pt x="17975" y="21206"/>
                  </a:cubicBezTo>
                  <a:cubicBezTo>
                    <a:pt x="18876" y="22602"/>
                    <a:pt x="19777" y="24043"/>
                    <a:pt x="20317" y="25642"/>
                  </a:cubicBezTo>
                  <a:cubicBezTo>
                    <a:pt x="20565" y="26430"/>
                    <a:pt x="20723" y="27218"/>
                    <a:pt x="20790" y="28051"/>
                  </a:cubicBezTo>
                  <a:cubicBezTo>
                    <a:pt x="20611" y="27707"/>
                    <a:pt x="20433" y="27362"/>
                    <a:pt x="20246" y="27026"/>
                  </a:cubicBezTo>
                  <a:lnTo>
                    <a:pt x="20246" y="27026"/>
                  </a:lnTo>
                  <a:cubicBezTo>
                    <a:pt x="20486" y="27476"/>
                    <a:pt x="20702" y="27940"/>
                    <a:pt x="20925" y="28412"/>
                  </a:cubicBezTo>
                  <a:cubicBezTo>
                    <a:pt x="20940" y="28442"/>
                    <a:pt x="20963" y="28454"/>
                    <a:pt x="20986" y="28454"/>
                  </a:cubicBezTo>
                  <a:cubicBezTo>
                    <a:pt x="21033" y="28454"/>
                    <a:pt x="21083" y="28404"/>
                    <a:pt x="21083" y="28344"/>
                  </a:cubicBezTo>
                  <a:cubicBezTo>
                    <a:pt x="21083" y="26655"/>
                    <a:pt x="20475" y="25034"/>
                    <a:pt x="19709" y="23548"/>
                  </a:cubicBezTo>
                  <a:cubicBezTo>
                    <a:pt x="19326" y="22760"/>
                    <a:pt x="18831" y="22017"/>
                    <a:pt x="18381" y="21296"/>
                  </a:cubicBezTo>
                  <a:cubicBezTo>
                    <a:pt x="17975" y="20643"/>
                    <a:pt x="17570" y="19967"/>
                    <a:pt x="17097" y="19337"/>
                  </a:cubicBezTo>
                  <a:cubicBezTo>
                    <a:pt x="16579" y="18661"/>
                    <a:pt x="15994" y="18076"/>
                    <a:pt x="15296" y="17603"/>
                  </a:cubicBezTo>
                  <a:cubicBezTo>
                    <a:pt x="15228" y="16747"/>
                    <a:pt x="15161" y="15914"/>
                    <a:pt x="15048" y="15059"/>
                  </a:cubicBezTo>
                  <a:lnTo>
                    <a:pt x="15048" y="15059"/>
                  </a:lnTo>
                  <a:cubicBezTo>
                    <a:pt x="15949" y="16297"/>
                    <a:pt x="16849" y="17536"/>
                    <a:pt x="17908" y="18639"/>
                  </a:cubicBezTo>
                  <a:cubicBezTo>
                    <a:pt x="18471" y="19224"/>
                    <a:pt x="19101" y="19787"/>
                    <a:pt x="19732" y="20283"/>
                  </a:cubicBezTo>
                  <a:cubicBezTo>
                    <a:pt x="20009" y="20483"/>
                    <a:pt x="20302" y="20667"/>
                    <a:pt x="20601" y="20844"/>
                  </a:cubicBezTo>
                  <a:lnTo>
                    <a:pt x="20601" y="20844"/>
                  </a:lnTo>
                  <a:cubicBezTo>
                    <a:pt x="20405" y="20717"/>
                    <a:pt x="20212" y="20584"/>
                    <a:pt x="20024" y="20440"/>
                  </a:cubicBezTo>
                  <a:cubicBezTo>
                    <a:pt x="18673" y="19495"/>
                    <a:pt x="17570" y="18279"/>
                    <a:pt x="16557" y="16973"/>
                  </a:cubicBezTo>
                  <a:cubicBezTo>
                    <a:pt x="16061" y="16342"/>
                    <a:pt x="15543" y="15667"/>
                    <a:pt x="15071" y="14946"/>
                  </a:cubicBezTo>
                  <a:lnTo>
                    <a:pt x="15071" y="14946"/>
                  </a:lnTo>
                  <a:cubicBezTo>
                    <a:pt x="18110" y="16117"/>
                    <a:pt x="20813" y="18144"/>
                    <a:pt x="22682" y="20778"/>
                  </a:cubicBezTo>
                  <a:cubicBezTo>
                    <a:pt x="23137" y="21450"/>
                    <a:pt x="23508" y="22163"/>
                    <a:pt x="23897" y="22859"/>
                  </a:cubicBezTo>
                  <a:lnTo>
                    <a:pt x="23897" y="22859"/>
                  </a:lnTo>
                  <a:cubicBezTo>
                    <a:pt x="24005" y="22949"/>
                    <a:pt x="24111" y="23044"/>
                    <a:pt x="24213" y="23142"/>
                  </a:cubicBezTo>
                  <a:cubicBezTo>
                    <a:pt x="24233" y="23163"/>
                    <a:pt x="24254" y="23171"/>
                    <a:pt x="24272" y="23171"/>
                  </a:cubicBezTo>
                  <a:cubicBezTo>
                    <a:pt x="24313" y="23171"/>
                    <a:pt x="24341" y="23129"/>
                    <a:pt x="24325" y="23097"/>
                  </a:cubicBezTo>
                  <a:cubicBezTo>
                    <a:pt x="24010" y="22309"/>
                    <a:pt x="23605" y="21566"/>
                    <a:pt x="23109" y="20868"/>
                  </a:cubicBezTo>
                  <a:cubicBezTo>
                    <a:pt x="22637" y="20170"/>
                    <a:pt x="22141" y="19517"/>
                    <a:pt x="21533" y="18887"/>
                  </a:cubicBezTo>
                  <a:cubicBezTo>
                    <a:pt x="20385" y="17648"/>
                    <a:pt x="19034" y="16567"/>
                    <a:pt x="17525" y="15734"/>
                  </a:cubicBezTo>
                  <a:cubicBezTo>
                    <a:pt x="16737" y="15329"/>
                    <a:pt x="15881" y="14991"/>
                    <a:pt x="15048" y="14698"/>
                  </a:cubicBezTo>
                  <a:cubicBezTo>
                    <a:pt x="15048" y="14698"/>
                    <a:pt x="15048" y="14676"/>
                    <a:pt x="15003" y="14676"/>
                  </a:cubicBezTo>
                  <a:cubicBezTo>
                    <a:pt x="14981" y="14653"/>
                    <a:pt x="14981" y="14653"/>
                    <a:pt x="14958" y="14653"/>
                  </a:cubicBezTo>
                  <a:cubicBezTo>
                    <a:pt x="14733" y="13100"/>
                    <a:pt x="14373" y="11546"/>
                    <a:pt x="13922" y="10037"/>
                  </a:cubicBezTo>
                  <a:lnTo>
                    <a:pt x="13922" y="10037"/>
                  </a:lnTo>
                  <a:cubicBezTo>
                    <a:pt x="13982" y="10122"/>
                    <a:pt x="14042" y="10206"/>
                    <a:pt x="14104" y="10290"/>
                  </a:cubicBezTo>
                  <a:lnTo>
                    <a:pt x="14104" y="10290"/>
                  </a:lnTo>
                  <a:cubicBezTo>
                    <a:pt x="13981" y="10120"/>
                    <a:pt x="13861" y="9945"/>
                    <a:pt x="13742" y="9767"/>
                  </a:cubicBezTo>
                  <a:lnTo>
                    <a:pt x="13742" y="9767"/>
                  </a:lnTo>
                  <a:cubicBezTo>
                    <a:pt x="15048" y="10713"/>
                    <a:pt x="16669" y="11073"/>
                    <a:pt x="18065" y="11794"/>
                  </a:cubicBezTo>
                  <a:cubicBezTo>
                    <a:pt x="19574" y="12582"/>
                    <a:pt x="20948" y="13595"/>
                    <a:pt x="22164" y="14811"/>
                  </a:cubicBezTo>
                  <a:cubicBezTo>
                    <a:pt x="22674" y="15300"/>
                    <a:pt x="23110" y="15845"/>
                    <a:pt x="23522" y="16379"/>
                  </a:cubicBezTo>
                  <a:lnTo>
                    <a:pt x="23522" y="16379"/>
                  </a:lnTo>
                  <a:cubicBezTo>
                    <a:pt x="23757" y="16558"/>
                    <a:pt x="23976" y="16754"/>
                    <a:pt x="24168" y="16973"/>
                  </a:cubicBezTo>
                  <a:cubicBezTo>
                    <a:pt x="24181" y="17000"/>
                    <a:pt x="24203" y="17010"/>
                    <a:pt x="24226" y="17010"/>
                  </a:cubicBezTo>
                  <a:cubicBezTo>
                    <a:pt x="24278" y="17010"/>
                    <a:pt x="24334" y="16952"/>
                    <a:pt x="24303" y="16905"/>
                  </a:cubicBezTo>
                  <a:cubicBezTo>
                    <a:pt x="23875" y="16162"/>
                    <a:pt x="23312" y="15486"/>
                    <a:pt x="22749" y="14878"/>
                  </a:cubicBezTo>
                  <a:cubicBezTo>
                    <a:pt x="22164" y="14225"/>
                    <a:pt x="21511" y="13662"/>
                    <a:pt x="20835" y="13122"/>
                  </a:cubicBezTo>
                  <a:cubicBezTo>
                    <a:pt x="20182" y="12627"/>
                    <a:pt x="19484" y="12176"/>
                    <a:pt x="18763" y="11771"/>
                  </a:cubicBezTo>
                  <a:cubicBezTo>
                    <a:pt x="17998" y="11343"/>
                    <a:pt x="17187" y="11050"/>
                    <a:pt x="16332" y="10735"/>
                  </a:cubicBezTo>
                  <a:cubicBezTo>
                    <a:pt x="15431" y="10397"/>
                    <a:pt x="14530" y="10060"/>
                    <a:pt x="13765" y="9497"/>
                  </a:cubicBezTo>
                  <a:cubicBezTo>
                    <a:pt x="13742" y="9474"/>
                    <a:pt x="13742" y="9429"/>
                    <a:pt x="13720" y="9407"/>
                  </a:cubicBezTo>
                  <a:cubicBezTo>
                    <a:pt x="13314" y="8168"/>
                    <a:pt x="12819" y="6952"/>
                    <a:pt x="12278" y="5781"/>
                  </a:cubicBezTo>
                  <a:cubicBezTo>
                    <a:pt x="12166" y="5556"/>
                    <a:pt x="12076" y="5353"/>
                    <a:pt x="11963" y="5128"/>
                  </a:cubicBezTo>
                  <a:lnTo>
                    <a:pt x="11963" y="5128"/>
                  </a:lnTo>
                  <a:cubicBezTo>
                    <a:pt x="14418" y="7740"/>
                    <a:pt x="17638" y="9992"/>
                    <a:pt x="21285" y="10420"/>
                  </a:cubicBezTo>
                  <a:cubicBezTo>
                    <a:pt x="21802" y="10482"/>
                    <a:pt x="22332" y="10511"/>
                    <a:pt x="22866" y="10511"/>
                  </a:cubicBezTo>
                  <a:cubicBezTo>
                    <a:pt x="23488" y="10511"/>
                    <a:pt x="24113" y="10472"/>
                    <a:pt x="24726" y="10401"/>
                  </a:cubicBezTo>
                  <a:lnTo>
                    <a:pt x="24726" y="10401"/>
                  </a:lnTo>
                  <a:cubicBezTo>
                    <a:pt x="24721" y="10367"/>
                    <a:pt x="24712" y="10309"/>
                    <a:pt x="24663" y="10285"/>
                  </a:cubicBezTo>
                  <a:cubicBezTo>
                    <a:pt x="23199" y="9181"/>
                    <a:pt x="21668" y="8191"/>
                    <a:pt x="19934" y="7515"/>
                  </a:cubicBezTo>
                  <a:cubicBezTo>
                    <a:pt x="19101" y="7177"/>
                    <a:pt x="18201" y="6930"/>
                    <a:pt x="17300" y="6727"/>
                  </a:cubicBezTo>
                  <a:cubicBezTo>
                    <a:pt x="16287" y="6547"/>
                    <a:pt x="15251" y="6434"/>
                    <a:pt x="14260" y="6142"/>
                  </a:cubicBezTo>
                  <a:cubicBezTo>
                    <a:pt x="13787" y="6006"/>
                    <a:pt x="13337" y="5804"/>
                    <a:pt x="12886" y="5556"/>
                  </a:cubicBezTo>
                  <a:cubicBezTo>
                    <a:pt x="12616" y="5421"/>
                    <a:pt x="12368" y="5218"/>
                    <a:pt x="12143" y="5016"/>
                  </a:cubicBezTo>
                  <a:cubicBezTo>
                    <a:pt x="11918" y="4813"/>
                    <a:pt x="11670" y="4655"/>
                    <a:pt x="11468" y="4408"/>
                  </a:cubicBezTo>
                  <a:cubicBezTo>
                    <a:pt x="11310" y="4183"/>
                    <a:pt x="11198" y="3890"/>
                    <a:pt x="11040" y="3642"/>
                  </a:cubicBezTo>
                  <a:cubicBezTo>
                    <a:pt x="10905" y="3349"/>
                    <a:pt x="10702" y="3102"/>
                    <a:pt x="10567" y="2831"/>
                  </a:cubicBezTo>
                  <a:cubicBezTo>
                    <a:pt x="10567" y="2786"/>
                    <a:pt x="10545" y="2786"/>
                    <a:pt x="10545" y="2764"/>
                  </a:cubicBezTo>
                  <a:lnTo>
                    <a:pt x="10545" y="2764"/>
                  </a:lnTo>
                  <a:cubicBezTo>
                    <a:pt x="11355" y="2876"/>
                    <a:pt x="12053" y="3304"/>
                    <a:pt x="12796" y="3665"/>
                  </a:cubicBezTo>
                  <a:cubicBezTo>
                    <a:pt x="13517" y="4070"/>
                    <a:pt x="14282" y="4363"/>
                    <a:pt x="15093" y="4633"/>
                  </a:cubicBezTo>
                  <a:cubicBezTo>
                    <a:pt x="16714" y="5128"/>
                    <a:pt x="18426" y="5376"/>
                    <a:pt x="20092" y="5534"/>
                  </a:cubicBezTo>
                  <a:cubicBezTo>
                    <a:pt x="21038" y="5601"/>
                    <a:pt x="22006" y="5669"/>
                    <a:pt x="22952" y="5759"/>
                  </a:cubicBezTo>
                  <a:cubicBezTo>
                    <a:pt x="23064" y="5759"/>
                    <a:pt x="23132" y="5646"/>
                    <a:pt x="23019" y="5556"/>
                  </a:cubicBezTo>
                  <a:cubicBezTo>
                    <a:pt x="21488" y="4633"/>
                    <a:pt x="19889" y="3845"/>
                    <a:pt x="18223" y="3214"/>
                  </a:cubicBezTo>
                  <a:cubicBezTo>
                    <a:pt x="16624" y="2606"/>
                    <a:pt x="14935" y="2178"/>
                    <a:pt x="13202" y="2088"/>
                  </a:cubicBezTo>
                  <a:cubicBezTo>
                    <a:pt x="12965" y="2077"/>
                    <a:pt x="12725" y="2069"/>
                    <a:pt x="12482" y="2069"/>
                  </a:cubicBezTo>
                  <a:cubicBezTo>
                    <a:pt x="11756" y="2069"/>
                    <a:pt x="11017" y="2145"/>
                    <a:pt x="10342" y="2449"/>
                  </a:cubicBezTo>
                  <a:cubicBezTo>
                    <a:pt x="10117" y="2088"/>
                    <a:pt x="9892" y="1751"/>
                    <a:pt x="9666" y="1390"/>
                  </a:cubicBezTo>
                  <a:cubicBezTo>
                    <a:pt x="9351" y="917"/>
                    <a:pt x="9013" y="467"/>
                    <a:pt x="8631" y="39"/>
                  </a:cubicBezTo>
                  <a:cubicBezTo>
                    <a:pt x="8603" y="12"/>
                    <a:pt x="8575" y="1"/>
                    <a:pt x="854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9"/>
            <p:cNvSpPr/>
            <p:nvPr/>
          </p:nvSpPr>
          <p:spPr>
            <a:xfrm flipH="1">
              <a:off x="241056" y="219272"/>
              <a:ext cx="1352145" cy="403479"/>
            </a:xfrm>
            <a:custGeom>
              <a:avLst/>
              <a:gdLst/>
              <a:ahLst/>
              <a:cxnLst/>
              <a:rect l="l" t="t" r="r" b="b"/>
              <a:pathLst>
                <a:path w="56783" h="16944" extrusionOk="0">
                  <a:moveTo>
                    <a:pt x="46" y="1"/>
                  </a:moveTo>
                  <a:cubicBezTo>
                    <a:pt x="23" y="1"/>
                    <a:pt x="1" y="18"/>
                    <a:pt x="1" y="51"/>
                  </a:cubicBezTo>
                  <a:cubicBezTo>
                    <a:pt x="91" y="1898"/>
                    <a:pt x="901" y="3699"/>
                    <a:pt x="2343" y="4915"/>
                  </a:cubicBezTo>
                  <a:cubicBezTo>
                    <a:pt x="3831" y="6194"/>
                    <a:pt x="5769" y="6634"/>
                    <a:pt x="7682" y="6634"/>
                  </a:cubicBezTo>
                  <a:cubicBezTo>
                    <a:pt x="7824" y="6634"/>
                    <a:pt x="7966" y="6631"/>
                    <a:pt x="8107" y="6627"/>
                  </a:cubicBezTo>
                  <a:cubicBezTo>
                    <a:pt x="10291" y="6582"/>
                    <a:pt x="12430" y="6041"/>
                    <a:pt x="14592" y="5884"/>
                  </a:cubicBezTo>
                  <a:cubicBezTo>
                    <a:pt x="15045" y="5843"/>
                    <a:pt x="15508" y="5819"/>
                    <a:pt x="15972" y="5819"/>
                  </a:cubicBezTo>
                  <a:cubicBezTo>
                    <a:pt x="17589" y="5819"/>
                    <a:pt x="19230" y="6115"/>
                    <a:pt x="20559" y="7077"/>
                  </a:cubicBezTo>
                  <a:cubicBezTo>
                    <a:pt x="22226" y="8270"/>
                    <a:pt x="23081" y="10184"/>
                    <a:pt x="24590" y="11513"/>
                  </a:cubicBezTo>
                  <a:cubicBezTo>
                    <a:pt x="26007" y="12758"/>
                    <a:pt x="27894" y="13205"/>
                    <a:pt x="29745" y="13205"/>
                  </a:cubicBezTo>
                  <a:cubicBezTo>
                    <a:pt x="29836" y="13205"/>
                    <a:pt x="29926" y="13204"/>
                    <a:pt x="30017" y="13202"/>
                  </a:cubicBezTo>
                  <a:cubicBezTo>
                    <a:pt x="31008" y="13157"/>
                    <a:pt x="32021" y="12999"/>
                    <a:pt x="32967" y="12751"/>
                  </a:cubicBezTo>
                  <a:cubicBezTo>
                    <a:pt x="34092" y="12459"/>
                    <a:pt x="35218" y="12098"/>
                    <a:pt x="36344" y="11851"/>
                  </a:cubicBezTo>
                  <a:cubicBezTo>
                    <a:pt x="36921" y="11742"/>
                    <a:pt x="37513" y="11665"/>
                    <a:pt x="38099" y="11665"/>
                  </a:cubicBezTo>
                  <a:cubicBezTo>
                    <a:pt x="38725" y="11665"/>
                    <a:pt x="39343" y="11753"/>
                    <a:pt x="39925" y="11986"/>
                  </a:cubicBezTo>
                  <a:cubicBezTo>
                    <a:pt x="40870" y="12346"/>
                    <a:pt x="41658" y="13022"/>
                    <a:pt x="42402" y="13675"/>
                  </a:cubicBezTo>
                  <a:cubicBezTo>
                    <a:pt x="43167" y="14350"/>
                    <a:pt x="43910" y="15048"/>
                    <a:pt x="44811" y="15566"/>
                  </a:cubicBezTo>
                  <a:cubicBezTo>
                    <a:pt x="45757" y="16084"/>
                    <a:pt x="46770" y="16422"/>
                    <a:pt x="47783" y="16647"/>
                  </a:cubicBezTo>
                  <a:cubicBezTo>
                    <a:pt x="48769" y="16860"/>
                    <a:pt x="49771" y="16944"/>
                    <a:pt x="50777" y="16944"/>
                  </a:cubicBezTo>
                  <a:cubicBezTo>
                    <a:pt x="52116" y="16944"/>
                    <a:pt x="53462" y="16795"/>
                    <a:pt x="54786" y="16602"/>
                  </a:cubicBezTo>
                  <a:cubicBezTo>
                    <a:pt x="55372" y="16512"/>
                    <a:pt x="55957" y="16399"/>
                    <a:pt x="56565" y="16287"/>
                  </a:cubicBezTo>
                  <a:cubicBezTo>
                    <a:pt x="56782" y="16243"/>
                    <a:pt x="56727" y="15970"/>
                    <a:pt x="56582" y="15970"/>
                  </a:cubicBezTo>
                  <a:cubicBezTo>
                    <a:pt x="56577" y="15970"/>
                    <a:pt x="56571" y="15971"/>
                    <a:pt x="56565" y="15971"/>
                  </a:cubicBezTo>
                  <a:cubicBezTo>
                    <a:pt x="54584" y="16286"/>
                    <a:pt x="52602" y="16632"/>
                    <a:pt x="50596" y="16632"/>
                  </a:cubicBezTo>
                  <a:cubicBezTo>
                    <a:pt x="50162" y="16632"/>
                    <a:pt x="49728" y="16615"/>
                    <a:pt x="49292" y="16579"/>
                  </a:cubicBezTo>
                  <a:cubicBezTo>
                    <a:pt x="47130" y="16377"/>
                    <a:pt x="45126" y="15634"/>
                    <a:pt x="43437" y="14215"/>
                  </a:cubicBezTo>
                  <a:cubicBezTo>
                    <a:pt x="42672" y="13562"/>
                    <a:pt x="41996" y="12864"/>
                    <a:pt x="41186" y="12301"/>
                  </a:cubicBezTo>
                  <a:cubicBezTo>
                    <a:pt x="40352" y="11738"/>
                    <a:pt x="39407" y="11400"/>
                    <a:pt x="38393" y="11333"/>
                  </a:cubicBezTo>
                  <a:cubicBezTo>
                    <a:pt x="38278" y="11327"/>
                    <a:pt x="38164" y="11324"/>
                    <a:pt x="38049" y="11324"/>
                  </a:cubicBezTo>
                  <a:cubicBezTo>
                    <a:pt x="35966" y="11324"/>
                    <a:pt x="33959" y="12256"/>
                    <a:pt x="31931" y="12661"/>
                  </a:cubicBezTo>
                  <a:cubicBezTo>
                    <a:pt x="31125" y="12817"/>
                    <a:pt x="30289" y="12917"/>
                    <a:pt x="29460" y="12917"/>
                  </a:cubicBezTo>
                  <a:cubicBezTo>
                    <a:pt x="28250" y="12917"/>
                    <a:pt x="27055" y="12705"/>
                    <a:pt x="25986" y="12143"/>
                  </a:cubicBezTo>
                  <a:cubicBezTo>
                    <a:pt x="24162" y="11220"/>
                    <a:pt x="23194" y="9396"/>
                    <a:pt x="21888" y="7933"/>
                  </a:cubicBezTo>
                  <a:cubicBezTo>
                    <a:pt x="21235" y="7190"/>
                    <a:pt x="20447" y="6604"/>
                    <a:pt x="19546" y="6221"/>
                  </a:cubicBezTo>
                  <a:cubicBezTo>
                    <a:pt x="18668" y="5838"/>
                    <a:pt x="17722" y="5658"/>
                    <a:pt x="16776" y="5591"/>
                  </a:cubicBezTo>
                  <a:cubicBezTo>
                    <a:pt x="16483" y="5572"/>
                    <a:pt x="16190" y="5563"/>
                    <a:pt x="15898" y="5563"/>
                  </a:cubicBezTo>
                  <a:cubicBezTo>
                    <a:pt x="14130" y="5563"/>
                    <a:pt x="12391" y="5883"/>
                    <a:pt x="10652" y="6154"/>
                  </a:cubicBezTo>
                  <a:cubicBezTo>
                    <a:pt x="9653" y="6299"/>
                    <a:pt x="8617" y="6421"/>
                    <a:pt x="7584" y="6421"/>
                  </a:cubicBezTo>
                  <a:cubicBezTo>
                    <a:pt x="6380" y="6421"/>
                    <a:pt x="5181" y="6256"/>
                    <a:pt x="4054" y="5771"/>
                  </a:cubicBezTo>
                  <a:cubicBezTo>
                    <a:pt x="2297" y="4983"/>
                    <a:pt x="901" y="3339"/>
                    <a:pt x="338" y="1493"/>
                  </a:cubicBezTo>
                  <a:cubicBezTo>
                    <a:pt x="203" y="997"/>
                    <a:pt x="113" y="547"/>
                    <a:pt x="91" y="51"/>
                  </a:cubicBezTo>
                  <a:cubicBezTo>
                    <a:pt x="91" y="18"/>
                    <a:pt x="68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9"/>
            <p:cNvSpPr/>
            <p:nvPr/>
          </p:nvSpPr>
          <p:spPr>
            <a:xfrm rot="-2700000" flipH="1">
              <a:off x="7690877" y="4354432"/>
              <a:ext cx="1259046" cy="444052"/>
            </a:xfrm>
            <a:custGeom>
              <a:avLst/>
              <a:gdLst/>
              <a:ahLst/>
              <a:cxnLst/>
              <a:rect l="l" t="t" r="r" b="b"/>
              <a:pathLst>
                <a:path w="77652" h="27387" extrusionOk="0">
                  <a:moveTo>
                    <a:pt x="42758" y="221"/>
                  </a:moveTo>
                  <a:cubicBezTo>
                    <a:pt x="42867" y="221"/>
                    <a:pt x="42977" y="233"/>
                    <a:pt x="43087" y="260"/>
                  </a:cubicBezTo>
                  <a:cubicBezTo>
                    <a:pt x="43785" y="418"/>
                    <a:pt x="44213" y="1116"/>
                    <a:pt x="44303" y="1836"/>
                  </a:cubicBezTo>
                  <a:cubicBezTo>
                    <a:pt x="44506" y="3300"/>
                    <a:pt x="43290" y="4313"/>
                    <a:pt x="42119" y="5011"/>
                  </a:cubicBezTo>
                  <a:cubicBezTo>
                    <a:pt x="41263" y="3998"/>
                    <a:pt x="40610" y="2669"/>
                    <a:pt x="41128" y="1431"/>
                  </a:cubicBezTo>
                  <a:cubicBezTo>
                    <a:pt x="41382" y="766"/>
                    <a:pt x="42043" y="221"/>
                    <a:pt x="42758" y="221"/>
                  </a:cubicBezTo>
                  <a:close/>
                  <a:moveTo>
                    <a:pt x="42786" y="0"/>
                  </a:moveTo>
                  <a:cubicBezTo>
                    <a:pt x="42623" y="0"/>
                    <a:pt x="42453" y="25"/>
                    <a:pt x="42276" y="80"/>
                  </a:cubicBezTo>
                  <a:cubicBezTo>
                    <a:pt x="40745" y="598"/>
                    <a:pt x="40520" y="2354"/>
                    <a:pt x="41038" y="3660"/>
                  </a:cubicBezTo>
                  <a:cubicBezTo>
                    <a:pt x="41263" y="4201"/>
                    <a:pt x="41533" y="4674"/>
                    <a:pt x="41894" y="5124"/>
                  </a:cubicBezTo>
                  <a:cubicBezTo>
                    <a:pt x="41826" y="5169"/>
                    <a:pt x="41736" y="5214"/>
                    <a:pt x="41646" y="5259"/>
                  </a:cubicBezTo>
                  <a:cubicBezTo>
                    <a:pt x="38674" y="6835"/>
                    <a:pt x="35296" y="7376"/>
                    <a:pt x="31963" y="7736"/>
                  </a:cubicBezTo>
                  <a:cubicBezTo>
                    <a:pt x="28698" y="8096"/>
                    <a:pt x="25411" y="8299"/>
                    <a:pt x="22236" y="9110"/>
                  </a:cubicBezTo>
                  <a:cubicBezTo>
                    <a:pt x="19353" y="9853"/>
                    <a:pt x="16629" y="11091"/>
                    <a:pt x="14084" y="12667"/>
                  </a:cubicBezTo>
                  <a:cubicBezTo>
                    <a:pt x="8950" y="15865"/>
                    <a:pt x="4694" y="20413"/>
                    <a:pt x="1294" y="25367"/>
                  </a:cubicBezTo>
                  <a:cubicBezTo>
                    <a:pt x="866" y="25953"/>
                    <a:pt x="461" y="26561"/>
                    <a:pt x="78" y="27191"/>
                  </a:cubicBezTo>
                  <a:cubicBezTo>
                    <a:pt x="1" y="27300"/>
                    <a:pt x="104" y="27387"/>
                    <a:pt x="206" y="27387"/>
                  </a:cubicBezTo>
                  <a:cubicBezTo>
                    <a:pt x="252" y="27387"/>
                    <a:pt x="298" y="27369"/>
                    <a:pt x="326" y="27326"/>
                  </a:cubicBezTo>
                  <a:cubicBezTo>
                    <a:pt x="3771" y="21877"/>
                    <a:pt x="8095" y="16833"/>
                    <a:pt x="13499" y="13275"/>
                  </a:cubicBezTo>
                  <a:cubicBezTo>
                    <a:pt x="16178" y="11541"/>
                    <a:pt x="19083" y="10190"/>
                    <a:pt x="22168" y="9380"/>
                  </a:cubicBezTo>
                  <a:cubicBezTo>
                    <a:pt x="25568" y="8479"/>
                    <a:pt x="29149" y="8321"/>
                    <a:pt x="32639" y="7961"/>
                  </a:cubicBezTo>
                  <a:cubicBezTo>
                    <a:pt x="35881" y="7601"/>
                    <a:pt x="39237" y="7015"/>
                    <a:pt x="42074" y="5372"/>
                  </a:cubicBezTo>
                  <a:cubicBezTo>
                    <a:pt x="42682" y="6070"/>
                    <a:pt x="43447" y="6700"/>
                    <a:pt x="44235" y="7196"/>
                  </a:cubicBezTo>
                  <a:cubicBezTo>
                    <a:pt x="47185" y="9110"/>
                    <a:pt x="50743" y="10168"/>
                    <a:pt x="54233" y="10326"/>
                  </a:cubicBezTo>
                  <a:cubicBezTo>
                    <a:pt x="54523" y="10339"/>
                    <a:pt x="54812" y="10346"/>
                    <a:pt x="55099" y="10346"/>
                  </a:cubicBezTo>
                  <a:cubicBezTo>
                    <a:pt x="61997" y="10346"/>
                    <a:pt x="68161" y="6590"/>
                    <a:pt x="74927" y="5574"/>
                  </a:cubicBezTo>
                  <a:cubicBezTo>
                    <a:pt x="75783" y="5439"/>
                    <a:pt x="76661" y="5349"/>
                    <a:pt x="77562" y="5349"/>
                  </a:cubicBezTo>
                  <a:cubicBezTo>
                    <a:pt x="77652" y="5282"/>
                    <a:pt x="77629" y="5124"/>
                    <a:pt x="77539" y="5124"/>
                  </a:cubicBezTo>
                  <a:cubicBezTo>
                    <a:pt x="70694" y="5237"/>
                    <a:pt x="64614" y="8884"/>
                    <a:pt x="57926" y="9763"/>
                  </a:cubicBezTo>
                  <a:cubicBezTo>
                    <a:pt x="57028" y="9878"/>
                    <a:pt x="56124" y="9936"/>
                    <a:pt x="55222" y="9936"/>
                  </a:cubicBezTo>
                  <a:cubicBezTo>
                    <a:pt x="52615" y="9936"/>
                    <a:pt x="50016" y="9455"/>
                    <a:pt x="47591" y="8502"/>
                  </a:cubicBezTo>
                  <a:cubicBezTo>
                    <a:pt x="46037" y="7871"/>
                    <a:pt x="44461" y="7128"/>
                    <a:pt x="43177" y="6025"/>
                  </a:cubicBezTo>
                  <a:cubicBezTo>
                    <a:pt x="42884" y="5799"/>
                    <a:pt x="42614" y="5507"/>
                    <a:pt x="42321" y="5214"/>
                  </a:cubicBezTo>
                  <a:lnTo>
                    <a:pt x="42344" y="5214"/>
                  </a:lnTo>
                  <a:cubicBezTo>
                    <a:pt x="43515" y="4493"/>
                    <a:pt x="44708" y="3413"/>
                    <a:pt x="44573" y="1904"/>
                  </a:cubicBezTo>
                  <a:cubicBezTo>
                    <a:pt x="44477" y="919"/>
                    <a:pt x="43767" y="0"/>
                    <a:pt x="4278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0"/>
          <p:cNvSpPr txBox="1">
            <a:spLocks noGrp="1"/>
          </p:cNvSpPr>
          <p:nvPr>
            <p:ph type="subTitle" idx="1"/>
          </p:nvPr>
        </p:nvSpPr>
        <p:spPr>
          <a:xfrm>
            <a:off x="720168" y="1967876"/>
            <a:ext cx="2416500" cy="86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30"/>
          <p:cNvSpPr txBox="1">
            <a:spLocks noGrp="1"/>
          </p:cNvSpPr>
          <p:nvPr>
            <p:ph type="subTitle" idx="2"/>
          </p:nvPr>
        </p:nvSpPr>
        <p:spPr>
          <a:xfrm>
            <a:off x="3267531" y="1967876"/>
            <a:ext cx="2416500" cy="86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0"/>
          <p:cNvSpPr txBox="1">
            <a:spLocks noGrp="1"/>
          </p:cNvSpPr>
          <p:nvPr>
            <p:ph type="subTitle" idx="3"/>
          </p:nvPr>
        </p:nvSpPr>
        <p:spPr>
          <a:xfrm>
            <a:off x="5814894" y="1967876"/>
            <a:ext cx="2416500" cy="86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30"/>
          <p:cNvSpPr txBox="1">
            <a:spLocks noGrp="1"/>
          </p:cNvSpPr>
          <p:nvPr>
            <p:ph type="subTitle" idx="4"/>
          </p:nvPr>
        </p:nvSpPr>
        <p:spPr>
          <a:xfrm>
            <a:off x="720168" y="3470100"/>
            <a:ext cx="2416500" cy="86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0"/>
          <p:cNvSpPr txBox="1">
            <a:spLocks noGrp="1"/>
          </p:cNvSpPr>
          <p:nvPr>
            <p:ph type="subTitle" idx="5"/>
          </p:nvPr>
        </p:nvSpPr>
        <p:spPr>
          <a:xfrm>
            <a:off x="3267531" y="3470100"/>
            <a:ext cx="2416500" cy="86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0"/>
          <p:cNvSpPr txBox="1">
            <a:spLocks noGrp="1"/>
          </p:cNvSpPr>
          <p:nvPr>
            <p:ph type="subTitle" idx="6"/>
          </p:nvPr>
        </p:nvSpPr>
        <p:spPr>
          <a:xfrm>
            <a:off x="5814894" y="3470100"/>
            <a:ext cx="2416500" cy="86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0"/>
          <p:cNvSpPr txBox="1">
            <a:spLocks noGrp="1"/>
          </p:cNvSpPr>
          <p:nvPr>
            <p:ph type="subTitle" idx="7"/>
          </p:nvPr>
        </p:nvSpPr>
        <p:spPr>
          <a:xfrm>
            <a:off x="715100" y="1546275"/>
            <a:ext cx="2416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sp>
        <p:nvSpPr>
          <p:cNvPr id="255" name="Google Shape;255;p30"/>
          <p:cNvSpPr txBox="1">
            <a:spLocks noGrp="1"/>
          </p:cNvSpPr>
          <p:nvPr>
            <p:ph type="subTitle" idx="8"/>
          </p:nvPr>
        </p:nvSpPr>
        <p:spPr>
          <a:xfrm>
            <a:off x="3267531" y="1546275"/>
            <a:ext cx="2416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sp>
        <p:nvSpPr>
          <p:cNvPr id="256" name="Google Shape;256;p30"/>
          <p:cNvSpPr txBox="1">
            <a:spLocks noGrp="1"/>
          </p:cNvSpPr>
          <p:nvPr>
            <p:ph type="subTitle" idx="9"/>
          </p:nvPr>
        </p:nvSpPr>
        <p:spPr>
          <a:xfrm>
            <a:off x="5819962" y="1546275"/>
            <a:ext cx="2416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sp>
        <p:nvSpPr>
          <p:cNvPr id="257" name="Google Shape;257;p30"/>
          <p:cNvSpPr txBox="1">
            <a:spLocks noGrp="1"/>
          </p:cNvSpPr>
          <p:nvPr>
            <p:ph type="subTitle" idx="13"/>
          </p:nvPr>
        </p:nvSpPr>
        <p:spPr>
          <a:xfrm>
            <a:off x="715100" y="3043950"/>
            <a:ext cx="2416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sp>
        <p:nvSpPr>
          <p:cNvPr id="258" name="Google Shape;258;p30"/>
          <p:cNvSpPr txBox="1">
            <a:spLocks noGrp="1"/>
          </p:cNvSpPr>
          <p:nvPr>
            <p:ph type="subTitle" idx="14"/>
          </p:nvPr>
        </p:nvSpPr>
        <p:spPr>
          <a:xfrm>
            <a:off x="3267531" y="3043950"/>
            <a:ext cx="2416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sp>
        <p:nvSpPr>
          <p:cNvPr id="259" name="Google Shape;259;p30"/>
          <p:cNvSpPr txBox="1">
            <a:spLocks noGrp="1"/>
          </p:cNvSpPr>
          <p:nvPr>
            <p:ph type="subTitle" idx="15"/>
          </p:nvPr>
        </p:nvSpPr>
        <p:spPr>
          <a:xfrm>
            <a:off x="5819962" y="3043950"/>
            <a:ext cx="2416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>
            <a:endParaRPr/>
          </a:p>
        </p:txBody>
      </p:sp>
      <p:grpSp>
        <p:nvGrpSpPr>
          <p:cNvPr id="260" name="Google Shape;260;p30"/>
          <p:cNvGrpSpPr/>
          <p:nvPr/>
        </p:nvGrpSpPr>
        <p:grpSpPr>
          <a:xfrm rot="10800000" flipH="1">
            <a:off x="242053" y="205421"/>
            <a:ext cx="8779753" cy="4615855"/>
            <a:chOff x="242053" y="303638"/>
            <a:chExt cx="8779753" cy="4615855"/>
          </a:xfrm>
        </p:grpSpPr>
        <p:sp>
          <p:nvSpPr>
            <p:cNvPr id="261" name="Google Shape;261;p30"/>
            <p:cNvSpPr/>
            <p:nvPr/>
          </p:nvSpPr>
          <p:spPr>
            <a:xfrm rot="10800000" flipH="1">
              <a:off x="242053" y="4224372"/>
              <a:ext cx="1526026" cy="695121"/>
            </a:xfrm>
            <a:custGeom>
              <a:avLst/>
              <a:gdLst/>
              <a:ahLst/>
              <a:cxnLst/>
              <a:rect l="l" t="t" r="r" b="b"/>
              <a:pathLst>
                <a:path w="60003" h="27332" extrusionOk="0">
                  <a:moveTo>
                    <a:pt x="59807" y="1"/>
                  </a:moveTo>
                  <a:cubicBezTo>
                    <a:pt x="59772" y="1"/>
                    <a:pt x="59737" y="16"/>
                    <a:pt x="59712" y="53"/>
                  </a:cubicBezTo>
                  <a:cubicBezTo>
                    <a:pt x="57055" y="3498"/>
                    <a:pt x="53475" y="6043"/>
                    <a:pt x="49241" y="7169"/>
                  </a:cubicBezTo>
                  <a:cubicBezTo>
                    <a:pt x="48183" y="7461"/>
                    <a:pt x="47080" y="7641"/>
                    <a:pt x="45954" y="7731"/>
                  </a:cubicBezTo>
                  <a:cubicBezTo>
                    <a:pt x="44670" y="7844"/>
                    <a:pt x="43342" y="7844"/>
                    <a:pt x="42036" y="7979"/>
                  </a:cubicBezTo>
                  <a:cubicBezTo>
                    <a:pt x="39874" y="8204"/>
                    <a:pt x="37915" y="8925"/>
                    <a:pt x="36069" y="10096"/>
                  </a:cubicBezTo>
                  <a:cubicBezTo>
                    <a:pt x="32466" y="12438"/>
                    <a:pt x="29831" y="15950"/>
                    <a:pt x="26724" y="18878"/>
                  </a:cubicBezTo>
                  <a:cubicBezTo>
                    <a:pt x="23346" y="22030"/>
                    <a:pt x="19450" y="24755"/>
                    <a:pt x="14969" y="26173"/>
                  </a:cubicBezTo>
                  <a:cubicBezTo>
                    <a:pt x="12999" y="26792"/>
                    <a:pt x="10897" y="27128"/>
                    <a:pt x="8795" y="27128"/>
                  </a:cubicBezTo>
                  <a:cubicBezTo>
                    <a:pt x="6307" y="27128"/>
                    <a:pt x="3819" y="26658"/>
                    <a:pt x="1549" y="25633"/>
                  </a:cubicBezTo>
                  <a:cubicBezTo>
                    <a:pt x="1031" y="25408"/>
                    <a:pt x="536" y="25160"/>
                    <a:pt x="40" y="24890"/>
                  </a:cubicBezTo>
                  <a:cubicBezTo>
                    <a:pt x="35" y="24879"/>
                    <a:pt x="29" y="24875"/>
                    <a:pt x="25" y="24875"/>
                  </a:cubicBezTo>
                  <a:cubicBezTo>
                    <a:pt x="9" y="24875"/>
                    <a:pt x="1" y="24918"/>
                    <a:pt x="18" y="24935"/>
                  </a:cubicBezTo>
                  <a:cubicBezTo>
                    <a:pt x="2676" y="26595"/>
                    <a:pt x="5733" y="27331"/>
                    <a:pt x="8816" y="27331"/>
                  </a:cubicBezTo>
                  <a:cubicBezTo>
                    <a:pt x="10251" y="27331"/>
                    <a:pt x="11692" y="27172"/>
                    <a:pt x="13100" y="26872"/>
                  </a:cubicBezTo>
                  <a:cubicBezTo>
                    <a:pt x="17627" y="25926"/>
                    <a:pt x="21747" y="23494"/>
                    <a:pt x="25260" y="20522"/>
                  </a:cubicBezTo>
                  <a:cubicBezTo>
                    <a:pt x="26994" y="19058"/>
                    <a:pt x="28570" y="17414"/>
                    <a:pt x="30101" y="15793"/>
                  </a:cubicBezTo>
                  <a:cubicBezTo>
                    <a:pt x="31610" y="14217"/>
                    <a:pt x="33096" y="12640"/>
                    <a:pt x="34808" y="11289"/>
                  </a:cubicBezTo>
                  <a:cubicBezTo>
                    <a:pt x="36474" y="9961"/>
                    <a:pt x="38388" y="8880"/>
                    <a:pt x="40460" y="8429"/>
                  </a:cubicBezTo>
                  <a:cubicBezTo>
                    <a:pt x="42982" y="7912"/>
                    <a:pt x="45594" y="8204"/>
                    <a:pt x="48116" y="7731"/>
                  </a:cubicBezTo>
                  <a:cubicBezTo>
                    <a:pt x="52304" y="6966"/>
                    <a:pt x="56312" y="4692"/>
                    <a:pt x="59037" y="1426"/>
                  </a:cubicBezTo>
                  <a:cubicBezTo>
                    <a:pt x="59374" y="1044"/>
                    <a:pt x="59667" y="616"/>
                    <a:pt x="59937" y="188"/>
                  </a:cubicBezTo>
                  <a:cubicBezTo>
                    <a:pt x="60003" y="106"/>
                    <a:pt x="59902" y="1"/>
                    <a:pt x="5980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0"/>
            <p:cNvSpPr/>
            <p:nvPr/>
          </p:nvSpPr>
          <p:spPr>
            <a:xfrm rot="916739">
              <a:off x="8278138" y="379912"/>
              <a:ext cx="667967" cy="664135"/>
            </a:xfrm>
            <a:custGeom>
              <a:avLst/>
              <a:gdLst/>
              <a:ahLst/>
              <a:cxnLst/>
              <a:rect l="l" t="t" r="r" b="b"/>
              <a:pathLst>
                <a:path w="31730" h="31548" extrusionOk="0">
                  <a:moveTo>
                    <a:pt x="10563" y="193"/>
                  </a:moveTo>
                  <a:lnTo>
                    <a:pt x="11396" y="1882"/>
                  </a:lnTo>
                  <a:cubicBezTo>
                    <a:pt x="11644" y="2422"/>
                    <a:pt x="11914" y="2985"/>
                    <a:pt x="12207" y="3525"/>
                  </a:cubicBezTo>
                  <a:cubicBezTo>
                    <a:pt x="11276" y="3405"/>
                    <a:pt x="10325" y="3345"/>
                    <a:pt x="9368" y="3345"/>
                  </a:cubicBezTo>
                  <a:cubicBezTo>
                    <a:pt x="8889" y="3345"/>
                    <a:pt x="8409" y="3360"/>
                    <a:pt x="7928" y="3390"/>
                  </a:cubicBezTo>
                  <a:cubicBezTo>
                    <a:pt x="7230" y="3435"/>
                    <a:pt x="6510" y="3503"/>
                    <a:pt x="5789" y="3615"/>
                  </a:cubicBezTo>
                  <a:cubicBezTo>
                    <a:pt x="5496" y="3120"/>
                    <a:pt x="5204" y="2647"/>
                    <a:pt x="4934" y="2152"/>
                  </a:cubicBezTo>
                  <a:cubicBezTo>
                    <a:pt x="5406" y="1882"/>
                    <a:pt x="5902" y="1634"/>
                    <a:pt x="6442" y="1386"/>
                  </a:cubicBezTo>
                  <a:cubicBezTo>
                    <a:pt x="7681" y="801"/>
                    <a:pt x="8987" y="260"/>
                    <a:pt x="10383" y="193"/>
                  </a:cubicBezTo>
                  <a:close/>
                  <a:moveTo>
                    <a:pt x="10676" y="193"/>
                  </a:moveTo>
                  <a:cubicBezTo>
                    <a:pt x="12027" y="193"/>
                    <a:pt x="13378" y="485"/>
                    <a:pt x="14729" y="711"/>
                  </a:cubicBezTo>
                  <a:cubicBezTo>
                    <a:pt x="15539" y="846"/>
                    <a:pt x="16373" y="981"/>
                    <a:pt x="17206" y="1138"/>
                  </a:cubicBezTo>
                  <a:cubicBezTo>
                    <a:pt x="17363" y="1769"/>
                    <a:pt x="17498" y="2444"/>
                    <a:pt x="17656" y="3120"/>
                  </a:cubicBezTo>
                  <a:cubicBezTo>
                    <a:pt x="17724" y="3503"/>
                    <a:pt x="17791" y="3841"/>
                    <a:pt x="17836" y="4201"/>
                  </a:cubicBezTo>
                  <a:cubicBezTo>
                    <a:pt x="17881" y="4336"/>
                    <a:pt x="17904" y="4516"/>
                    <a:pt x="17926" y="4674"/>
                  </a:cubicBezTo>
                  <a:cubicBezTo>
                    <a:pt x="17926" y="4764"/>
                    <a:pt x="17949" y="4854"/>
                    <a:pt x="17949" y="4899"/>
                  </a:cubicBezTo>
                  <a:cubicBezTo>
                    <a:pt x="17949" y="4966"/>
                    <a:pt x="17994" y="4989"/>
                    <a:pt x="17994" y="5012"/>
                  </a:cubicBezTo>
                  <a:cubicBezTo>
                    <a:pt x="16192" y="4313"/>
                    <a:pt x="14278" y="3796"/>
                    <a:pt x="12364" y="3548"/>
                  </a:cubicBezTo>
                  <a:cubicBezTo>
                    <a:pt x="12139" y="2985"/>
                    <a:pt x="11801" y="2422"/>
                    <a:pt x="11509" y="1859"/>
                  </a:cubicBezTo>
                  <a:cubicBezTo>
                    <a:pt x="11238" y="1296"/>
                    <a:pt x="10946" y="756"/>
                    <a:pt x="10676" y="193"/>
                  </a:cubicBezTo>
                  <a:close/>
                  <a:moveTo>
                    <a:pt x="4821" y="2219"/>
                  </a:moveTo>
                  <a:cubicBezTo>
                    <a:pt x="5091" y="2715"/>
                    <a:pt x="5384" y="3188"/>
                    <a:pt x="5677" y="3638"/>
                  </a:cubicBezTo>
                  <a:cubicBezTo>
                    <a:pt x="5159" y="3728"/>
                    <a:pt x="4596" y="3841"/>
                    <a:pt x="4055" y="3953"/>
                  </a:cubicBezTo>
                  <a:cubicBezTo>
                    <a:pt x="2974" y="4201"/>
                    <a:pt x="1849" y="4516"/>
                    <a:pt x="880" y="5079"/>
                  </a:cubicBezTo>
                  <a:cubicBezTo>
                    <a:pt x="2029" y="3953"/>
                    <a:pt x="3380" y="3007"/>
                    <a:pt x="4821" y="2219"/>
                  </a:cubicBezTo>
                  <a:close/>
                  <a:moveTo>
                    <a:pt x="5496" y="3818"/>
                  </a:moveTo>
                  <a:cubicBezTo>
                    <a:pt x="4641" y="4494"/>
                    <a:pt x="3830" y="5214"/>
                    <a:pt x="3065" y="6002"/>
                  </a:cubicBezTo>
                  <a:cubicBezTo>
                    <a:pt x="2862" y="5867"/>
                    <a:pt x="2704" y="5687"/>
                    <a:pt x="2479" y="5552"/>
                  </a:cubicBezTo>
                  <a:cubicBezTo>
                    <a:pt x="2094" y="5340"/>
                    <a:pt x="1626" y="5227"/>
                    <a:pt x="1160" y="5227"/>
                  </a:cubicBezTo>
                  <a:cubicBezTo>
                    <a:pt x="1082" y="5227"/>
                    <a:pt x="1003" y="5230"/>
                    <a:pt x="925" y="5237"/>
                  </a:cubicBezTo>
                  <a:lnTo>
                    <a:pt x="880" y="5237"/>
                  </a:lnTo>
                  <a:cubicBezTo>
                    <a:pt x="1263" y="5034"/>
                    <a:pt x="1668" y="4854"/>
                    <a:pt x="2074" y="4696"/>
                  </a:cubicBezTo>
                  <a:cubicBezTo>
                    <a:pt x="2614" y="4516"/>
                    <a:pt x="3177" y="4336"/>
                    <a:pt x="3740" y="4201"/>
                  </a:cubicBezTo>
                  <a:cubicBezTo>
                    <a:pt x="4303" y="4066"/>
                    <a:pt x="4888" y="3908"/>
                    <a:pt x="5496" y="3818"/>
                  </a:cubicBezTo>
                  <a:close/>
                  <a:moveTo>
                    <a:pt x="17341" y="1183"/>
                  </a:moveTo>
                  <a:cubicBezTo>
                    <a:pt x="17881" y="1274"/>
                    <a:pt x="18399" y="1364"/>
                    <a:pt x="18962" y="1431"/>
                  </a:cubicBezTo>
                  <a:cubicBezTo>
                    <a:pt x="19615" y="1544"/>
                    <a:pt x="20291" y="1701"/>
                    <a:pt x="20876" y="1994"/>
                  </a:cubicBezTo>
                  <a:cubicBezTo>
                    <a:pt x="21349" y="2264"/>
                    <a:pt x="21732" y="2625"/>
                    <a:pt x="22092" y="3007"/>
                  </a:cubicBezTo>
                  <a:cubicBezTo>
                    <a:pt x="22115" y="3345"/>
                    <a:pt x="22115" y="3683"/>
                    <a:pt x="22115" y="4021"/>
                  </a:cubicBezTo>
                  <a:cubicBezTo>
                    <a:pt x="22137" y="4426"/>
                    <a:pt x="22137" y="4786"/>
                    <a:pt x="22182" y="5192"/>
                  </a:cubicBezTo>
                  <a:cubicBezTo>
                    <a:pt x="22227" y="5890"/>
                    <a:pt x="22250" y="6565"/>
                    <a:pt x="22340" y="7263"/>
                  </a:cubicBezTo>
                  <a:lnTo>
                    <a:pt x="21259" y="6588"/>
                  </a:lnTo>
                  <a:cubicBezTo>
                    <a:pt x="20223" y="6002"/>
                    <a:pt x="19187" y="5484"/>
                    <a:pt x="18129" y="5079"/>
                  </a:cubicBezTo>
                  <a:cubicBezTo>
                    <a:pt x="17904" y="3773"/>
                    <a:pt x="17634" y="2444"/>
                    <a:pt x="17341" y="1183"/>
                  </a:cubicBezTo>
                  <a:close/>
                  <a:moveTo>
                    <a:pt x="9384" y="3493"/>
                  </a:moveTo>
                  <a:cubicBezTo>
                    <a:pt x="10263" y="3493"/>
                    <a:pt x="11145" y="3550"/>
                    <a:pt x="12027" y="3660"/>
                  </a:cubicBezTo>
                  <a:cubicBezTo>
                    <a:pt x="11509" y="3976"/>
                    <a:pt x="10968" y="4291"/>
                    <a:pt x="10473" y="4561"/>
                  </a:cubicBezTo>
                  <a:lnTo>
                    <a:pt x="8694" y="5665"/>
                  </a:lnTo>
                  <a:cubicBezTo>
                    <a:pt x="7546" y="6385"/>
                    <a:pt x="6352" y="7106"/>
                    <a:pt x="5271" y="7916"/>
                  </a:cubicBezTo>
                  <a:cubicBezTo>
                    <a:pt x="5159" y="7849"/>
                    <a:pt x="5046" y="7804"/>
                    <a:pt x="4888" y="7714"/>
                  </a:cubicBezTo>
                  <a:cubicBezTo>
                    <a:pt x="4393" y="7443"/>
                    <a:pt x="3988" y="7038"/>
                    <a:pt x="3605" y="6610"/>
                  </a:cubicBezTo>
                  <a:cubicBezTo>
                    <a:pt x="3425" y="6453"/>
                    <a:pt x="3290" y="6250"/>
                    <a:pt x="3132" y="6092"/>
                  </a:cubicBezTo>
                  <a:cubicBezTo>
                    <a:pt x="3920" y="5259"/>
                    <a:pt x="4776" y="4516"/>
                    <a:pt x="5677" y="3796"/>
                  </a:cubicBezTo>
                  <a:cubicBezTo>
                    <a:pt x="6195" y="3728"/>
                    <a:pt x="6667" y="3660"/>
                    <a:pt x="7185" y="3615"/>
                  </a:cubicBezTo>
                  <a:cubicBezTo>
                    <a:pt x="7914" y="3533"/>
                    <a:pt x="8648" y="3493"/>
                    <a:pt x="9384" y="3493"/>
                  </a:cubicBezTo>
                  <a:close/>
                  <a:moveTo>
                    <a:pt x="12252" y="3660"/>
                  </a:moveTo>
                  <a:cubicBezTo>
                    <a:pt x="12882" y="3751"/>
                    <a:pt x="13558" y="3863"/>
                    <a:pt x="14211" y="3976"/>
                  </a:cubicBezTo>
                  <a:cubicBezTo>
                    <a:pt x="15472" y="4223"/>
                    <a:pt x="16710" y="4629"/>
                    <a:pt x="17904" y="5102"/>
                  </a:cubicBezTo>
                  <a:lnTo>
                    <a:pt x="17881" y="5102"/>
                  </a:lnTo>
                  <a:cubicBezTo>
                    <a:pt x="17588" y="5259"/>
                    <a:pt x="17273" y="5417"/>
                    <a:pt x="17003" y="5574"/>
                  </a:cubicBezTo>
                  <a:cubicBezTo>
                    <a:pt x="16688" y="5755"/>
                    <a:pt x="16418" y="5912"/>
                    <a:pt x="16102" y="6092"/>
                  </a:cubicBezTo>
                  <a:cubicBezTo>
                    <a:pt x="15517" y="6430"/>
                    <a:pt x="14909" y="6768"/>
                    <a:pt x="14323" y="7128"/>
                  </a:cubicBezTo>
                  <a:cubicBezTo>
                    <a:pt x="13738" y="7488"/>
                    <a:pt x="13107" y="7826"/>
                    <a:pt x="12545" y="8232"/>
                  </a:cubicBezTo>
                  <a:cubicBezTo>
                    <a:pt x="12499" y="8232"/>
                    <a:pt x="12409" y="8232"/>
                    <a:pt x="12297" y="8187"/>
                  </a:cubicBezTo>
                  <a:cubicBezTo>
                    <a:pt x="11883" y="8144"/>
                    <a:pt x="11460" y="8128"/>
                    <a:pt x="11045" y="8128"/>
                  </a:cubicBezTo>
                  <a:cubicBezTo>
                    <a:pt x="10805" y="8128"/>
                    <a:pt x="10569" y="8133"/>
                    <a:pt x="10338" y="8141"/>
                  </a:cubicBezTo>
                  <a:cubicBezTo>
                    <a:pt x="9403" y="8174"/>
                    <a:pt x="8481" y="8291"/>
                    <a:pt x="7561" y="8291"/>
                  </a:cubicBezTo>
                  <a:cubicBezTo>
                    <a:pt x="7218" y="8291"/>
                    <a:pt x="6875" y="8274"/>
                    <a:pt x="6532" y="8232"/>
                  </a:cubicBezTo>
                  <a:cubicBezTo>
                    <a:pt x="6127" y="8164"/>
                    <a:pt x="5722" y="8051"/>
                    <a:pt x="5339" y="7916"/>
                  </a:cubicBezTo>
                  <a:cubicBezTo>
                    <a:pt x="6510" y="7218"/>
                    <a:pt x="7636" y="6453"/>
                    <a:pt x="8784" y="5755"/>
                  </a:cubicBezTo>
                  <a:cubicBezTo>
                    <a:pt x="9370" y="5372"/>
                    <a:pt x="9932" y="5034"/>
                    <a:pt x="10518" y="4674"/>
                  </a:cubicBezTo>
                  <a:cubicBezTo>
                    <a:pt x="11081" y="4336"/>
                    <a:pt x="11644" y="3976"/>
                    <a:pt x="12252" y="3660"/>
                  </a:cubicBezTo>
                  <a:close/>
                  <a:moveTo>
                    <a:pt x="18061" y="5192"/>
                  </a:moveTo>
                  <a:cubicBezTo>
                    <a:pt x="19570" y="5777"/>
                    <a:pt x="20966" y="6543"/>
                    <a:pt x="22317" y="7398"/>
                  </a:cubicBezTo>
                  <a:cubicBezTo>
                    <a:pt x="20718" y="8051"/>
                    <a:pt x="19120" y="8727"/>
                    <a:pt x="17566" y="9493"/>
                  </a:cubicBezTo>
                  <a:cubicBezTo>
                    <a:pt x="16373" y="9380"/>
                    <a:pt x="15247" y="8975"/>
                    <a:pt x="14098" y="8637"/>
                  </a:cubicBezTo>
                  <a:cubicBezTo>
                    <a:pt x="13648" y="8502"/>
                    <a:pt x="13198" y="8389"/>
                    <a:pt x="12747" y="8277"/>
                  </a:cubicBezTo>
                  <a:cubicBezTo>
                    <a:pt x="13152" y="8051"/>
                    <a:pt x="13513" y="7826"/>
                    <a:pt x="13873" y="7601"/>
                  </a:cubicBezTo>
                  <a:cubicBezTo>
                    <a:pt x="14323" y="7331"/>
                    <a:pt x="14796" y="7061"/>
                    <a:pt x="15247" y="6790"/>
                  </a:cubicBezTo>
                  <a:cubicBezTo>
                    <a:pt x="16192" y="6250"/>
                    <a:pt x="17116" y="5710"/>
                    <a:pt x="18061" y="5192"/>
                  </a:cubicBezTo>
                  <a:close/>
                  <a:moveTo>
                    <a:pt x="22205" y="3165"/>
                  </a:moveTo>
                  <a:cubicBezTo>
                    <a:pt x="22565" y="3548"/>
                    <a:pt x="22948" y="3998"/>
                    <a:pt x="23398" y="4358"/>
                  </a:cubicBezTo>
                  <a:cubicBezTo>
                    <a:pt x="23848" y="4764"/>
                    <a:pt x="24366" y="5012"/>
                    <a:pt x="24907" y="5259"/>
                  </a:cubicBezTo>
                  <a:cubicBezTo>
                    <a:pt x="25335" y="5462"/>
                    <a:pt x="25762" y="5665"/>
                    <a:pt x="26145" y="5912"/>
                  </a:cubicBezTo>
                  <a:cubicBezTo>
                    <a:pt x="26010" y="6768"/>
                    <a:pt x="25898" y="7624"/>
                    <a:pt x="25762" y="8479"/>
                  </a:cubicBezTo>
                  <a:cubicBezTo>
                    <a:pt x="25717" y="8704"/>
                    <a:pt x="25695" y="8907"/>
                    <a:pt x="25672" y="9132"/>
                  </a:cubicBezTo>
                  <a:cubicBezTo>
                    <a:pt x="25650" y="9245"/>
                    <a:pt x="25650" y="9357"/>
                    <a:pt x="25605" y="9425"/>
                  </a:cubicBezTo>
                  <a:cubicBezTo>
                    <a:pt x="25605" y="9493"/>
                    <a:pt x="25605" y="9583"/>
                    <a:pt x="25582" y="9650"/>
                  </a:cubicBezTo>
                  <a:cubicBezTo>
                    <a:pt x="24591" y="8840"/>
                    <a:pt x="23556" y="8051"/>
                    <a:pt x="22475" y="7353"/>
                  </a:cubicBezTo>
                  <a:cubicBezTo>
                    <a:pt x="22430" y="6610"/>
                    <a:pt x="22385" y="5912"/>
                    <a:pt x="22317" y="5192"/>
                  </a:cubicBezTo>
                  <a:cubicBezTo>
                    <a:pt x="22295" y="4809"/>
                    <a:pt x="22250" y="4449"/>
                    <a:pt x="22250" y="4088"/>
                  </a:cubicBezTo>
                  <a:cubicBezTo>
                    <a:pt x="22227" y="3773"/>
                    <a:pt x="22205" y="3458"/>
                    <a:pt x="22205" y="3165"/>
                  </a:cubicBezTo>
                  <a:close/>
                  <a:moveTo>
                    <a:pt x="22430" y="7511"/>
                  </a:moveTo>
                  <a:cubicBezTo>
                    <a:pt x="23511" y="8232"/>
                    <a:pt x="24546" y="9020"/>
                    <a:pt x="25492" y="9830"/>
                  </a:cubicBezTo>
                  <a:cubicBezTo>
                    <a:pt x="25357" y="9943"/>
                    <a:pt x="25019" y="9965"/>
                    <a:pt x="24862" y="9965"/>
                  </a:cubicBezTo>
                  <a:cubicBezTo>
                    <a:pt x="24682" y="9988"/>
                    <a:pt x="24479" y="10033"/>
                    <a:pt x="24321" y="10078"/>
                  </a:cubicBezTo>
                  <a:cubicBezTo>
                    <a:pt x="23398" y="9718"/>
                    <a:pt x="22340" y="9628"/>
                    <a:pt x="21326" y="9605"/>
                  </a:cubicBezTo>
                  <a:cubicBezTo>
                    <a:pt x="20929" y="9598"/>
                    <a:pt x="20531" y="9598"/>
                    <a:pt x="20132" y="9598"/>
                  </a:cubicBezTo>
                  <a:lnTo>
                    <a:pt x="20132" y="9598"/>
                  </a:lnTo>
                  <a:cubicBezTo>
                    <a:pt x="19335" y="9598"/>
                    <a:pt x="18534" y="9598"/>
                    <a:pt x="17724" y="9538"/>
                  </a:cubicBezTo>
                  <a:lnTo>
                    <a:pt x="17701" y="9538"/>
                  </a:lnTo>
                  <a:cubicBezTo>
                    <a:pt x="19255" y="8794"/>
                    <a:pt x="20831" y="8074"/>
                    <a:pt x="22430" y="7511"/>
                  </a:cubicBezTo>
                  <a:close/>
                  <a:moveTo>
                    <a:pt x="25627" y="9920"/>
                  </a:moveTo>
                  <a:cubicBezTo>
                    <a:pt x="25717" y="9988"/>
                    <a:pt x="25807" y="10055"/>
                    <a:pt x="25898" y="10146"/>
                  </a:cubicBezTo>
                  <a:cubicBezTo>
                    <a:pt x="27609" y="11654"/>
                    <a:pt x="29185" y="13298"/>
                    <a:pt x="30649" y="15032"/>
                  </a:cubicBezTo>
                  <a:cubicBezTo>
                    <a:pt x="29185" y="14424"/>
                    <a:pt x="28104" y="13005"/>
                    <a:pt x="26978" y="11902"/>
                  </a:cubicBezTo>
                  <a:cubicBezTo>
                    <a:pt x="26325" y="11226"/>
                    <a:pt x="25582" y="10618"/>
                    <a:pt x="24704" y="10213"/>
                  </a:cubicBezTo>
                  <a:cubicBezTo>
                    <a:pt x="24659" y="10191"/>
                    <a:pt x="24637" y="10191"/>
                    <a:pt x="24569" y="10168"/>
                  </a:cubicBezTo>
                  <a:cubicBezTo>
                    <a:pt x="24682" y="10146"/>
                    <a:pt x="24772" y="10146"/>
                    <a:pt x="24884" y="10101"/>
                  </a:cubicBezTo>
                  <a:cubicBezTo>
                    <a:pt x="25019" y="10078"/>
                    <a:pt x="25132" y="10055"/>
                    <a:pt x="25267" y="10033"/>
                  </a:cubicBezTo>
                  <a:cubicBezTo>
                    <a:pt x="25357" y="9988"/>
                    <a:pt x="25470" y="9988"/>
                    <a:pt x="25560" y="9965"/>
                  </a:cubicBezTo>
                  <a:cubicBezTo>
                    <a:pt x="25582" y="9965"/>
                    <a:pt x="25605" y="9943"/>
                    <a:pt x="25627" y="9920"/>
                  </a:cubicBezTo>
                  <a:close/>
                  <a:moveTo>
                    <a:pt x="26235" y="6002"/>
                  </a:moveTo>
                  <a:cubicBezTo>
                    <a:pt x="26325" y="6047"/>
                    <a:pt x="26393" y="6137"/>
                    <a:pt x="26483" y="6205"/>
                  </a:cubicBezTo>
                  <a:cubicBezTo>
                    <a:pt x="26911" y="6565"/>
                    <a:pt x="27271" y="7016"/>
                    <a:pt x="27541" y="7488"/>
                  </a:cubicBezTo>
                  <a:cubicBezTo>
                    <a:pt x="28172" y="8524"/>
                    <a:pt x="28532" y="9695"/>
                    <a:pt x="28982" y="10821"/>
                  </a:cubicBezTo>
                  <a:cubicBezTo>
                    <a:pt x="29500" y="12082"/>
                    <a:pt x="30063" y="13366"/>
                    <a:pt x="30739" y="14582"/>
                  </a:cubicBezTo>
                  <a:cubicBezTo>
                    <a:pt x="30851" y="14784"/>
                    <a:pt x="30964" y="14987"/>
                    <a:pt x="31054" y="15167"/>
                  </a:cubicBezTo>
                  <a:cubicBezTo>
                    <a:pt x="29388" y="13253"/>
                    <a:pt x="27631" y="11407"/>
                    <a:pt x="25695" y="9763"/>
                  </a:cubicBezTo>
                  <a:cubicBezTo>
                    <a:pt x="25695" y="9718"/>
                    <a:pt x="25717" y="9650"/>
                    <a:pt x="25717" y="9605"/>
                  </a:cubicBezTo>
                  <a:cubicBezTo>
                    <a:pt x="25762" y="9357"/>
                    <a:pt x="25807" y="9087"/>
                    <a:pt x="25830" y="8840"/>
                  </a:cubicBezTo>
                  <a:cubicBezTo>
                    <a:pt x="25988" y="7894"/>
                    <a:pt x="26123" y="6948"/>
                    <a:pt x="26235" y="6002"/>
                  </a:cubicBezTo>
                  <a:close/>
                  <a:moveTo>
                    <a:pt x="20515" y="12694"/>
                  </a:moveTo>
                  <a:cubicBezTo>
                    <a:pt x="21726" y="12694"/>
                    <a:pt x="22915" y="13057"/>
                    <a:pt x="24051" y="13456"/>
                  </a:cubicBezTo>
                  <a:cubicBezTo>
                    <a:pt x="25267" y="13906"/>
                    <a:pt x="26460" y="14469"/>
                    <a:pt x="27541" y="15122"/>
                  </a:cubicBezTo>
                  <a:cubicBezTo>
                    <a:pt x="27721" y="15235"/>
                    <a:pt x="27924" y="15347"/>
                    <a:pt x="28082" y="15460"/>
                  </a:cubicBezTo>
                  <a:cubicBezTo>
                    <a:pt x="26843" y="15572"/>
                    <a:pt x="25582" y="15707"/>
                    <a:pt x="24321" y="15888"/>
                  </a:cubicBezTo>
                  <a:cubicBezTo>
                    <a:pt x="23601" y="16000"/>
                    <a:pt x="22880" y="16135"/>
                    <a:pt x="22182" y="16270"/>
                  </a:cubicBezTo>
                  <a:cubicBezTo>
                    <a:pt x="19502" y="15595"/>
                    <a:pt x="16823" y="14987"/>
                    <a:pt x="14143" y="14446"/>
                  </a:cubicBezTo>
                  <a:cubicBezTo>
                    <a:pt x="13468" y="14311"/>
                    <a:pt x="12815" y="14199"/>
                    <a:pt x="12117" y="14086"/>
                  </a:cubicBezTo>
                  <a:lnTo>
                    <a:pt x="12297" y="13996"/>
                  </a:lnTo>
                  <a:cubicBezTo>
                    <a:pt x="13468" y="13366"/>
                    <a:pt x="14819" y="13546"/>
                    <a:pt x="16102" y="13478"/>
                  </a:cubicBezTo>
                  <a:cubicBezTo>
                    <a:pt x="16733" y="13456"/>
                    <a:pt x="17386" y="13343"/>
                    <a:pt x="18016" y="13163"/>
                  </a:cubicBezTo>
                  <a:cubicBezTo>
                    <a:pt x="18692" y="12983"/>
                    <a:pt x="19367" y="12780"/>
                    <a:pt x="20043" y="12713"/>
                  </a:cubicBezTo>
                  <a:cubicBezTo>
                    <a:pt x="20200" y="12700"/>
                    <a:pt x="20358" y="12694"/>
                    <a:pt x="20515" y="12694"/>
                  </a:cubicBezTo>
                  <a:close/>
                  <a:moveTo>
                    <a:pt x="12072" y="14131"/>
                  </a:moveTo>
                  <a:cubicBezTo>
                    <a:pt x="13333" y="14446"/>
                    <a:pt x="14594" y="14694"/>
                    <a:pt x="15877" y="14942"/>
                  </a:cubicBezTo>
                  <a:cubicBezTo>
                    <a:pt x="17228" y="15257"/>
                    <a:pt x="18579" y="15550"/>
                    <a:pt x="19930" y="15888"/>
                  </a:cubicBezTo>
                  <a:cubicBezTo>
                    <a:pt x="20561" y="16045"/>
                    <a:pt x="21214" y="16180"/>
                    <a:pt x="21867" y="16360"/>
                  </a:cubicBezTo>
                  <a:cubicBezTo>
                    <a:pt x="20336" y="16698"/>
                    <a:pt x="18849" y="17104"/>
                    <a:pt x="17386" y="17621"/>
                  </a:cubicBezTo>
                  <a:cubicBezTo>
                    <a:pt x="15945" y="18139"/>
                    <a:pt x="14549" y="18747"/>
                    <a:pt x="13175" y="19423"/>
                  </a:cubicBezTo>
                  <a:cubicBezTo>
                    <a:pt x="13130" y="19423"/>
                    <a:pt x="13085" y="19400"/>
                    <a:pt x="13062" y="19400"/>
                  </a:cubicBezTo>
                  <a:cubicBezTo>
                    <a:pt x="12905" y="19333"/>
                    <a:pt x="12747" y="19310"/>
                    <a:pt x="12612" y="19288"/>
                  </a:cubicBezTo>
                  <a:cubicBezTo>
                    <a:pt x="11554" y="18995"/>
                    <a:pt x="10495" y="18747"/>
                    <a:pt x="9415" y="18500"/>
                  </a:cubicBezTo>
                  <a:cubicBezTo>
                    <a:pt x="8266" y="18229"/>
                    <a:pt x="7118" y="18049"/>
                    <a:pt x="5969" y="17869"/>
                  </a:cubicBezTo>
                  <a:cubicBezTo>
                    <a:pt x="6014" y="17824"/>
                    <a:pt x="6082" y="17734"/>
                    <a:pt x="6127" y="17689"/>
                  </a:cubicBezTo>
                  <a:cubicBezTo>
                    <a:pt x="6577" y="17239"/>
                    <a:pt x="7095" y="16901"/>
                    <a:pt x="7681" y="16676"/>
                  </a:cubicBezTo>
                  <a:cubicBezTo>
                    <a:pt x="8266" y="16405"/>
                    <a:pt x="8897" y="16248"/>
                    <a:pt x="9460" y="15955"/>
                  </a:cubicBezTo>
                  <a:cubicBezTo>
                    <a:pt x="10405" y="15482"/>
                    <a:pt x="11171" y="14672"/>
                    <a:pt x="12072" y="14131"/>
                  </a:cubicBezTo>
                  <a:close/>
                  <a:moveTo>
                    <a:pt x="5857" y="17982"/>
                  </a:moveTo>
                  <a:cubicBezTo>
                    <a:pt x="7883" y="18297"/>
                    <a:pt x="9887" y="18725"/>
                    <a:pt x="11846" y="19220"/>
                  </a:cubicBezTo>
                  <a:cubicBezTo>
                    <a:pt x="12072" y="19288"/>
                    <a:pt x="12319" y="19378"/>
                    <a:pt x="12545" y="19423"/>
                  </a:cubicBezTo>
                  <a:cubicBezTo>
                    <a:pt x="12657" y="19445"/>
                    <a:pt x="12815" y="19490"/>
                    <a:pt x="12905" y="19535"/>
                  </a:cubicBezTo>
                  <a:lnTo>
                    <a:pt x="12950" y="19535"/>
                  </a:lnTo>
                  <a:cubicBezTo>
                    <a:pt x="12274" y="19896"/>
                    <a:pt x="11576" y="20279"/>
                    <a:pt x="10923" y="20684"/>
                  </a:cubicBezTo>
                  <a:cubicBezTo>
                    <a:pt x="9550" y="21562"/>
                    <a:pt x="8221" y="22530"/>
                    <a:pt x="7005" y="23611"/>
                  </a:cubicBezTo>
                  <a:cubicBezTo>
                    <a:pt x="6195" y="23701"/>
                    <a:pt x="5384" y="23791"/>
                    <a:pt x="4551" y="23904"/>
                  </a:cubicBezTo>
                  <a:cubicBezTo>
                    <a:pt x="4145" y="23949"/>
                    <a:pt x="3718" y="24016"/>
                    <a:pt x="3312" y="24062"/>
                  </a:cubicBezTo>
                  <a:cubicBezTo>
                    <a:pt x="3020" y="24129"/>
                    <a:pt x="2704" y="24152"/>
                    <a:pt x="2389" y="24219"/>
                  </a:cubicBezTo>
                  <a:cubicBezTo>
                    <a:pt x="2412" y="24174"/>
                    <a:pt x="2457" y="24152"/>
                    <a:pt x="2457" y="24107"/>
                  </a:cubicBezTo>
                  <a:cubicBezTo>
                    <a:pt x="2749" y="23566"/>
                    <a:pt x="3155" y="23093"/>
                    <a:pt x="3515" y="22575"/>
                  </a:cubicBezTo>
                  <a:cubicBezTo>
                    <a:pt x="3875" y="22080"/>
                    <a:pt x="4213" y="21562"/>
                    <a:pt x="4438" y="20999"/>
                  </a:cubicBezTo>
                  <a:cubicBezTo>
                    <a:pt x="4708" y="20414"/>
                    <a:pt x="4866" y="19783"/>
                    <a:pt x="5114" y="19198"/>
                  </a:cubicBezTo>
                  <a:cubicBezTo>
                    <a:pt x="5316" y="18747"/>
                    <a:pt x="5541" y="18365"/>
                    <a:pt x="5857" y="17982"/>
                  </a:cubicBezTo>
                  <a:close/>
                  <a:moveTo>
                    <a:pt x="22092" y="16563"/>
                  </a:moveTo>
                  <a:lnTo>
                    <a:pt x="22092" y="16563"/>
                  </a:lnTo>
                  <a:cubicBezTo>
                    <a:pt x="21529" y="17914"/>
                    <a:pt x="20966" y="19288"/>
                    <a:pt x="20403" y="20661"/>
                  </a:cubicBezTo>
                  <a:cubicBezTo>
                    <a:pt x="19818" y="22080"/>
                    <a:pt x="19210" y="23499"/>
                    <a:pt x="18692" y="24917"/>
                  </a:cubicBezTo>
                  <a:cubicBezTo>
                    <a:pt x="18377" y="25007"/>
                    <a:pt x="18039" y="25075"/>
                    <a:pt x="17769" y="25232"/>
                  </a:cubicBezTo>
                  <a:cubicBezTo>
                    <a:pt x="16688" y="25683"/>
                    <a:pt x="15900" y="26493"/>
                    <a:pt x="14954" y="27101"/>
                  </a:cubicBezTo>
                  <a:cubicBezTo>
                    <a:pt x="13941" y="27754"/>
                    <a:pt x="12770" y="27957"/>
                    <a:pt x="11621" y="28002"/>
                  </a:cubicBezTo>
                  <a:cubicBezTo>
                    <a:pt x="12094" y="25840"/>
                    <a:pt x="12612" y="23656"/>
                    <a:pt x="13085" y="21472"/>
                  </a:cubicBezTo>
                  <a:cubicBezTo>
                    <a:pt x="13198" y="20954"/>
                    <a:pt x="13333" y="20391"/>
                    <a:pt x="13445" y="19851"/>
                  </a:cubicBezTo>
                  <a:cubicBezTo>
                    <a:pt x="13468" y="19738"/>
                    <a:pt x="13513" y="19648"/>
                    <a:pt x="13423" y="19558"/>
                  </a:cubicBezTo>
                  <a:cubicBezTo>
                    <a:pt x="14526" y="18995"/>
                    <a:pt x="15652" y="18522"/>
                    <a:pt x="16778" y="18094"/>
                  </a:cubicBezTo>
                  <a:cubicBezTo>
                    <a:pt x="18489" y="17464"/>
                    <a:pt x="20291" y="16946"/>
                    <a:pt x="22092" y="16563"/>
                  </a:cubicBezTo>
                  <a:close/>
                  <a:moveTo>
                    <a:pt x="13198" y="19626"/>
                  </a:moveTo>
                  <a:cubicBezTo>
                    <a:pt x="13220" y="19648"/>
                    <a:pt x="13265" y="19671"/>
                    <a:pt x="13265" y="19716"/>
                  </a:cubicBezTo>
                  <a:cubicBezTo>
                    <a:pt x="13265" y="19738"/>
                    <a:pt x="13220" y="19783"/>
                    <a:pt x="13220" y="19828"/>
                  </a:cubicBezTo>
                  <a:cubicBezTo>
                    <a:pt x="13107" y="20346"/>
                    <a:pt x="12995" y="20864"/>
                    <a:pt x="12882" y="21404"/>
                  </a:cubicBezTo>
                  <a:cubicBezTo>
                    <a:pt x="12657" y="22463"/>
                    <a:pt x="12409" y="23499"/>
                    <a:pt x="12184" y="24579"/>
                  </a:cubicBezTo>
                  <a:cubicBezTo>
                    <a:pt x="11937" y="25728"/>
                    <a:pt x="11689" y="26854"/>
                    <a:pt x="11419" y="28002"/>
                  </a:cubicBezTo>
                  <a:cubicBezTo>
                    <a:pt x="11232" y="28010"/>
                    <a:pt x="11044" y="28013"/>
                    <a:pt x="10855" y="28013"/>
                  </a:cubicBezTo>
                  <a:cubicBezTo>
                    <a:pt x="10139" y="28013"/>
                    <a:pt x="9411" y="27969"/>
                    <a:pt x="8694" y="27969"/>
                  </a:cubicBezTo>
                  <a:cubicBezTo>
                    <a:pt x="8506" y="27969"/>
                    <a:pt x="8318" y="27972"/>
                    <a:pt x="8131" y="27980"/>
                  </a:cubicBezTo>
                  <a:cubicBezTo>
                    <a:pt x="7658" y="28002"/>
                    <a:pt x="7208" y="28070"/>
                    <a:pt x="6735" y="28182"/>
                  </a:cubicBezTo>
                  <a:cubicBezTo>
                    <a:pt x="6893" y="26719"/>
                    <a:pt x="7005" y="25232"/>
                    <a:pt x="7185" y="23724"/>
                  </a:cubicBezTo>
                  <a:cubicBezTo>
                    <a:pt x="8199" y="22801"/>
                    <a:pt x="9279" y="21990"/>
                    <a:pt x="10405" y="21224"/>
                  </a:cubicBezTo>
                  <a:cubicBezTo>
                    <a:pt x="11306" y="20639"/>
                    <a:pt x="12252" y="20098"/>
                    <a:pt x="13198" y="19626"/>
                  </a:cubicBezTo>
                  <a:close/>
                  <a:moveTo>
                    <a:pt x="6870" y="23791"/>
                  </a:moveTo>
                  <a:lnTo>
                    <a:pt x="6870" y="23791"/>
                  </a:lnTo>
                  <a:cubicBezTo>
                    <a:pt x="6510" y="24129"/>
                    <a:pt x="6127" y="24489"/>
                    <a:pt x="5789" y="24850"/>
                  </a:cubicBezTo>
                  <a:cubicBezTo>
                    <a:pt x="4326" y="26426"/>
                    <a:pt x="3087" y="28272"/>
                    <a:pt x="2389" y="30321"/>
                  </a:cubicBezTo>
                  <a:cubicBezTo>
                    <a:pt x="2389" y="30412"/>
                    <a:pt x="2344" y="30547"/>
                    <a:pt x="2299" y="30659"/>
                  </a:cubicBezTo>
                  <a:cubicBezTo>
                    <a:pt x="1781" y="28610"/>
                    <a:pt x="1398" y="26313"/>
                    <a:pt x="2344" y="24377"/>
                  </a:cubicBezTo>
                  <a:cubicBezTo>
                    <a:pt x="2682" y="24377"/>
                    <a:pt x="3042" y="24264"/>
                    <a:pt x="3380" y="24242"/>
                  </a:cubicBezTo>
                  <a:cubicBezTo>
                    <a:pt x="3808" y="24174"/>
                    <a:pt x="4213" y="24129"/>
                    <a:pt x="4618" y="24062"/>
                  </a:cubicBezTo>
                  <a:cubicBezTo>
                    <a:pt x="5384" y="23949"/>
                    <a:pt x="6127" y="23881"/>
                    <a:pt x="6870" y="23791"/>
                  </a:cubicBezTo>
                  <a:close/>
                  <a:moveTo>
                    <a:pt x="7095" y="23881"/>
                  </a:moveTo>
                  <a:cubicBezTo>
                    <a:pt x="6960" y="25300"/>
                    <a:pt x="6780" y="26764"/>
                    <a:pt x="6645" y="28205"/>
                  </a:cubicBezTo>
                  <a:cubicBezTo>
                    <a:pt x="5069" y="28565"/>
                    <a:pt x="3695" y="29398"/>
                    <a:pt x="2637" y="30592"/>
                  </a:cubicBezTo>
                  <a:cubicBezTo>
                    <a:pt x="2569" y="30704"/>
                    <a:pt x="2479" y="30817"/>
                    <a:pt x="2389" y="30907"/>
                  </a:cubicBezTo>
                  <a:cubicBezTo>
                    <a:pt x="3065" y="28903"/>
                    <a:pt x="4145" y="27079"/>
                    <a:pt x="5519" y="25480"/>
                  </a:cubicBezTo>
                  <a:cubicBezTo>
                    <a:pt x="5992" y="24917"/>
                    <a:pt x="6532" y="24377"/>
                    <a:pt x="7095" y="23881"/>
                  </a:cubicBezTo>
                  <a:close/>
                  <a:moveTo>
                    <a:pt x="10585" y="0"/>
                  </a:moveTo>
                  <a:cubicBezTo>
                    <a:pt x="10118" y="0"/>
                    <a:pt x="9647" y="50"/>
                    <a:pt x="9167" y="170"/>
                  </a:cubicBezTo>
                  <a:cubicBezTo>
                    <a:pt x="8491" y="305"/>
                    <a:pt x="7861" y="553"/>
                    <a:pt x="7208" y="823"/>
                  </a:cubicBezTo>
                  <a:cubicBezTo>
                    <a:pt x="4866" y="1814"/>
                    <a:pt x="2614" y="3098"/>
                    <a:pt x="768" y="4854"/>
                  </a:cubicBezTo>
                  <a:lnTo>
                    <a:pt x="92" y="5507"/>
                  </a:lnTo>
                  <a:cubicBezTo>
                    <a:pt x="1" y="5598"/>
                    <a:pt x="87" y="5734"/>
                    <a:pt x="183" y="5734"/>
                  </a:cubicBezTo>
                  <a:cubicBezTo>
                    <a:pt x="206" y="5734"/>
                    <a:pt x="229" y="5727"/>
                    <a:pt x="250" y="5710"/>
                  </a:cubicBezTo>
                  <a:cubicBezTo>
                    <a:pt x="610" y="5529"/>
                    <a:pt x="990" y="5429"/>
                    <a:pt x="1377" y="5429"/>
                  </a:cubicBezTo>
                  <a:cubicBezTo>
                    <a:pt x="1571" y="5429"/>
                    <a:pt x="1766" y="5454"/>
                    <a:pt x="1961" y="5507"/>
                  </a:cubicBezTo>
                  <a:cubicBezTo>
                    <a:pt x="2524" y="5687"/>
                    <a:pt x="2952" y="6070"/>
                    <a:pt x="3312" y="6543"/>
                  </a:cubicBezTo>
                  <a:cubicBezTo>
                    <a:pt x="3695" y="6948"/>
                    <a:pt x="4055" y="7376"/>
                    <a:pt x="4506" y="7691"/>
                  </a:cubicBezTo>
                  <a:cubicBezTo>
                    <a:pt x="4934" y="7961"/>
                    <a:pt x="5406" y="8164"/>
                    <a:pt x="5902" y="8299"/>
                  </a:cubicBezTo>
                  <a:cubicBezTo>
                    <a:pt x="6566" y="8465"/>
                    <a:pt x="7230" y="8515"/>
                    <a:pt x="7898" y="8515"/>
                  </a:cubicBezTo>
                  <a:cubicBezTo>
                    <a:pt x="8408" y="8515"/>
                    <a:pt x="8920" y="8486"/>
                    <a:pt x="9437" y="8457"/>
                  </a:cubicBezTo>
                  <a:cubicBezTo>
                    <a:pt x="9993" y="8401"/>
                    <a:pt x="10549" y="8361"/>
                    <a:pt x="11117" y="8361"/>
                  </a:cubicBezTo>
                  <a:cubicBezTo>
                    <a:pt x="11240" y="8361"/>
                    <a:pt x="11363" y="8363"/>
                    <a:pt x="11486" y="8367"/>
                  </a:cubicBezTo>
                  <a:cubicBezTo>
                    <a:pt x="11801" y="8367"/>
                    <a:pt x="12094" y="8412"/>
                    <a:pt x="12409" y="8479"/>
                  </a:cubicBezTo>
                  <a:lnTo>
                    <a:pt x="12432" y="8479"/>
                  </a:lnTo>
                  <a:cubicBezTo>
                    <a:pt x="12747" y="8524"/>
                    <a:pt x="13085" y="8614"/>
                    <a:pt x="13400" y="8704"/>
                  </a:cubicBezTo>
                  <a:cubicBezTo>
                    <a:pt x="14571" y="9042"/>
                    <a:pt x="15742" y="9515"/>
                    <a:pt x="16980" y="9740"/>
                  </a:cubicBezTo>
                  <a:cubicBezTo>
                    <a:pt x="17920" y="9906"/>
                    <a:pt x="18875" y="9921"/>
                    <a:pt x="19845" y="9921"/>
                  </a:cubicBezTo>
                  <a:cubicBezTo>
                    <a:pt x="20060" y="9921"/>
                    <a:pt x="20276" y="9920"/>
                    <a:pt x="20493" y="9920"/>
                  </a:cubicBezTo>
                  <a:cubicBezTo>
                    <a:pt x="21642" y="9920"/>
                    <a:pt x="22835" y="9943"/>
                    <a:pt x="23961" y="10303"/>
                  </a:cubicBezTo>
                  <a:cubicBezTo>
                    <a:pt x="24929" y="10618"/>
                    <a:pt x="25762" y="11204"/>
                    <a:pt x="26483" y="11879"/>
                  </a:cubicBezTo>
                  <a:cubicBezTo>
                    <a:pt x="27789" y="13118"/>
                    <a:pt x="28937" y="14717"/>
                    <a:pt x="30649" y="15392"/>
                  </a:cubicBezTo>
                  <a:cubicBezTo>
                    <a:pt x="30671" y="15392"/>
                    <a:pt x="30716" y="15437"/>
                    <a:pt x="30739" y="15437"/>
                  </a:cubicBezTo>
                  <a:cubicBezTo>
                    <a:pt x="29951" y="15437"/>
                    <a:pt x="29140" y="15460"/>
                    <a:pt x="28352" y="15505"/>
                  </a:cubicBezTo>
                  <a:cubicBezTo>
                    <a:pt x="27339" y="14784"/>
                    <a:pt x="26235" y="14154"/>
                    <a:pt x="25109" y="13681"/>
                  </a:cubicBezTo>
                  <a:cubicBezTo>
                    <a:pt x="23871" y="13140"/>
                    <a:pt x="22542" y="12690"/>
                    <a:pt x="21191" y="12555"/>
                  </a:cubicBezTo>
                  <a:cubicBezTo>
                    <a:pt x="20987" y="12541"/>
                    <a:pt x="20782" y="12534"/>
                    <a:pt x="20578" y="12534"/>
                  </a:cubicBezTo>
                  <a:cubicBezTo>
                    <a:pt x="20107" y="12534"/>
                    <a:pt x="19636" y="12573"/>
                    <a:pt x="19165" y="12668"/>
                  </a:cubicBezTo>
                  <a:cubicBezTo>
                    <a:pt x="18467" y="12803"/>
                    <a:pt x="17791" y="13073"/>
                    <a:pt x="17048" y="13185"/>
                  </a:cubicBezTo>
                  <a:cubicBezTo>
                    <a:pt x="15765" y="13366"/>
                    <a:pt x="14436" y="13140"/>
                    <a:pt x="13152" y="13456"/>
                  </a:cubicBezTo>
                  <a:cubicBezTo>
                    <a:pt x="11914" y="13748"/>
                    <a:pt x="11058" y="14649"/>
                    <a:pt x="10068" y="15370"/>
                  </a:cubicBezTo>
                  <a:cubicBezTo>
                    <a:pt x="9009" y="16135"/>
                    <a:pt x="7658" y="16293"/>
                    <a:pt x="6577" y="17058"/>
                  </a:cubicBezTo>
                  <a:cubicBezTo>
                    <a:pt x="6104" y="17396"/>
                    <a:pt x="5722" y="17824"/>
                    <a:pt x="5384" y="18297"/>
                  </a:cubicBezTo>
                  <a:cubicBezTo>
                    <a:pt x="5001" y="18837"/>
                    <a:pt x="4776" y="19423"/>
                    <a:pt x="4596" y="20053"/>
                  </a:cubicBezTo>
                  <a:cubicBezTo>
                    <a:pt x="4371" y="20661"/>
                    <a:pt x="4145" y="21314"/>
                    <a:pt x="3808" y="21877"/>
                  </a:cubicBezTo>
                  <a:cubicBezTo>
                    <a:pt x="3425" y="22440"/>
                    <a:pt x="3020" y="22913"/>
                    <a:pt x="2614" y="23454"/>
                  </a:cubicBezTo>
                  <a:cubicBezTo>
                    <a:pt x="1916" y="24467"/>
                    <a:pt x="1556" y="25593"/>
                    <a:pt x="1488" y="26831"/>
                  </a:cubicBezTo>
                  <a:cubicBezTo>
                    <a:pt x="1443" y="28070"/>
                    <a:pt x="1668" y="29308"/>
                    <a:pt x="1939" y="30524"/>
                  </a:cubicBezTo>
                  <a:cubicBezTo>
                    <a:pt x="2029" y="30817"/>
                    <a:pt x="2074" y="31132"/>
                    <a:pt x="2164" y="31447"/>
                  </a:cubicBezTo>
                  <a:cubicBezTo>
                    <a:pt x="2177" y="31513"/>
                    <a:pt x="2244" y="31548"/>
                    <a:pt x="2306" y="31548"/>
                  </a:cubicBezTo>
                  <a:cubicBezTo>
                    <a:pt x="2350" y="31548"/>
                    <a:pt x="2393" y="31530"/>
                    <a:pt x="2412" y="31492"/>
                  </a:cubicBezTo>
                  <a:cubicBezTo>
                    <a:pt x="3650" y="29691"/>
                    <a:pt x="5609" y="28543"/>
                    <a:pt x="7793" y="28340"/>
                  </a:cubicBezTo>
                  <a:cubicBezTo>
                    <a:pt x="8114" y="28314"/>
                    <a:pt x="8438" y="28305"/>
                    <a:pt x="8764" y="28305"/>
                  </a:cubicBezTo>
                  <a:cubicBezTo>
                    <a:pt x="9599" y="28305"/>
                    <a:pt x="10449" y="28365"/>
                    <a:pt x="11291" y="28365"/>
                  </a:cubicBezTo>
                  <a:cubicBezTo>
                    <a:pt x="12433" y="28365"/>
                    <a:pt x="13560" y="28254"/>
                    <a:pt x="14616" y="27732"/>
                  </a:cubicBezTo>
                  <a:cubicBezTo>
                    <a:pt x="15629" y="27214"/>
                    <a:pt x="16418" y="26381"/>
                    <a:pt x="17386" y="25840"/>
                  </a:cubicBezTo>
                  <a:cubicBezTo>
                    <a:pt x="18467" y="25255"/>
                    <a:pt x="19705" y="25165"/>
                    <a:pt x="20854" y="24850"/>
                  </a:cubicBezTo>
                  <a:cubicBezTo>
                    <a:pt x="22723" y="24354"/>
                    <a:pt x="24434" y="23273"/>
                    <a:pt x="25762" y="21855"/>
                  </a:cubicBezTo>
                  <a:cubicBezTo>
                    <a:pt x="27068" y="20436"/>
                    <a:pt x="28059" y="18635"/>
                    <a:pt x="28419" y="16721"/>
                  </a:cubicBezTo>
                  <a:cubicBezTo>
                    <a:pt x="28487" y="16496"/>
                    <a:pt x="28510" y="16248"/>
                    <a:pt x="28532" y="16000"/>
                  </a:cubicBezTo>
                  <a:cubicBezTo>
                    <a:pt x="28558" y="15895"/>
                    <a:pt x="28478" y="15836"/>
                    <a:pt x="28401" y="15836"/>
                  </a:cubicBezTo>
                  <a:cubicBezTo>
                    <a:pt x="28346" y="15836"/>
                    <a:pt x="28294" y="15867"/>
                    <a:pt x="28284" y="15933"/>
                  </a:cubicBezTo>
                  <a:cubicBezTo>
                    <a:pt x="28037" y="17869"/>
                    <a:pt x="27136" y="19716"/>
                    <a:pt x="25898" y="21202"/>
                  </a:cubicBezTo>
                  <a:cubicBezTo>
                    <a:pt x="24637" y="22688"/>
                    <a:pt x="22970" y="23836"/>
                    <a:pt x="21101" y="24444"/>
                  </a:cubicBezTo>
                  <a:cubicBezTo>
                    <a:pt x="20381" y="24669"/>
                    <a:pt x="19593" y="24782"/>
                    <a:pt x="18849" y="24962"/>
                  </a:cubicBezTo>
                  <a:cubicBezTo>
                    <a:pt x="19457" y="23589"/>
                    <a:pt x="19975" y="22215"/>
                    <a:pt x="20538" y="20796"/>
                  </a:cubicBezTo>
                  <a:cubicBezTo>
                    <a:pt x="21101" y="19400"/>
                    <a:pt x="21709" y="17982"/>
                    <a:pt x="22272" y="16586"/>
                  </a:cubicBezTo>
                  <a:cubicBezTo>
                    <a:pt x="22723" y="16496"/>
                    <a:pt x="23173" y="16405"/>
                    <a:pt x="23646" y="16338"/>
                  </a:cubicBezTo>
                  <a:cubicBezTo>
                    <a:pt x="25988" y="15933"/>
                    <a:pt x="28352" y="15775"/>
                    <a:pt x="30716" y="15775"/>
                  </a:cubicBezTo>
                  <a:lnTo>
                    <a:pt x="31572" y="15775"/>
                  </a:lnTo>
                  <a:cubicBezTo>
                    <a:pt x="31730" y="15707"/>
                    <a:pt x="31730" y="15392"/>
                    <a:pt x="31527" y="15392"/>
                  </a:cubicBezTo>
                  <a:cubicBezTo>
                    <a:pt x="31482" y="15347"/>
                    <a:pt x="31459" y="15280"/>
                    <a:pt x="31392" y="15257"/>
                  </a:cubicBezTo>
                  <a:cubicBezTo>
                    <a:pt x="31347" y="15257"/>
                    <a:pt x="31302" y="15235"/>
                    <a:pt x="31279" y="15235"/>
                  </a:cubicBezTo>
                  <a:cubicBezTo>
                    <a:pt x="30649" y="13996"/>
                    <a:pt x="30063" y="12735"/>
                    <a:pt x="29523" y="11452"/>
                  </a:cubicBezTo>
                  <a:cubicBezTo>
                    <a:pt x="29050" y="10303"/>
                    <a:pt x="28645" y="9087"/>
                    <a:pt x="28082" y="7961"/>
                  </a:cubicBezTo>
                  <a:cubicBezTo>
                    <a:pt x="27586" y="6903"/>
                    <a:pt x="26843" y="6002"/>
                    <a:pt x="25807" y="5439"/>
                  </a:cubicBezTo>
                  <a:cubicBezTo>
                    <a:pt x="25244" y="5124"/>
                    <a:pt x="24659" y="4899"/>
                    <a:pt x="24119" y="4584"/>
                  </a:cubicBezTo>
                  <a:cubicBezTo>
                    <a:pt x="23578" y="4291"/>
                    <a:pt x="23150" y="3886"/>
                    <a:pt x="22768" y="3435"/>
                  </a:cubicBezTo>
                  <a:cubicBezTo>
                    <a:pt x="22385" y="3007"/>
                    <a:pt x="22002" y="2557"/>
                    <a:pt x="21552" y="2197"/>
                  </a:cubicBezTo>
                  <a:cubicBezTo>
                    <a:pt x="21079" y="1814"/>
                    <a:pt x="20516" y="1589"/>
                    <a:pt x="19930" y="1409"/>
                  </a:cubicBezTo>
                  <a:cubicBezTo>
                    <a:pt x="19255" y="1251"/>
                    <a:pt x="18557" y="1161"/>
                    <a:pt x="17836" y="1048"/>
                  </a:cubicBezTo>
                  <a:cubicBezTo>
                    <a:pt x="17116" y="936"/>
                    <a:pt x="16373" y="801"/>
                    <a:pt x="15629" y="688"/>
                  </a:cubicBezTo>
                  <a:cubicBezTo>
                    <a:pt x="14188" y="418"/>
                    <a:pt x="12747" y="125"/>
                    <a:pt x="11284" y="35"/>
                  </a:cubicBezTo>
                  <a:cubicBezTo>
                    <a:pt x="11051" y="13"/>
                    <a:pt x="10818" y="0"/>
                    <a:pt x="10585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0"/>
            <p:cNvSpPr/>
            <p:nvPr/>
          </p:nvSpPr>
          <p:spPr>
            <a:xfrm rot="10800000">
              <a:off x="7384745" y="4224372"/>
              <a:ext cx="1526026" cy="695121"/>
            </a:xfrm>
            <a:custGeom>
              <a:avLst/>
              <a:gdLst/>
              <a:ahLst/>
              <a:cxnLst/>
              <a:rect l="l" t="t" r="r" b="b"/>
              <a:pathLst>
                <a:path w="60003" h="27332" extrusionOk="0">
                  <a:moveTo>
                    <a:pt x="59807" y="1"/>
                  </a:moveTo>
                  <a:cubicBezTo>
                    <a:pt x="59772" y="1"/>
                    <a:pt x="59737" y="16"/>
                    <a:pt x="59712" y="53"/>
                  </a:cubicBezTo>
                  <a:cubicBezTo>
                    <a:pt x="57055" y="3498"/>
                    <a:pt x="53475" y="6043"/>
                    <a:pt x="49241" y="7169"/>
                  </a:cubicBezTo>
                  <a:cubicBezTo>
                    <a:pt x="48183" y="7461"/>
                    <a:pt x="47080" y="7641"/>
                    <a:pt x="45954" y="7731"/>
                  </a:cubicBezTo>
                  <a:cubicBezTo>
                    <a:pt x="44670" y="7844"/>
                    <a:pt x="43342" y="7844"/>
                    <a:pt x="42036" y="7979"/>
                  </a:cubicBezTo>
                  <a:cubicBezTo>
                    <a:pt x="39874" y="8204"/>
                    <a:pt x="37915" y="8925"/>
                    <a:pt x="36069" y="10096"/>
                  </a:cubicBezTo>
                  <a:cubicBezTo>
                    <a:pt x="32466" y="12438"/>
                    <a:pt x="29831" y="15950"/>
                    <a:pt x="26724" y="18878"/>
                  </a:cubicBezTo>
                  <a:cubicBezTo>
                    <a:pt x="23346" y="22030"/>
                    <a:pt x="19450" y="24755"/>
                    <a:pt x="14969" y="26173"/>
                  </a:cubicBezTo>
                  <a:cubicBezTo>
                    <a:pt x="12999" y="26792"/>
                    <a:pt x="10897" y="27128"/>
                    <a:pt x="8795" y="27128"/>
                  </a:cubicBezTo>
                  <a:cubicBezTo>
                    <a:pt x="6307" y="27128"/>
                    <a:pt x="3819" y="26658"/>
                    <a:pt x="1549" y="25633"/>
                  </a:cubicBezTo>
                  <a:cubicBezTo>
                    <a:pt x="1031" y="25408"/>
                    <a:pt x="536" y="25160"/>
                    <a:pt x="40" y="24890"/>
                  </a:cubicBezTo>
                  <a:cubicBezTo>
                    <a:pt x="35" y="24879"/>
                    <a:pt x="29" y="24875"/>
                    <a:pt x="25" y="24875"/>
                  </a:cubicBezTo>
                  <a:cubicBezTo>
                    <a:pt x="9" y="24875"/>
                    <a:pt x="1" y="24918"/>
                    <a:pt x="18" y="24935"/>
                  </a:cubicBezTo>
                  <a:cubicBezTo>
                    <a:pt x="2676" y="26595"/>
                    <a:pt x="5733" y="27331"/>
                    <a:pt x="8816" y="27331"/>
                  </a:cubicBezTo>
                  <a:cubicBezTo>
                    <a:pt x="10251" y="27331"/>
                    <a:pt x="11692" y="27172"/>
                    <a:pt x="13100" y="26872"/>
                  </a:cubicBezTo>
                  <a:cubicBezTo>
                    <a:pt x="17627" y="25926"/>
                    <a:pt x="21747" y="23494"/>
                    <a:pt x="25260" y="20522"/>
                  </a:cubicBezTo>
                  <a:cubicBezTo>
                    <a:pt x="26994" y="19058"/>
                    <a:pt x="28570" y="17414"/>
                    <a:pt x="30101" y="15793"/>
                  </a:cubicBezTo>
                  <a:cubicBezTo>
                    <a:pt x="31610" y="14217"/>
                    <a:pt x="33096" y="12640"/>
                    <a:pt x="34808" y="11289"/>
                  </a:cubicBezTo>
                  <a:cubicBezTo>
                    <a:pt x="36474" y="9961"/>
                    <a:pt x="38388" y="8880"/>
                    <a:pt x="40460" y="8429"/>
                  </a:cubicBezTo>
                  <a:cubicBezTo>
                    <a:pt x="42982" y="7912"/>
                    <a:pt x="45594" y="8204"/>
                    <a:pt x="48116" y="7731"/>
                  </a:cubicBezTo>
                  <a:cubicBezTo>
                    <a:pt x="52304" y="6966"/>
                    <a:pt x="56312" y="4692"/>
                    <a:pt x="59037" y="1426"/>
                  </a:cubicBezTo>
                  <a:cubicBezTo>
                    <a:pt x="59374" y="1044"/>
                    <a:pt x="59667" y="616"/>
                    <a:pt x="59937" y="188"/>
                  </a:cubicBezTo>
                  <a:cubicBezTo>
                    <a:pt x="60003" y="106"/>
                    <a:pt x="59902" y="1"/>
                    <a:pt x="5980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4" name="Google Shape;304;p34"/>
          <p:cNvGrpSpPr/>
          <p:nvPr/>
        </p:nvGrpSpPr>
        <p:grpSpPr>
          <a:xfrm>
            <a:off x="241042" y="-161817"/>
            <a:ext cx="8670406" cy="5082088"/>
            <a:chOff x="241042" y="-161817"/>
            <a:chExt cx="8670406" cy="5082088"/>
          </a:xfrm>
        </p:grpSpPr>
        <p:sp>
          <p:nvSpPr>
            <p:cNvPr id="305" name="Google Shape;305;p34"/>
            <p:cNvSpPr/>
            <p:nvPr/>
          </p:nvSpPr>
          <p:spPr>
            <a:xfrm>
              <a:off x="241042" y="2907390"/>
              <a:ext cx="1182013" cy="1305220"/>
            </a:xfrm>
            <a:custGeom>
              <a:avLst/>
              <a:gdLst/>
              <a:ahLst/>
              <a:cxnLst/>
              <a:rect l="l" t="t" r="r" b="b"/>
              <a:pathLst>
                <a:path w="31717" h="35023" extrusionOk="0">
                  <a:moveTo>
                    <a:pt x="15108" y="455"/>
                  </a:moveTo>
                  <a:cubicBezTo>
                    <a:pt x="15716" y="2482"/>
                    <a:pt x="15896" y="4576"/>
                    <a:pt x="15693" y="6693"/>
                  </a:cubicBezTo>
                  <a:cubicBezTo>
                    <a:pt x="15603" y="7458"/>
                    <a:pt x="15491" y="8179"/>
                    <a:pt x="15356" y="8922"/>
                  </a:cubicBezTo>
                  <a:cubicBezTo>
                    <a:pt x="14613" y="7639"/>
                    <a:pt x="13937" y="6378"/>
                    <a:pt x="13217" y="5117"/>
                  </a:cubicBezTo>
                  <a:cubicBezTo>
                    <a:pt x="14252" y="3946"/>
                    <a:pt x="14928" y="2482"/>
                    <a:pt x="15063" y="861"/>
                  </a:cubicBezTo>
                  <a:cubicBezTo>
                    <a:pt x="15063" y="726"/>
                    <a:pt x="15108" y="590"/>
                    <a:pt x="15108" y="455"/>
                  </a:cubicBezTo>
                  <a:close/>
                  <a:moveTo>
                    <a:pt x="15333" y="636"/>
                  </a:moveTo>
                  <a:lnTo>
                    <a:pt x="15333" y="636"/>
                  </a:lnTo>
                  <a:cubicBezTo>
                    <a:pt x="16932" y="2009"/>
                    <a:pt x="18553" y="3653"/>
                    <a:pt x="18936" y="5792"/>
                  </a:cubicBezTo>
                  <a:cubicBezTo>
                    <a:pt x="18643" y="5995"/>
                    <a:pt x="18418" y="6265"/>
                    <a:pt x="18170" y="6535"/>
                  </a:cubicBezTo>
                  <a:cubicBezTo>
                    <a:pt x="17855" y="6805"/>
                    <a:pt x="17540" y="7121"/>
                    <a:pt x="17247" y="7391"/>
                  </a:cubicBezTo>
                  <a:cubicBezTo>
                    <a:pt x="16684" y="7909"/>
                    <a:pt x="16121" y="8449"/>
                    <a:pt x="15558" y="8922"/>
                  </a:cubicBezTo>
                  <a:cubicBezTo>
                    <a:pt x="15671" y="8449"/>
                    <a:pt x="15739" y="7931"/>
                    <a:pt x="15806" y="7436"/>
                  </a:cubicBezTo>
                  <a:cubicBezTo>
                    <a:pt x="16076" y="5297"/>
                    <a:pt x="16031" y="3090"/>
                    <a:pt x="15446" y="1018"/>
                  </a:cubicBezTo>
                  <a:cubicBezTo>
                    <a:pt x="15401" y="861"/>
                    <a:pt x="15356" y="748"/>
                    <a:pt x="15333" y="636"/>
                  </a:cubicBezTo>
                  <a:close/>
                  <a:moveTo>
                    <a:pt x="18981" y="5905"/>
                  </a:moveTo>
                  <a:cubicBezTo>
                    <a:pt x="18959" y="5972"/>
                    <a:pt x="18981" y="6017"/>
                    <a:pt x="18981" y="6085"/>
                  </a:cubicBezTo>
                  <a:cubicBezTo>
                    <a:pt x="19071" y="6693"/>
                    <a:pt x="19004" y="7323"/>
                    <a:pt x="18981" y="7931"/>
                  </a:cubicBezTo>
                  <a:cubicBezTo>
                    <a:pt x="18959" y="8562"/>
                    <a:pt x="18981" y="9170"/>
                    <a:pt x="19116" y="9755"/>
                  </a:cubicBezTo>
                  <a:cubicBezTo>
                    <a:pt x="19274" y="10386"/>
                    <a:pt x="19499" y="10994"/>
                    <a:pt x="19634" y="11624"/>
                  </a:cubicBezTo>
                  <a:cubicBezTo>
                    <a:pt x="19747" y="12097"/>
                    <a:pt x="19769" y="12547"/>
                    <a:pt x="19747" y="13020"/>
                  </a:cubicBezTo>
                  <a:cubicBezTo>
                    <a:pt x="17923" y="13921"/>
                    <a:pt x="16054" y="14754"/>
                    <a:pt x="14140" y="15475"/>
                  </a:cubicBezTo>
                  <a:cubicBezTo>
                    <a:pt x="13915" y="15565"/>
                    <a:pt x="13689" y="15655"/>
                    <a:pt x="13442" y="15722"/>
                  </a:cubicBezTo>
                  <a:cubicBezTo>
                    <a:pt x="13329" y="15790"/>
                    <a:pt x="13194" y="15812"/>
                    <a:pt x="13081" y="15880"/>
                  </a:cubicBezTo>
                  <a:lnTo>
                    <a:pt x="13036" y="15880"/>
                  </a:lnTo>
                  <a:cubicBezTo>
                    <a:pt x="13419" y="15159"/>
                    <a:pt x="13712" y="14461"/>
                    <a:pt x="14027" y="13763"/>
                  </a:cubicBezTo>
                  <a:cubicBezTo>
                    <a:pt x="14680" y="12277"/>
                    <a:pt x="15176" y="10701"/>
                    <a:pt x="15513" y="9080"/>
                  </a:cubicBezTo>
                  <a:cubicBezTo>
                    <a:pt x="16144" y="8562"/>
                    <a:pt x="16752" y="8021"/>
                    <a:pt x="17382" y="7458"/>
                  </a:cubicBezTo>
                  <a:cubicBezTo>
                    <a:pt x="17698" y="7166"/>
                    <a:pt x="17990" y="6895"/>
                    <a:pt x="18306" y="6580"/>
                  </a:cubicBezTo>
                  <a:cubicBezTo>
                    <a:pt x="18531" y="6355"/>
                    <a:pt x="18778" y="6152"/>
                    <a:pt x="18981" y="5905"/>
                  </a:cubicBezTo>
                  <a:close/>
                  <a:moveTo>
                    <a:pt x="13149" y="5229"/>
                  </a:moveTo>
                  <a:lnTo>
                    <a:pt x="15356" y="9125"/>
                  </a:lnTo>
                  <a:cubicBezTo>
                    <a:pt x="15063" y="10431"/>
                    <a:pt x="14658" y="11759"/>
                    <a:pt x="14140" y="13020"/>
                  </a:cubicBezTo>
                  <a:cubicBezTo>
                    <a:pt x="13757" y="14034"/>
                    <a:pt x="13284" y="15002"/>
                    <a:pt x="12789" y="15948"/>
                  </a:cubicBezTo>
                  <a:cubicBezTo>
                    <a:pt x="12766" y="15948"/>
                    <a:pt x="12721" y="15948"/>
                    <a:pt x="12699" y="15925"/>
                  </a:cubicBezTo>
                  <a:cubicBezTo>
                    <a:pt x="12676" y="15903"/>
                    <a:pt x="12676" y="15835"/>
                    <a:pt x="12654" y="15812"/>
                  </a:cubicBezTo>
                  <a:cubicBezTo>
                    <a:pt x="12451" y="15317"/>
                    <a:pt x="12226" y="14822"/>
                    <a:pt x="12023" y="14326"/>
                  </a:cubicBezTo>
                  <a:cubicBezTo>
                    <a:pt x="11595" y="13336"/>
                    <a:pt x="11190" y="12322"/>
                    <a:pt x="10762" y="11309"/>
                  </a:cubicBezTo>
                  <a:cubicBezTo>
                    <a:pt x="10312" y="10251"/>
                    <a:pt x="9861" y="9147"/>
                    <a:pt x="9411" y="8066"/>
                  </a:cubicBezTo>
                  <a:cubicBezTo>
                    <a:pt x="10289" y="7436"/>
                    <a:pt x="11280" y="6828"/>
                    <a:pt x="12113" y="6197"/>
                  </a:cubicBezTo>
                  <a:cubicBezTo>
                    <a:pt x="12473" y="5905"/>
                    <a:pt x="12811" y="5567"/>
                    <a:pt x="13149" y="5229"/>
                  </a:cubicBezTo>
                  <a:close/>
                  <a:moveTo>
                    <a:pt x="9298" y="8156"/>
                  </a:moveTo>
                  <a:cubicBezTo>
                    <a:pt x="10177" y="10206"/>
                    <a:pt x="11010" y="12277"/>
                    <a:pt x="11888" y="14349"/>
                  </a:cubicBezTo>
                  <a:cubicBezTo>
                    <a:pt x="12113" y="14867"/>
                    <a:pt x="12316" y="15385"/>
                    <a:pt x="12541" y="15903"/>
                  </a:cubicBezTo>
                  <a:cubicBezTo>
                    <a:pt x="12564" y="15993"/>
                    <a:pt x="12631" y="16105"/>
                    <a:pt x="12699" y="16128"/>
                  </a:cubicBezTo>
                  <a:cubicBezTo>
                    <a:pt x="12136" y="17186"/>
                    <a:pt x="11505" y="18267"/>
                    <a:pt x="10830" y="19280"/>
                  </a:cubicBezTo>
                  <a:cubicBezTo>
                    <a:pt x="9771" y="20789"/>
                    <a:pt x="8623" y="22253"/>
                    <a:pt x="7362" y="23604"/>
                  </a:cubicBezTo>
                  <a:cubicBezTo>
                    <a:pt x="7024" y="22140"/>
                    <a:pt x="6686" y="20676"/>
                    <a:pt x="6349" y="19258"/>
                  </a:cubicBezTo>
                  <a:cubicBezTo>
                    <a:pt x="6011" y="17749"/>
                    <a:pt x="5673" y="16263"/>
                    <a:pt x="5313" y="14777"/>
                  </a:cubicBezTo>
                  <a:cubicBezTo>
                    <a:pt x="5538" y="14529"/>
                    <a:pt x="5718" y="14259"/>
                    <a:pt x="5898" y="13989"/>
                  </a:cubicBezTo>
                  <a:cubicBezTo>
                    <a:pt x="6506" y="12998"/>
                    <a:pt x="6686" y="11872"/>
                    <a:pt x="7114" y="10814"/>
                  </a:cubicBezTo>
                  <a:cubicBezTo>
                    <a:pt x="7565" y="9688"/>
                    <a:pt x="8375" y="8854"/>
                    <a:pt x="9298" y="8156"/>
                  </a:cubicBezTo>
                  <a:close/>
                  <a:moveTo>
                    <a:pt x="19724" y="13133"/>
                  </a:moveTo>
                  <a:cubicBezTo>
                    <a:pt x="19724" y="13245"/>
                    <a:pt x="19724" y="13336"/>
                    <a:pt x="19679" y="13448"/>
                  </a:cubicBezTo>
                  <a:cubicBezTo>
                    <a:pt x="19567" y="14079"/>
                    <a:pt x="19341" y="14642"/>
                    <a:pt x="19004" y="15159"/>
                  </a:cubicBezTo>
                  <a:cubicBezTo>
                    <a:pt x="18666" y="15700"/>
                    <a:pt x="18283" y="16218"/>
                    <a:pt x="17968" y="16781"/>
                  </a:cubicBezTo>
                  <a:cubicBezTo>
                    <a:pt x="17472" y="17726"/>
                    <a:pt x="17315" y="18807"/>
                    <a:pt x="16909" y="19776"/>
                  </a:cubicBezTo>
                  <a:cubicBezTo>
                    <a:pt x="15693" y="20271"/>
                    <a:pt x="14500" y="20789"/>
                    <a:pt x="13329" y="21307"/>
                  </a:cubicBezTo>
                  <a:cubicBezTo>
                    <a:pt x="12068" y="21825"/>
                    <a:pt x="10762" y="22365"/>
                    <a:pt x="9479" y="22883"/>
                  </a:cubicBezTo>
                  <a:cubicBezTo>
                    <a:pt x="8848" y="23131"/>
                    <a:pt x="8240" y="23356"/>
                    <a:pt x="7610" y="23604"/>
                  </a:cubicBezTo>
                  <a:cubicBezTo>
                    <a:pt x="8645" y="22455"/>
                    <a:pt x="9636" y="21239"/>
                    <a:pt x="10537" y="19978"/>
                  </a:cubicBezTo>
                  <a:cubicBezTo>
                    <a:pt x="11415" y="18740"/>
                    <a:pt x="12226" y="17411"/>
                    <a:pt x="12924" y="16060"/>
                  </a:cubicBezTo>
                  <a:cubicBezTo>
                    <a:pt x="12969" y="16038"/>
                    <a:pt x="13014" y="16038"/>
                    <a:pt x="13036" y="16015"/>
                  </a:cubicBezTo>
                  <a:cubicBezTo>
                    <a:pt x="13194" y="15948"/>
                    <a:pt x="13329" y="15903"/>
                    <a:pt x="13487" y="15835"/>
                  </a:cubicBezTo>
                  <a:cubicBezTo>
                    <a:pt x="14500" y="15475"/>
                    <a:pt x="15558" y="15047"/>
                    <a:pt x="16527" y="14642"/>
                  </a:cubicBezTo>
                  <a:cubicBezTo>
                    <a:pt x="17607" y="14191"/>
                    <a:pt x="18666" y="13673"/>
                    <a:pt x="19724" y="13133"/>
                  </a:cubicBezTo>
                  <a:close/>
                  <a:moveTo>
                    <a:pt x="31141" y="20519"/>
                  </a:moveTo>
                  <a:lnTo>
                    <a:pt x="31141" y="20519"/>
                  </a:lnTo>
                  <a:cubicBezTo>
                    <a:pt x="30915" y="20901"/>
                    <a:pt x="30713" y="21307"/>
                    <a:pt x="30465" y="21667"/>
                  </a:cubicBezTo>
                  <a:cubicBezTo>
                    <a:pt x="30127" y="22140"/>
                    <a:pt x="29790" y="22590"/>
                    <a:pt x="29407" y="23041"/>
                  </a:cubicBezTo>
                  <a:cubicBezTo>
                    <a:pt x="29001" y="23491"/>
                    <a:pt x="28619" y="23941"/>
                    <a:pt x="28191" y="24369"/>
                  </a:cubicBezTo>
                  <a:cubicBezTo>
                    <a:pt x="28506" y="23333"/>
                    <a:pt x="28754" y="22253"/>
                    <a:pt x="28911" y="21194"/>
                  </a:cubicBezTo>
                  <a:cubicBezTo>
                    <a:pt x="29058" y="21205"/>
                    <a:pt x="29193" y="21211"/>
                    <a:pt x="29320" y="21211"/>
                  </a:cubicBezTo>
                  <a:cubicBezTo>
                    <a:pt x="29446" y="21211"/>
                    <a:pt x="29564" y="21205"/>
                    <a:pt x="29677" y="21194"/>
                  </a:cubicBezTo>
                  <a:cubicBezTo>
                    <a:pt x="30217" y="21127"/>
                    <a:pt x="30713" y="20901"/>
                    <a:pt x="31118" y="20541"/>
                  </a:cubicBezTo>
                  <a:lnTo>
                    <a:pt x="31141" y="20519"/>
                  </a:lnTo>
                  <a:close/>
                  <a:moveTo>
                    <a:pt x="31253" y="20676"/>
                  </a:moveTo>
                  <a:cubicBezTo>
                    <a:pt x="30983" y="22253"/>
                    <a:pt x="30420" y="23806"/>
                    <a:pt x="29699" y="25270"/>
                  </a:cubicBezTo>
                  <a:cubicBezTo>
                    <a:pt x="29204" y="25045"/>
                    <a:pt x="28686" y="24820"/>
                    <a:pt x="28191" y="24617"/>
                  </a:cubicBezTo>
                  <a:cubicBezTo>
                    <a:pt x="28574" y="24234"/>
                    <a:pt x="28979" y="23829"/>
                    <a:pt x="29317" y="23446"/>
                  </a:cubicBezTo>
                  <a:cubicBezTo>
                    <a:pt x="30037" y="22635"/>
                    <a:pt x="30780" y="21690"/>
                    <a:pt x="31253" y="20676"/>
                  </a:cubicBezTo>
                  <a:close/>
                  <a:moveTo>
                    <a:pt x="16909" y="19843"/>
                  </a:moveTo>
                  <a:lnTo>
                    <a:pt x="16819" y="20001"/>
                  </a:lnTo>
                  <a:cubicBezTo>
                    <a:pt x="16234" y="21194"/>
                    <a:pt x="15018" y="21847"/>
                    <a:pt x="14005" y="22635"/>
                  </a:cubicBezTo>
                  <a:cubicBezTo>
                    <a:pt x="13464" y="23018"/>
                    <a:pt x="13014" y="23469"/>
                    <a:pt x="12631" y="23986"/>
                  </a:cubicBezTo>
                  <a:cubicBezTo>
                    <a:pt x="12181" y="24504"/>
                    <a:pt x="11753" y="25067"/>
                    <a:pt x="11212" y="25518"/>
                  </a:cubicBezTo>
                  <a:cubicBezTo>
                    <a:pt x="10154" y="26396"/>
                    <a:pt x="8826" y="26914"/>
                    <a:pt x="7497" y="27251"/>
                  </a:cubicBezTo>
                  <a:cubicBezTo>
                    <a:pt x="6259" y="27589"/>
                    <a:pt x="4975" y="27814"/>
                    <a:pt x="3669" y="27882"/>
                  </a:cubicBezTo>
                  <a:cubicBezTo>
                    <a:pt x="3444" y="27927"/>
                    <a:pt x="3241" y="27927"/>
                    <a:pt x="3016" y="27927"/>
                  </a:cubicBezTo>
                  <a:cubicBezTo>
                    <a:pt x="4007" y="27161"/>
                    <a:pt x="4975" y="26306"/>
                    <a:pt x="5898" y="25405"/>
                  </a:cubicBezTo>
                  <a:cubicBezTo>
                    <a:pt x="6439" y="24910"/>
                    <a:pt x="6912" y="24392"/>
                    <a:pt x="7407" y="23874"/>
                  </a:cubicBezTo>
                  <a:cubicBezTo>
                    <a:pt x="9974" y="22883"/>
                    <a:pt x="12518" y="21847"/>
                    <a:pt x="15040" y="20721"/>
                  </a:cubicBezTo>
                  <a:cubicBezTo>
                    <a:pt x="15671" y="20429"/>
                    <a:pt x="16279" y="20158"/>
                    <a:pt x="16909" y="19843"/>
                  </a:cubicBezTo>
                  <a:close/>
                  <a:moveTo>
                    <a:pt x="26874" y="20833"/>
                  </a:moveTo>
                  <a:cubicBezTo>
                    <a:pt x="27306" y="20833"/>
                    <a:pt x="27737" y="20911"/>
                    <a:pt x="28168" y="21014"/>
                  </a:cubicBezTo>
                  <a:cubicBezTo>
                    <a:pt x="28393" y="21082"/>
                    <a:pt x="28641" y="21127"/>
                    <a:pt x="28866" y="21172"/>
                  </a:cubicBezTo>
                  <a:cubicBezTo>
                    <a:pt x="28686" y="22298"/>
                    <a:pt x="28439" y="23423"/>
                    <a:pt x="28078" y="24504"/>
                  </a:cubicBezTo>
                  <a:cubicBezTo>
                    <a:pt x="27718" y="24887"/>
                    <a:pt x="27335" y="25225"/>
                    <a:pt x="26975" y="25563"/>
                  </a:cubicBezTo>
                  <a:cubicBezTo>
                    <a:pt x="25759" y="26621"/>
                    <a:pt x="24408" y="27522"/>
                    <a:pt x="23012" y="28310"/>
                  </a:cubicBezTo>
                  <a:cubicBezTo>
                    <a:pt x="23237" y="27747"/>
                    <a:pt x="23507" y="27206"/>
                    <a:pt x="23732" y="26689"/>
                  </a:cubicBezTo>
                  <a:cubicBezTo>
                    <a:pt x="24025" y="26036"/>
                    <a:pt x="24295" y="25405"/>
                    <a:pt x="24565" y="24775"/>
                  </a:cubicBezTo>
                  <a:cubicBezTo>
                    <a:pt x="25083" y="23491"/>
                    <a:pt x="25624" y="22230"/>
                    <a:pt x="26052" y="20969"/>
                  </a:cubicBezTo>
                  <a:cubicBezTo>
                    <a:pt x="26187" y="20879"/>
                    <a:pt x="26322" y="20856"/>
                    <a:pt x="26479" y="20856"/>
                  </a:cubicBezTo>
                  <a:cubicBezTo>
                    <a:pt x="26611" y="20841"/>
                    <a:pt x="26743" y="20833"/>
                    <a:pt x="26874" y="20833"/>
                  </a:cubicBezTo>
                  <a:close/>
                  <a:moveTo>
                    <a:pt x="28101" y="24707"/>
                  </a:moveTo>
                  <a:cubicBezTo>
                    <a:pt x="28641" y="24932"/>
                    <a:pt x="29137" y="25157"/>
                    <a:pt x="29654" y="25383"/>
                  </a:cubicBezTo>
                  <a:cubicBezTo>
                    <a:pt x="29429" y="25900"/>
                    <a:pt x="29137" y="26396"/>
                    <a:pt x="28866" y="26914"/>
                  </a:cubicBezTo>
                  <a:cubicBezTo>
                    <a:pt x="28191" y="28107"/>
                    <a:pt x="27448" y="29301"/>
                    <a:pt x="26322" y="30134"/>
                  </a:cubicBezTo>
                  <a:cubicBezTo>
                    <a:pt x="26277" y="30179"/>
                    <a:pt x="26254" y="30201"/>
                    <a:pt x="26187" y="30246"/>
                  </a:cubicBezTo>
                  <a:cubicBezTo>
                    <a:pt x="25624" y="29931"/>
                    <a:pt x="25061" y="29661"/>
                    <a:pt x="24520" y="29346"/>
                  </a:cubicBezTo>
                  <a:cubicBezTo>
                    <a:pt x="24003" y="29075"/>
                    <a:pt x="23485" y="28738"/>
                    <a:pt x="22922" y="28467"/>
                  </a:cubicBezTo>
                  <a:cubicBezTo>
                    <a:pt x="24160" y="27814"/>
                    <a:pt x="25376" y="27026"/>
                    <a:pt x="26502" y="26126"/>
                  </a:cubicBezTo>
                  <a:cubicBezTo>
                    <a:pt x="27065" y="25653"/>
                    <a:pt x="27605" y="25180"/>
                    <a:pt x="28101" y="24707"/>
                  </a:cubicBezTo>
                  <a:close/>
                  <a:moveTo>
                    <a:pt x="25962" y="20969"/>
                  </a:moveTo>
                  <a:cubicBezTo>
                    <a:pt x="25421" y="22208"/>
                    <a:pt x="24948" y="23469"/>
                    <a:pt x="24408" y="24707"/>
                  </a:cubicBezTo>
                  <a:cubicBezTo>
                    <a:pt x="24160" y="25337"/>
                    <a:pt x="23890" y="25945"/>
                    <a:pt x="23597" y="26598"/>
                  </a:cubicBezTo>
                  <a:cubicBezTo>
                    <a:pt x="23349" y="27184"/>
                    <a:pt x="23102" y="27814"/>
                    <a:pt x="22787" y="28400"/>
                  </a:cubicBezTo>
                  <a:cubicBezTo>
                    <a:pt x="22201" y="28715"/>
                    <a:pt x="21593" y="29008"/>
                    <a:pt x="20985" y="29278"/>
                  </a:cubicBezTo>
                  <a:cubicBezTo>
                    <a:pt x="19792" y="29773"/>
                    <a:pt x="18553" y="30201"/>
                    <a:pt x="17315" y="30472"/>
                  </a:cubicBezTo>
                  <a:lnTo>
                    <a:pt x="17315" y="30449"/>
                  </a:lnTo>
                  <a:cubicBezTo>
                    <a:pt x="17427" y="30134"/>
                    <a:pt x="17607" y="29864"/>
                    <a:pt x="17743" y="29571"/>
                  </a:cubicBezTo>
                  <a:cubicBezTo>
                    <a:pt x="17878" y="29278"/>
                    <a:pt x="18035" y="28963"/>
                    <a:pt x="18193" y="28648"/>
                  </a:cubicBezTo>
                  <a:lnTo>
                    <a:pt x="19049" y="26779"/>
                  </a:lnTo>
                  <a:cubicBezTo>
                    <a:pt x="19319" y="26148"/>
                    <a:pt x="19634" y="25518"/>
                    <a:pt x="19859" y="24842"/>
                  </a:cubicBezTo>
                  <a:cubicBezTo>
                    <a:pt x="19972" y="24820"/>
                    <a:pt x="20062" y="24775"/>
                    <a:pt x="20129" y="24729"/>
                  </a:cubicBezTo>
                  <a:cubicBezTo>
                    <a:pt x="20737" y="24437"/>
                    <a:pt x="21255" y="24054"/>
                    <a:pt x="21773" y="23649"/>
                  </a:cubicBezTo>
                  <a:cubicBezTo>
                    <a:pt x="22764" y="22861"/>
                    <a:pt x="23687" y="21960"/>
                    <a:pt x="24813" y="21397"/>
                  </a:cubicBezTo>
                  <a:cubicBezTo>
                    <a:pt x="25173" y="21194"/>
                    <a:pt x="25579" y="21059"/>
                    <a:pt x="25962" y="20969"/>
                  </a:cubicBezTo>
                  <a:close/>
                  <a:moveTo>
                    <a:pt x="2310" y="29662"/>
                  </a:moveTo>
                  <a:cubicBezTo>
                    <a:pt x="3548" y="29662"/>
                    <a:pt x="4819" y="30011"/>
                    <a:pt x="6011" y="30201"/>
                  </a:cubicBezTo>
                  <a:cubicBezTo>
                    <a:pt x="6565" y="30282"/>
                    <a:pt x="7143" y="30347"/>
                    <a:pt x="7716" y="30347"/>
                  </a:cubicBezTo>
                  <a:cubicBezTo>
                    <a:pt x="8099" y="30347"/>
                    <a:pt x="8479" y="30318"/>
                    <a:pt x="8848" y="30246"/>
                  </a:cubicBezTo>
                  <a:cubicBezTo>
                    <a:pt x="8916" y="30246"/>
                    <a:pt x="8938" y="30224"/>
                    <a:pt x="8983" y="30224"/>
                  </a:cubicBezTo>
                  <a:lnTo>
                    <a:pt x="8758" y="30449"/>
                  </a:lnTo>
                  <a:cubicBezTo>
                    <a:pt x="8690" y="30539"/>
                    <a:pt x="8600" y="30652"/>
                    <a:pt x="8488" y="30719"/>
                  </a:cubicBezTo>
                  <a:cubicBezTo>
                    <a:pt x="8420" y="30787"/>
                    <a:pt x="8308" y="30877"/>
                    <a:pt x="8285" y="30967"/>
                  </a:cubicBezTo>
                  <a:cubicBezTo>
                    <a:pt x="8263" y="30989"/>
                    <a:pt x="8263" y="31012"/>
                    <a:pt x="8263" y="31034"/>
                  </a:cubicBezTo>
                  <a:cubicBezTo>
                    <a:pt x="8150" y="31034"/>
                    <a:pt x="8037" y="31012"/>
                    <a:pt x="7925" y="31012"/>
                  </a:cubicBezTo>
                  <a:cubicBezTo>
                    <a:pt x="5651" y="30764"/>
                    <a:pt x="3421" y="30336"/>
                    <a:pt x="1192" y="29773"/>
                  </a:cubicBezTo>
                  <a:cubicBezTo>
                    <a:pt x="1560" y="29695"/>
                    <a:pt x="1933" y="29662"/>
                    <a:pt x="2310" y="29662"/>
                  </a:cubicBezTo>
                  <a:close/>
                  <a:moveTo>
                    <a:pt x="19747" y="24910"/>
                  </a:moveTo>
                  <a:lnTo>
                    <a:pt x="19747" y="24910"/>
                  </a:lnTo>
                  <a:cubicBezTo>
                    <a:pt x="19544" y="25292"/>
                    <a:pt x="19409" y="25720"/>
                    <a:pt x="19206" y="26126"/>
                  </a:cubicBezTo>
                  <a:cubicBezTo>
                    <a:pt x="18981" y="26598"/>
                    <a:pt x="18756" y="27094"/>
                    <a:pt x="18553" y="27589"/>
                  </a:cubicBezTo>
                  <a:cubicBezTo>
                    <a:pt x="18103" y="28558"/>
                    <a:pt x="17653" y="29526"/>
                    <a:pt x="17180" y="30494"/>
                  </a:cubicBezTo>
                  <a:cubicBezTo>
                    <a:pt x="15626" y="30877"/>
                    <a:pt x="14027" y="31057"/>
                    <a:pt x="12428" y="31147"/>
                  </a:cubicBezTo>
                  <a:cubicBezTo>
                    <a:pt x="13352" y="29683"/>
                    <a:pt x="14275" y="28220"/>
                    <a:pt x="15108" y="26711"/>
                  </a:cubicBezTo>
                  <a:cubicBezTo>
                    <a:pt x="16144" y="26148"/>
                    <a:pt x="17292" y="25810"/>
                    <a:pt x="18418" y="25405"/>
                  </a:cubicBezTo>
                  <a:cubicBezTo>
                    <a:pt x="18868" y="25270"/>
                    <a:pt x="19296" y="25090"/>
                    <a:pt x="19747" y="24910"/>
                  </a:cubicBezTo>
                  <a:close/>
                  <a:moveTo>
                    <a:pt x="14974" y="26795"/>
                  </a:moveTo>
                  <a:cubicBezTo>
                    <a:pt x="14148" y="28290"/>
                    <a:pt x="13298" y="29763"/>
                    <a:pt x="12316" y="31147"/>
                  </a:cubicBezTo>
                  <a:cubicBezTo>
                    <a:pt x="11969" y="31166"/>
                    <a:pt x="11618" y="31174"/>
                    <a:pt x="11266" y="31174"/>
                  </a:cubicBezTo>
                  <a:cubicBezTo>
                    <a:pt x="10338" y="31174"/>
                    <a:pt x="9396" y="31116"/>
                    <a:pt x="8465" y="31034"/>
                  </a:cubicBezTo>
                  <a:cubicBezTo>
                    <a:pt x="8488" y="30877"/>
                    <a:pt x="8803" y="30652"/>
                    <a:pt x="8871" y="30539"/>
                  </a:cubicBezTo>
                  <a:cubicBezTo>
                    <a:pt x="9028" y="30404"/>
                    <a:pt x="9141" y="30291"/>
                    <a:pt x="9253" y="30111"/>
                  </a:cubicBezTo>
                  <a:cubicBezTo>
                    <a:pt x="10222" y="29886"/>
                    <a:pt x="11122" y="29391"/>
                    <a:pt x="11978" y="28828"/>
                  </a:cubicBezTo>
                  <a:cubicBezTo>
                    <a:pt x="12991" y="28152"/>
                    <a:pt x="13915" y="27409"/>
                    <a:pt x="14950" y="26801"/>
                  </a:cubicBezTo>
                  <a:cubicBezTo>
                    <a:pt x="14950" y="26801"/>
                    <a:pt x="14962" y="26801"/>
                    <a:pt x="14974" y="26795"/>
                  </a:cubicBezTo>
                  <a:close/>
                  <a:moveTo>
                    <a:pt x="22787" y="28535"/>
                  </a:moveTo>
                  <a:cubicBezTo>
                    <a:pt x="23327" y="28873"/>
                    <a:pt x="23890" y="29120"/>
                    <a:pt x="24453" y="29413"/>
                  </a:cubicBezTo>
                  <a:cubicBezTo>
                    <a:pt x="25016" y="29683"/>
                    <a:pt x="25534" y="29999"/>
                    <a:pt x="26074" y="30291"/>
                  </a:cubicBezTo>
                  <a:cubicBezTo>
                    <a:pt x="25016" y="31102"/>
                    <a:pt x="23710" y="31642"/>
                    <a:pt x="22494" y="32228"/>
                  </a:cubicBezTo>
                  <a:cubicBezTo>
                    <a:pt x="21751" y="32588"/>
                    <a:pt x="20985" y="32948"/>
                    <a:pt x="20242" y="33331"/>
                  </a:cubicBezTo>
                  <a:lnTo>
                    <a:pt x="18733" y="31980"/>
                  </a:lnTo>
                  <a:cubicBezTo>
                    <a:pt x="18486" y="31710"/>
                    <a:pt x="18193" y="31462"/>
                    <a:pt x="17945" y="31215"/>
                  </a:cubicBezTo>
                  <a:lnTo>
                    <a:pt x="17607" y="30877"/>
                  </a:lnTo>
                  <a:lnTo>
                    <a:pt x="17427" y="30697"/>
                  </a:lnTo>
                  <a:lnTo>
                    <a:pt x="17360" y="30629"/>
                  </a:lnTo>
                  <a:cubicBezTo>
                    <a:pt x="19229" y="30134"/>
                    <a:pt x="21075" y="29458"/>
                    <a:pt x="22787" y="28535"/>
                  </a:cubicBezTo>
                  <a:close/>
                  <a:moveTo>
                    <a:pt x="832" y="29886"/>
                  </a:moveTo>
                  <a:lnTo>
                    <a:pt x="832" y="29886"/>
                  </a:lnTo>
                  <a:cubicBezTo>
                    <a:pt x="3286" y="30517"/>
                    <a:pt x="5786" y="30989"/>
                    <a:pt x="8308" y="31215"/>
                  </a:cubicBezTo>
                  <a:lnTo>
                    <a:pt x="8398" y="31372"/>
                  </a:lnTo>
                  <a:lnTo>
                    <a:pt x="8735" y="32048"/>
                  </a:lnTo>
                  <a:cubicBezTo>
                    <a:pt x="9163" y="32903"/>
                    <a:pt x="9614" y="33782"/>
                    <a:pt x="10064" y="34592"/>
                  </a:cubicBezTo>
                  <a:lnTo>
                    <a:pt x="9726" y="34592"/>
                  </a:lnTo>
                  <a:cubicBezTo>
                    <a:pt x="9163" y="34525"/>
                    <a:pt x="8623" y="34367"/>
                    <a:pt x="8082" y="34142"/>
                  </a:cubicBezTo>
                  <a:cubicBezTo>
                    <a:pt x="7002" y="33647"/>
                    <a:pt x="6011" y="32903"/>
                    <a:pt x="5020" y="32250"/>
                  </a:cubicBezTo>
                  <a:cubicBezTo>
                    <a:pt x="3872" y="31530"/>
                    <a:pt x="2656" y="30787"/>
                    <a:pt x="1417" y="30201"/>
                  </a:cubicBezTo>
                  <a:cubicBezTo>
                    <a:pt x="1215" y="30089"/>
                    <a:pt x="989" y="29999"/>
                    <a:pt x="832" y="29886"/>
                  </a:cubicBezTo>
                  <a:close/>
                  <a:moveTo>
                    <a:pt x="8488" y="31237"/>
                  </a:moveTo>
                  <a:lnTo>
                    <a:pt x="8488" y="31237"/>
                  </a:lnTo>
                  <a:cubicBezTo>
                    <a:pt x="9365" y="31314"/>
                    <a:pt x="10253" y="31349"/>
                    <a:pt x="11136" y="31349"/>
                  </a:cubicBezTo>
                  <a:cubicBezTo>
                    <a:pt x="11546" y="31349"/>
                    <a:pt x="11954" y="31341"/>
                    <a:pt x="12361" y="31327"/>
                  </a:cubicBezTo>
                  <a:cubicBezTo>
                    <a:pt x="12811" y="31890"/>
                    <a:pt x="13307" y="32431"/>
                    <a:pt x="13757" y="32994"/>
                  </a:cubicBezTo>
                  <a:cubicBezTo>
                    <a:pt x="13982" y="33264"/>
                    <a:pt x="14207" y="33579"/>
                    <a:pt x="14455" y="33849"/>
                  </a:cubicBezTo>
                  <a:cubicBezTo>
                    <a:pt x="14658" y="34097"/>
                    <a:pt x="14838" y="34345"/>
                    <a:pt x="15040" y="34592"/>
                  </a:cubicBezTo>
                  <a:cubicBezTo>
                    <a:pt x="14455" y="34457"/>
                    <a:pt x="13892" y="34300"/>
                    <a:pt x="13329" y="34277"/>
                  </a:cubicBezTo>
                  <a:cubicBezTo>
                    <a:pt x="13213" y="34264"/>
                    <a:pt x="13098" y="34259"/>
                    <a:pt x="12983" y="34259"/>
                  </a:cubicBezTo>
                  <a:cubicBezTo>
                    <a:pt x="12498" y="34259"/>
                    <a:pt x="12028" y="34357"/>
                    <a:pt x="11573" y="34412"/>
                  </a:cubicBezTo>
                  <a:cubicBezTo>
                    <a:pt x="11122" y="34502"/>
                    <a:pt x="10672" y="34592"/>
                    <a:pt x="10199" y="34592"/>
                  </a:cubicBezTo>
                  <a:cubicBezTo>
                    <a:pt x="9839" y="33804"/>
                    <a:pt x="9411" y="33039"/>
                    <a:pt x="9028" y="32273"/>
                  </a:cubicBezTo>
                  <a:cubicBezTo>
                    <a:pt x="8938" y="32093"/>
                    <a:pt x="8826" y="31890"/>
                    <a:pt x="8735" y="31710"/>
                  </a:cubicBezTo>
                  <a:cubicBezTo>
                    <a:pt x="8690" y="31642"/>
                    <a:pt x="8645" y="31530"/>
                    <a:pt x="8600" y="31440"/>
                  </a:cubicBezTo>
                  <a:cubicBezTo>
                    <a:pt x="8578" y="31372"/>
                    <a:pt x="8510" y="31327"/>
                    <a:pt x="8488" y="31237"/>
                  </a:cubicBezTo>
                  <a:close/>
                  <a:moveTo>
                    <a:pt x="17180" y="30652"/>
                  </a:moveTo>
                  <a:cubicBezTo>
                    <a:pt x="18103" y="31575"/>
                    <a:pt x="19071" y="32498"/>
                    <a:pt x="20084" y="33376"/>
                  </a:cubicBezTo>
                  <a:cubicBezTo>
                    <a:pt x="19612" y="33624"/>
                    <a:pt x="19116" y="33849"/>
                    <a:pt x="18621" y="34097"/>
                  </a:cubicBezTo>
                  <a:cubicBezTo>
                    <a:pt x="18035" y="34390"/>
                    <a:pt x="17405" y="34660"/>
                    <a:pt x="16729" y="34750"/>
                  </a:cubicBezTo>
                  <a:cubicBezTo>
                    <a:pt x="16600" y="34766"/>
                    <a:pt x="16473" y="34773"/>
                    <a:pt x="16346" y="34773"/>
                  </a:cubicBezTo>
                  <a:cubicBezTo>
                    <a:pt x="15942" y="34773"/>
                    <a:pt x="15547" y="34700"/>
                    <a:pt x="15153" y="34615"/>
                  </a:cubicBezTo>
                  <a:cubicBezTo>
                    <a:pt x="14928" y="34367"/>
                    <a:pt x="14770" y="34074"/>
                    <a:pt x="14545" y="33804"/>
                  </a:cubicBezTo>
                  <a:cubicBezTo>
                    <a:pt x="14320" y="33489"/>
                    <a:pt x="14050" y="33196"/>
                    <a:pt x="13825" y="32903"/>
                  </a:cubicBezTo>
                  <a:cubicBezTo>
                    <a:pt x="13374" y="32363"/>
                    <a:pt x="12969" y="31823"/>
                    <a:pt x="12473" y="31282"/>
                  </a:cubicBezTo>
                  <a:lnTo>
                    <a:pt x="13757" y="31215"/>
                  </a:lnTo>
                  <a:cubicBezTo>
                    <a:pt x="14905" y="31102"/>
                    <a:pt x="16054" y="30922"/>
                    <a:pt x="17180" y="30652"/>
                  </a:cubicBezTo>
                  <a:close/>
                  <a:moveTo>
                    <a:pt x="15041" y="1"/>
                  </a:moveTo>
                  <a:cubicBezTo>
                    <a:pt x="14955" y="1"/>
                    <a:pt x="14860" y="59"/>
                    <a:pt x="14860" y="140"/>
                  </a:cubicBezTo>
                  <a:cubicBezTo>
                    <a:pt x="14905" y="2324"/>
                    <a:pt x="14005" y="4396"/>
                    <a:pt x="12316" y="5792"/>
                  </a:cubicBezTo>
                  <a:cubicBezTo>
                    <a:pt x="10582" y="7256"/>
                    <a:pt x="8218" y="8134"/>
                    <a:pt x="7092" y="10206"/>
                  </a:cubicBezTo>
                  <a:cubicBezTo>
                    <a:pt x="6574" y="11219"/>
                    <a:pt x="6416" y="12345"/>
                    <a:pt x="5921" y="13358"/>
                  </a:cubicBezTo>
                  <a:cubicBezTo>
                    <a:pt x="5380" y="14461"/>
                    <a:pt x="4435" y="15250"/>
                    <a:pt x="3692" y="16173"/>
                  </a:cubicBezTo>
                  <a:cubicBezTo>
                    <a:pt x="2453" y="17681"/>
                    <a:pt x="1687" y="19528"/>
                    <a:pt x="1440" y="21442"/>
                  </a:cubicBezTo>
                  <a:cubicBezTo>
                    <a:pt x="1192" y="23356"/>
                    <a:pt x="1417" y="25383"/>
                    <a:pt x="2205" y="27161"/>
                  </a:cubicBezTo>
                  <a:cubicBezTo>
                    <a:pt x="2318" y="27387"/>
                    <a:pt x="2431" y="27589"/>
                    <a:pt x="2543" y="27814"/>
                  </a:cubicBezTo>
                  <a:cubicBezTo>
                    <a:pt x="2574" y="27860"/>
                    <a:pt x="2620" y="27880"/>
                    <a:pt x="2664" y="27880"/>
                  </a:cubicBezTo>
                  <a:cubicBezTo>
                    <a:pt x="2750" y="27880"/>
                    <a:pt x="2828" y="27806"/>
                    <a:pt x="2768" y="27702"/>
                  </a:cubicBezTo>
                  <a:cubicBezTo>
                    <a:pt x="1868" y="25968"/>
                    <a:pt x="1507" y="23941"/>
                    <a:pt x="1665" y="22005"/>
                  </a:cubicBezTo>
                  <a:cubicBezTo>
                    <a:pt x="1845" y="20068"/>
                    <a:pt x="2521" y="18154"/>
                    <a:pt x="3692" y="16601"/>
                  </a:cubicBezTo>
                  <a:cubicBezTo>
                    <a:pt x="4164" y="15993"/>
                    <a:pt x="4727" y="15452"/>
                    <a:pt x="5245" y="14867"/>
                  </a:cubicBezTo>
                  <a:cubicBezTo>
                    <a:pt x="5561" y="16330"/>
                    <a:pt x="5921" y="17794"/>
                    <a:pt x="6259" y="19213"/>
                  </a:cubicBezTo>
                  <a:cubicBezTo>
                    <a:pt x="6596" y="20721"/>
                    <a:pt x="6934" y="22185"/>
                    <a:pt x="7294" y="23671"/>
                  </a:cubicBezTo>
                  <a:cubicBezTo>
                    <a:pt x="6979" y="24009"/>
                    <a:pt x="6641" y="24347"/>
                    <a:pt x="6349" y="24684"/>
                  </a:cubicBezTo>
                  <a:cubicBezTo>
                    <a:pt x="4682" y="26351"/>
                    <a:pt x="2858" y="27859"/>
                    <a:pt x="899" y="29211"/>
                  </a:cubicBezTo>
                  <a:cubicBezTo>
                    <a:pt x="674" y="29391"/>
                    <a:pt x="426" y="29548"/>
                    <a:pt x="201" y="29728"/>
                  </a:cubicBezTo>
                  <a:cubicBezTo>
                    <a:pt x="0" y="29838"/>
                    <a:pt x="96" y="30007"/>
                    <a:pt x="211" y="30007"/>
                  </a:cubicBezTo>
                  <a:cubicBezTo>
                    <a:pt x="238" y="30007"/>
                    <a:pt x="266" y="29997"/>
                    <a:pt x="291" y="29976"/>
                  </a:cubicBezTo>
                  <a:cubicBezTo>
                    <a:pt x="323" y="29992"/>
                    <a:pt x="366" y="30008"/>
                    <a:pt x="421" y="30008"/>
                  </a:cubicBezTo>
                  <a:cubicBezTo>
                    <a:pt x="443" y="30008"/>
                    <a:pt x="468" y="30005"/>
                    <a:pt x="494" y="29999"/>
                  </a:cubicBezTo>
                  <a:cubicBezTo>
                    <a:pt x="517" y="29976"/>
                    <a:pt x="539" y="29976"/>
                    <a:pt x="607" y="29976"/>
                  </a:cubicBezTo>
                  <a:cubicBezTo>
                    <a:pt x="1800" y="30629"/>
                    <a:pt x="3016" y="31327"/>
                    <a:pt x="4209" y="32048"/>
                  </a:cubicBezTo>
                  <a:cubicBezTo>
                    <a:pt x="5268" y="32701"/>
                    <a:pt x="6281" y="33466"/>
                    <a:pt x="7384" y="34074"/>
                  </a:cubicBezTo>
                  <a:cubicBezTo>
                    <a:pt x="8259" y="34550"/>
                    <a:pt x="9182" y="34849"/>
                    <a:pt x="10167" y="34849"/>
                  </a:cubicBezTo>
                  <a:cubicBezTo>
                    <a:pt x="10348" y="34849"/>
                    <a:pt x="10532" y="34838"/>
                    <a:pt x="10717" y="34817"/>
                  </a:cubicBezTo>
                  <a:cubicBezTo>
                    <a:pt x="11325" y="34727"/>
                    <a:pt x="11933" y="34592"/>
                    <a:pt x="12586" y="34525"/>
                  </a:cubicBezTo>
                  <a:cubicBezTo>
                    <a:pt x="12694" y="34517"/>
                    <a:pt x="12801" y="34513"/>
                    <a:pt x="12907" y="34513"/>
                  </a:cubicBezTo>
                  <a:cubicBezTo>
                    <a:pt x="13401" y="34513"/>
                    <a:pt x="13883" y="34594"/>
                    <a:pt x="14365" y="34705"/>
                  </a:cubicBezTo>
                  <a:cubicBezTo>
                    <a:pt x="14928" y="34817"/>
                    <a:pt x="15491" y="34975"/>
                    <a:pt x="16076" y="35020"/>
                  </a:cubicBezTo>
                  <a:cubicBezTo>
                    <a:pt x="16129" y="35022"/>
                    <a:pt x="16182" y="35023"/>
                    <a:pt x="16234" y="35023"/>
                  </a:cubicBezTo>
                  <a:cubicBezTo>
                    <a:pt x="16805" y="35023"/>
                    <a:pt x="17339" y="34911"/>
                    <a:pt x="17855" y="34705"/>
                  </a:cubicBezTo>
                  <a:cubicBezTo>
                    <a:pt x="18508" y="34457"/>
                    <a:pt x="19161" y="34119"/>
                    <a:pt x="19769" y="33804"/>
                  </a:cubicBezTo>
                  <a:cubicBezTo>
                    <a:pt x="20445" y="33466"/>
                    <a:pt x="21120" y="33151"/>
                    <a:pt x="21796" y="32813"/>
                  </a:cubicBezTo>
                  <a:cubicBezTo>
                    <a:pt x="23102" y="32205"/>
                    <a:pt x="24475" y="31597"/>
                    <a:pt x="25714" y="30854"/>
                  </a:cubicBezTo>
                  <a:cubicBezTo>
                    <a:pt x="26299" y="30472"/>
                    <a:pt x="26862" y="30021"/>
                    <a:pt x="27380" y="29526"/>
                  </a:cubicBezTo>
                  <a:cubicBezTo>
                    <a:pt x="27853" y="29008"/>
                    <a:pt x="28236" y="28445"/>
                    <a:pt x="28596" y="27859"/>
                  </a:cubicBezTo>
                  <a:cubicBezTo>
                    <a:pt x="29925" y="25698"/>
                    <a:pt x="31028" y="23356"/>
                    <a:pt x="31523" y="20856"/>
                  </a:cubicBezTo>
                  <a:cubicBezTo>
                    <a:pt x="31591" y="20541"/>
                    <a:pt x="31636" y="20226"/>
                    <a:pt x="31704" y="19888"/>
                  </a:cubicBezTo>
                  <a:cubicBezTo>
                    <a:pt x="31716" y="19800"/>
                    <a:pt x="31652" y="19754"/>
                    <a:pt x="31584" y="19754"/>
                  </a:cubicBezTo>
                  <a:cubicBezTo>
                    <a:pt x="31531" y="19754"/>
                    <a:pt x="31476" y="19783"/>
                    <a:pt x="31456" y="19843"/>
                  </a:cubicBezTo>
                  <a:cubicBezTo>
                    <a:pt x="31208" y="20384"/>
                    <a:pt x="30758" y="20789"/>
                    <a:pt x="30150" y="20992"/>
                  </a:cubicBezTo>
                  <a:cubicBezTo>
                    <a:pt x="29919" y="21066"/>
                    <a:pt x="29688" y="21094"/>
                    <a:pt x="29456" y="21094"/>
                  </a:cubicBezTo>
                  <a:cubicBezTo>
                    <a:pt x="29125" y="21094"/>
                    <a:pt x="28793" y="21035"/>
                    <a:pt x="28461" y="20969"/>
                  </a:cubicBezTo>
                  <a:cubicBezTo>
                    <a:pt x="27943" y="20856"/>
                    <a:pt x="27403" y="20721"/>
                    <a:pt x="26840" y="20721"/>
                  </a:cubicBezTo>
                  <a:cubicBezTo>
                    <a:pt x="26322" y="20721"/>
                    <a:pt x="25826" y="20856"/>
                    <a:pt x="25331" y="21014"/>
                  </a:cubicBezTo>
                  <a:cubicBezTo>
                    <a:pt x="24250" y="21442"/>
                    <a:pt x="23304" y="22208"/>
                    <a:pt x="22404" y="22928"/>
                  </a:cubicBezTo>
                  <a:cubicBezTo>
                    <a:pt x="21886" y="23356"/>
                    <a:pt x="21368" y="23806"/>
                    <a:pt x="20782" y="24167"/>
                  </a:cubicBezTo>
                  <a:cubicBezTo>
                    <a:pt x="20535" y="24347"/>
                    <a:pt x="20242" y="24482"/>
                    <a:pt x="19972" y="24617"/>
                  </a:cubicBezTo>
                  <a:cubicBezTo>
                    <a:pt x="19972" y="24617"/>
                    <a:pt x="19927" y="24617"/>
                    <a:pt x="19927" y="24662"/>
                  </a:cubicBezTo>
                  <a:cubicBezTo>
                    <a:pt x="19657" y="24797"/>
                    <a:pt x="19341" y="24910"/>
                    <a:pt x="19026" y="25022"/>
                  </a:cubicBezTo>
                  <a:cubicBezTo>
                    <a:pt x="17878" y="25450"/>
                    <a:pt x="16639" y="25720"/>
                    <a:pt x="15513" y="26261"/>
                  </a:cubicBezTo>
                  <a:cubicBezTo>
                    <a:pt x="14455" y="26756"/>
                    <a:pt x="13487" y="27477"/>
                    <a:pt x="12541" y="28152"/>
                  </a:cubicBezTo>
                  <a:cubicBezTo>
                    <a:pt x="11573" y="28828"/>
                    <a:pt x="10582" y="29458"/>
                    <a:pt x="9501" y="29841"/>
                  </a:cubicBezTo>
                  <a:cubicBezTo>
                    <a:pt x="8911" y="30015"/>
                    <a:pt x="8313" y="30086"/>
                    <a:pt x="7717" y="30086"/>
                  </a:cubicBezTo>
                  <a:cubicBezTo>
                    <a:pt x="7312" y="30086"/>
                    <a:pt x="6907" y="30053"/>
                    <a:pt x="6506" y="29999"/>
                  </a:cubicBezTo>
                  <a:cubicBezTo>
                    <a:pt x="5169" y="29812"/>
                    <a:pt x="3793" y="29384"/>
                    <a:pt x="2427" y="29384"/>
                  </a:cubicBezTo>
                  <a:cubicBezTo>
                    <a:pt x="1976" y="29384"/>
                    <a:pt x="1526" y="29431"/>
                    <a:pt x="1079" y="29548"/>
                  </a:cubicBezTo>
                  <a:cubicBezTo>
                    <a:pt x="1057" y="29548"/>
                    <a:pt x="1012" y="29571"/>
                    <a:pt x="989" y="29571"/>
                  </a:cubicBezTo>
                  <a:cubicBezTo>
                    <a:pt x="1642" y="29098"/>
                    <a:pt x="2295" y="28625"/>
                    <a:pt x="2903" y="28152"/>
                  </a:cubicBezTo>
                  <a:cubicBezTo>
                    <a:pt x="4142" y="28152"/>
                    <a:pt x="5403" y="28040"/>
                    <a:pt x="6619" y="27769"/>
                  </a:cubicBezTo>
                  <a:cubicBezTo>
                    <a:pt x="7947" y="27499"/>
                    <a:pt x="9298" y="27094"/>
                    <a:pt x="10447" y="26418"/>
                  </a:cubicBezTo>
                  <a:cubicBezTo>
                    <a:pt x="11032" y="26081"/>
                    <a:pt x="11573" y="25675"/>
                    <a:pt x="12046" y="25157"/>
                  </a:cubicBezTo>
                  <a:cubicBezTo>
                    <a:pt x="12541" y="24617"/>
                    <a:pt x="12946" y="24031"/>
                    <a:pt x="13487" y="23536"/>
                  </a:cubicBezTo>
                  <a:cubicBezTo>
                    <a:pt x="14410" y="22590"/>
                    <a:pt x="15648" y="22027"/>
                    <a:pt x="16527" y="21059"/>
                  </a:cubicBezTo>
                  <a:cubicBezTo>
                    <a:pt x="17337" y="20091"/>
                    <a:pt x="17540" y="18875"/>
                    <a:pt x="17945" y="17726"/>
                  </a:cubicBezTo>
                  <a:cubicBezTo>
                    <a:pt x="18351" y="16488"/>
                    <a:pt x="19364" y="15565"/>
                    <a:pt x="19814" y="14326"/>
                  </a:cubicBezTo>
                  <a:cubicBezTo>
                    <a:pt x="20017" y="13763"/>
                    <a:pt x="20107" y="13200"/>
                    <a:pt x="20107" y="12615"/>
                  </a:cubicBezTo>
                  <a:cubicBezTo>
                    <a:pt x="20107" y="11962"/>
                    <a:pt x="19927" y="11331"/>
                    <a:pt x="19747" y="10723"/>
                  </a:cubicBezTo>
                  <a:cubicBezTo>
                    <a:pt x="19544" y="10070"/>
                    <a:pt x="19364" y="9462"/>
                    <a:pt x="19341" y="8787"/>
                  </a:cubicBezTo>
                  <a:cubicBezTo>
                    <a:pt x="19319" y="8134"/>
                    <a:pt x="19409" y="7458"/>
                    <a:pt x="19409" y="6805"/>
                  </a:cubicBezTo>
                  <a:cubicBezTo>
                    <a:pt x="19409" y="5567"/>
                    <a:pt x="19026" y="4441"/>
                    <a:pt x="18351" y="3405"/>
                  </a:cubicBezTo>
                  <a:cubicBezTo>
                    <a:pt x="17675" y="2369"/>
                    <a:pt x="16774" y="1469"/>
                    <a:pt x="15851" y="636"/>
                  </a:cubicBezTo>
                  <a:cubicBezTo>
                    <a:pt x="15626" y="455"/>
                    <a:pt x="15378" y="230"/>
                    <a:pt x="15131" y="28"/>
                  </a:cubicBezTo>
                  <a:cubicBezTo>
                    <a:pt x="15106" y="9"/>
                    <a:pt x="15074" y="1"/>
                    <a:pt x="1504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4"/>
            <p:cNvSpPr/>
            <p:nvPr/>
          </p:nvSpPr>
          <p:spPr>
            <a:xfrm rot="10800000">
              <a:off x="241054" y="4288810"/>
              <a:ext cx="2116160" cy="631461"/>
            </a:xfrm>
            <a:custGeom>
              <a:avLst/>
              <a:gdLst/>
              <a:ahLst/>
              <a:cxnLst/>
              <a:rect l="l" t="t" r="r" b="b"/>
              <a:pathLst>
                <a:path w="56783" h="16944" extrusionOk="0">
                  <a:moveTo>
                    <a:pt x="46" y="1"/>
                  </a:moveTo>
                  <a:cubicBezTo>
                    <a:pt x="23" y="1"/>
                    <a:pt x="1" y="18"/>
                    <a:pt x="1" y="51"/>
                  </a:cubicBezTo>
                  <a:cubicBezTo>
                    <a:pt x="91" y="1898"/>
                    <a:pt x="901" y="3699"/>
                    <a:pt x="2343" y="4915"/>
                  </a:cubicBezTo>
                  <a:cubicBezTo>
                    <a:pt x="3831" y="6194"/>
                    <a:pt x="5769" y="6634"/>
                    <a:pt x="7682" y="6634"/>
                  </a:cubicBezTo>
                  <a:cubicBezTo>
                    <a:pt x="7824" y="6634"/>
                    <a:pt x="7966" y="6631"/>
                    <a:pt x="8107" y="6627"/>
                  </a:cubicBezTo>
                  <a:cubicBezTo>
                    <a:pt x="10291" y="6582"/>
                    <a:pt x="12430" y="6041"/>
                    <a:pt x="14592" y="5884"/>
                  </a:cubicBezTo>
                  <a:cubicBezTo>
                    <a:pt x="15045" y="5843"/>
                    <a:pt x="15508" y="5819"/>
                    <a:pt x="15972" y="5819"/>
                  </a:cubicBezTo>
                  <a:cubicBezTo>
                    <a:pt x="17589" y="5819"/>
                    <a:pt x="19230" y="6115"/>
                    <a:pt x="20559" y="7077"/>
                  </a:cubicBezTo>
                  <a:cubicBezTo>
                    <a:pt x="22226" y="8270"/>
                    <a:pt x="23081" y="10184"/>
                    <a:pt x="24590" y="11513"/>
                  </a:cubicBezTo>
                  <a:cubicBezTo>
                    <a:pt x="26007" y="12758"/>
                    <a:pt x="27894" y="13205"/>
                    <a:pt x="29745" y="13205"/>
                  </a:cubicBezTo>
                  <a:cubicBezTo>
                    <a:pt x="29836" y="13205"/>
                    <a:pt x="29926" y="13204"/>
                    <a:pt x="30017" y="13202"/>
                  </a:cubicBezTo>
                  <a:cubicBezTo>
                    <a:pt x="31008" y="13157"/>
                    <a:pt x="32021" y="12999"/>
                    <a:pt x="32967" y="12751"/>
                  </a:cubicBezTo>
                  <a:cubicBezTo>
                    <a:pt x="34092" y="12459"/>
                    <a:pt x="35218" y="12098"/>
                    <a:pt x="36344" y="11851"/>
                  </a:cubicBezTo>
                  <a:cubicBezTo>
                    <a:pt x="36921" y="11742"/>
                    <a:pt x="37513" y="11665"/>
                    <a:pt x="38099" y="11665"/>
                  </a:cubicBezTo>
                  <a:cubicBezTo>
                    <a:pt x="38725" y="11665"/>
                    <a:pt x="39343" y="11753"/>
                    <a:pt x="39925" y="11986"/>
                  </a:cubicBezTo>
                  <a:cubicBezTo>
                    <a:pt x="40870" y="12346"/>
                    <a:pt x="41658" y="13022"/>
                    <a:pt x="42402" y="13675"/>
                  </a:cubicBezTo>
                  <a:cubicBezTo>
                    <a:pt x="43167" y="14350"/>
                    <a:pt x="43910" y="15048"/>
                    <a:pt x="44811" y="15566"/>
                  </a:cubicBezTo>
                  <a:cubicBezTo>
                    <a:pt x="45757" y="16084"/>
                    <a:pt x="46770" y="16422"/>
                    <a:pt x="47783" y="16647"/>
                  </a:cubicBezTo>
                  <a:cubicBezTo>
                    <a:pt x="48769" y="16860"/>
                    <a:pt x="49771" y="16944"/>
                    <a:pt x="50777" y="16944"/>
                  </a:cubicBezTo>
                  <a:cubicBezTo>
                    <a:pt x="52116" y="16944"/>
                    <a:pt x="53462" y="16795"/>
                    <a:pt x="54786" y="16602"/>
                  </a:cubicBezTo>
                  <a:cubicBezTo>
                    <a:pt x="55372" y="16512"/>
                    <a:pt x="55957" y="16399"/>
                    <a:pt x="56565" y="16287"/>
                  </a:cubicBezTo>
                  <a:cubicBezTo>
                    <a:pt x="56782" y="16243"/>
                    <a:pt x="56727" y="15970"/>
                    <a:pt x="56582" y="15970"/>
                  </a:cubicBezTo>
                  <a:cubicBezTo>
                    <a:pt x="56577" y="15970"/>
                    <a:pt x="56571" y="15971"/>
                    <a:pt x="56565" y="15971"/>
                  </a:cubicBezTo>
                  <a:cubicBezTo>
                    <a:pt x="54584" y="16286"/>
                    <a:pt x="52602" y="16632"/>
                    <a:pt x="50596" y="16632"/>
                  </a:cubicBezTo>
                  <a:cubicBezTo>
                    <a:pt x="50162" y="16632"/>
                    <a:pt x="49728" y="16615"/>
                    <a:pt x="49292" y="16579"/>
                  </a:cubicBezTo>
                  <a:cubicBezTo>
                    <a:pt x="47130" y="16377"/>
                    <a:pt x="45126" y="15634"/>
                    <a:pt x="43437" y="14215"/>
                  </a:cubicBezTo>
                  <a:cubicBezTo>
                    <a:pt x="42672" y="13562"/>
                    <a:pt x="41996" y="12864"/>
                    <a:pt x="41186" y="12301"/>
                  </a:cubicBezTo>
                  <a:cubicBezTo>
                    <a:pt x="40352" y="11738"/>
                    <a:pt x="39407" y="11400"/>
                    <a:pt x="38393" y="11333"/>
                  </a:cubicBezTo>
                  <a:cubicBezTo>
                    <a:pt x="38278" y="11327"/>
                    <a:pt x="38164" y="11324"/>
                    <a:pt x="38049" y="11324"/>
                  </a:cubicBezTo>
                  <a:cubicBezTo>
                    <a:pt x="35966" y="11324"/>
                    <a:pt x="33959" y="12256"/>
                    <a:pt x="31931" y="12661"/>
                  </a:cubicBezTo>
                  <a:cubicBezTo>
                    <a:pt x="31125" y="12817"/>
                    <a:pt x="30289" y="12917"/>
                    <a:pt x="29460" y="12917"/>
                  </a:cubicBezTo>
                  <a:cubicBezTo>
                    <a:pt x="28250" y="12917"/>
                    <a:pt x="27055" y="12705"/>
                    <a:pt x="25986" y="12143"/>
                  </a:cubicBezTo>
                  <a:cubicBezTo>
                    <a:pt x="24162" y="11220"/>
                    <a:pt x="23194" y="9396"/>
                    <a:pt x="21888" y="7933"/>
                  </a:cubicBezTo>
                  <a:cubicBezTo>
                    <a:pt x="21235" y="7190"/>
                    <a:pt x="20447" y="6604"/>
                    <a:pt x="19546" y="6221"/>
                  </a:cubicBezTo>
                  <a:cubicBezTo>
                    <a:pt x="18668" y="5838"/>
                    <a:pt x="17722" y="5658"/>
                    <a:pt x="16776" y="5591"/>
                  </a:cubicBezTo>
                  <a:cubicBezTo>
                    <a:pt x="16483" y="5572"/>
                    <a:pt x="16190" y="5563"/>
                    <a:pt x="15898" y="5563"/>
                  </a:cubicBezTo>
                  <a:cubicBezTo>
                    <a:pt x="14130" y="5563"/>
                    <a:pt x="12391" y="5883"/>
                    <a:pt x="10652" y="6154"/>
                  </a:cubicBezTo>
                  <a:cubicBezTo>
                    <a:pt x="9653" y="6299"/>
                    <a:pt x="8617" y="6421"/>
                    <a:pt x="7584" y="6421"/>
                  </a:cubicBezTo>
                  <a:cubicBezTo>
                    <a:pt x="6380" y="6421"/>
                    <a:pt x="5181" y="6256"/>
                    <a:pt x="4054" y="5771"/>
                  </a:cubicBezTo>
                  <a:cubicBezTo>
                    <a:pt x="2297" y="4983"/>
                    <a:pt x="901" y="3339"/>
                    <a:pt x="338" y="1493"/>
                  </a:cubicBezTo>
                  <a:cubicBezTo>
                    <a:pt x="203" y="997"/>
                    <a:pt x="113" y="547"/>
                    <a:pt x="91" y="51"/>
                  </a:cubicBezTo>
                  <a:cubicBezTo>
                    <a:pt x="91" y="18"/>
                    <a:pt x="68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4"/>
            <p:cNvSpPr/>
            <p:nvPr/>
          </p:nvSpPr>
          <p:spPr>
            <a:xfrm rot="-8100000">
              <a:off x="7052411" y="411912"/>
              <a:ext cx="1900375" cy="670241"/>
            </a:xfrm>
            <a:custGeom>
              <a:avLst/>
              <a:gdLst/>
              <a:ahLst/>
              <a:cxnLst/>
              <a:rect l="l" t="t" r="r" b="b"/>
              <a:pathLst>
                <a:path w="77652" h="27387" extrusionOk="0">
                  <a:moveTo>
                    <a:pt x="42758" y="221"/>
                  </a:moveTo>
                  <a:cubicBezTo>
                    <a:pt x="42867" y="221"/>
                    <a:pt x="42977" y="233"/>
                    <a:pt x="43087" y="260"/>
                  </a:cubicBezTo>
                  <a:cubicBezTo>
                    <a:pt x="43785" y="418"/>
                    <a:pt x="44213" y="1116"/>
                    <a:pt x="44303" y="1836"/>
                  </a:cubicBezTo>
                  <a:cubicBezTo>
                    <a:pt x="44506" y="3300"/>
                    <a:pt x="43290" y="4313"/>
                    <a:pt x="42119" y="5011"/>
                  </a:cubicBezTo>
                  <a:cubicBezTo>
                    <a:pt x="41263" y="3998"/>
                    <a:pt x="40610" y="2669"/>
                    <a:pt x="41128" y="1431"/>
                  </a:cubicBezTo>
                  <a:cubicBezTo>
                    <a:pt x="41382" y="766"/>
                    <a:pt x="42043" y="221"/>
                    <a:pt x="42758" y="221"/>
                  </a:cubicBezTo>
                  <a:close/>
                  <a:moveTo>
                    <a:pt x="42786" y="0"/>
                  </a:moveTo>
                  <a:cubicBezTo>
                    <a:pt x="42623" y="0"/>
                    <a:pt x="42453" y="25"/>
                    <a:pt x="42276" y="80"/>
                  </a:cubicBezTo>
                  <a:cubicBezTo>
                    <a:pt x="40745" y="598"/>
                    <a:pt x="40520" y="2354"/>
                    <a:pt x="41038" y="3660"/>
                  </a:cubicBezTo>
                  <a:cubicBezTo>
                    <a:pt x="41263" y="4201"/>
                    <a:pt x="41533" y="4674"/>
                    <a:pt x="41894" y="5124"/>
                  </a:cubicBezTo>
                  <a:cubicBezTo>
                    <a:pt x="41826" y="5169"/>
                    <a:pt x="41736" y="5214"/>
                    <a:pt x="41646" y="5259"/>
                  </a:cubicBezTo>
                  <a:cubicBezTo>
                    <a:pt x="38674" y="6835"/>
                    <a:pt x="35296" y="7376"/>
                    <a:pt x="31963" y="7736"/>
                  </a:cubicBezTo>
                  <a:cubicBezTo>
                    <a:pt x="28698" y="8096"/>
                    <a:pt x="25411" y="8299"/>
                    <a:pt x="22236" y="9110"/>
                  </a:cubicBezTo>
                  <a:cubicBezTo>
                    <a:pt x="19353" y="9853"/>
                    <a:pt x="16629" y="11091"/>
                    <a:pt x="14084" y="12667"/>
                  </a:cubicBezTo>
                  <a:cubicBezTo>
                    <a:pt x="8950" y="15865"/>
                    <a:pt x="4694" y="20413"/>
                    <a:pt x="1294" y="25367"/>
                  </a:cubicBezTo>
                  <a:cubicBezTo>
                    <a:pt x="866" y="25953"/>
                    <a:pt x="461" y="26561"/>
                    <a:pt x="78" y="27191"/>
                  </a:cubicBezTo>
                  <a:cubicBezTo>
                    <a:pt x="1" y="27300"/>
                    <a:pt x="104" y="27387"/>
                    <a:pt x="206" y="27387"/>
                  </a:cubicBezTo>
                  <a:cubicBezTo>
                    <a:pt x="252" y="27387"/>
                    <a:pt x="298" y="27369"/>
                    <a:pt x="326" y="27326"/>
                  </a:cubicBezTo>
                  <a:cubicBezTo>
                    <a:pt x="3771" y="21877"/>
                    <a:pt x="8095" y="16833"/>
                    <a:pt x="13499" y="13275"/>
                  </a:cubicBezTo>
                  <a:cubicBezTo>
                    <a:pt x="16178" y="11541"/>
                    <a:pt x="19083" y="10190"/>
                    <a:pt x="22168" y="9380"/>
                  </a:cubicBezTo>
                  <a:cubicBezTo>
                    <a:pt x="25568" y="8479"/>
                    <a:pt x="29149" y="8321"/>
                    <a:pt x="32639" y="7961"/>
                  </a:cubicBezTo>
                  <a:cubicBezTo>
                    <a:pt x="35881" y="7601"/>
                    <a:pt x="39237" y="7015"/>
                    <a:pt x="42074" y="5372"/>
                  </a:cubicBezTo>
                  <a:cubicBezTo>
                    <a:pt x="42682" y="6070"/>
                    <a:pt x="43447" y="6700"/>
                    <a:pt x="44235" y="7196"/>
                  </a:cubicBezTo>
                  <a:cubicBezTo>
                    <a:pt x="47185" y="9110"/>
                    <a:pt x="50743" y="10168"/>
                    <a:pt x="54233" y="10326"/>
                  </a:cubicBezTo>
                  <a:cubicBezTo>
                    <a:pt x="54523" y="10339"/>
                    <a:pt x="54812" y="10346"/>
                    <a:pt x="55099" y="10346"/>
                  </a:cubicBezTo>
                  <a:cubicBezTo>
                    <a:pt x="61997" y="10346"/>
                    <a:pt x="68161" y="6590"/>
                    <a:pt x="74927" y="5574"/>
                  </a:cubicBezTo>
                  <a:cubicBezTo>
                    <a:pt x="75783" y="5439"/>
                    <a:pt x="76661" y="5349"/>
                    <a:pt x="77562" y="5349"/>
                  </a:cubicBezTo>
                  <a:cubicBezTo>
                    <a:pt x="77652" y="5282"/>
                    <a:pt x="77629" y="5124"/>
                    <a:pt x="77539" y="5124"/>
                  </a:cubicBezTo>
                  <a:cubicBezTo>
                    <a:pt x="70694" y="5237"/>
                    <a:pt x="64614" y="8884"/>
                    <a:pt x="57926" y="9763"/>
                  </a:cubicBezTo>
                  <a:cubicBezTo>
                    <a:pt x="57028" y="9878"/>
                    <a:pt x="56124" y="9936"/>
                    <a:pt x="55222" y="9936"/>
                  </a:cubicBezTo>
                  <a:cubicBezTo>
                    <a:pt x="52615" y="9936"/>
                    <a:pt x="50016" y="9455"/>
                    <a:pt x="47591" y="8502"/>
                  </a:cubicBezTo>
                  <a:cubicBezTo>
                    <a:pt x="46037" y="7871"/>
                    <a:pt x="44461" y="7128"/>
                    <a:pt x="43177" y="6025"/>
                  </a:cubicBezTo>
                  <a:cubicBezTo>
                    <a:pt x="42884" y="5799"/>
                    <a:pt x="42614" y="5507"/>
                    <a:pt x="42321" y="5214"/>
                  </a:cubicBezTo>
                  <a:lnTo>
                    <a:pt x="42344" y="5214"/>
                  </a:lnTo>
                  <a:cubicBezTo>
                    <a:pt x="43515" y="4493"/>
                    <a:pt x="44708" y="3413"/>
                    <a:pt x="44573" y="1904"/>
                  </a:cubicBezTo>
                  <a:cubicBezTo>
                    <a:pt x="44477" y="919"/>
                    <a:pt x="43767" y="0"/>
                    <a:pt x="4278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"/>
          <p:cNvSpPr/>
          <p:nvPr/>
        </p:nvSpPr>
        <p:spPr>
          <a:xfrm>
            <a:off x="234150" y="222600"/>
            <a:ext cx="8675700" cy="46983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71450" dist="142875" dir="8700000" algn="bl" rotWithShape="0">
              <a:schemeClr val="dk1">
                <a:alpha val="9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0" name="Google Shape;310;p35"/>
          <p:cNvGrpSpPr/>
          <p:nvPr/>
        </p:nvGrpSpPr>
        <p:grpSpPr>
          <a:xfrm>
            <a:off x="241056" y="219272"/>
            <a:ext cx="8681480" cy="4959322"/>
            <a:chOff x="241056" y="219272"/>
            <a:chExt cx="8681480" cy="4959322"/>
          </a:xfrm>
        </p:grpSpPr>
        <p:sp>
          <p:nvSpPr>
            <p:cNvPr id="311" name="Google Shape;311;p35"/>
            <p:cNvSpPr/>
            <p:nvPr/>
          </p:nvSpPr>
          <p:spPr>
            <a:xfrm rot="10800000" flipH="1">
              <a:off x="528252" y="4005193"/>
              <a:ext cx="598985" cy="910431"/>
            </a:xfrm>
            <a:custGeom>
              <a:avLst/>
              <a:gdLst/>
              <a:ahLst/>
              <a:cxnLst/>
              <a:rect l="l" t="t" r="r" b="b"/>
              <a:pathLst>
                <a:path w="24754" h="37625" extrusionOk="0">
                  <a:moveTo>
                    <a:pt x="12497" y="2329"/>
                  </a:moveTo>
                  <a:cubicBezTo>
                    <a:pt x="12643" y="2329"/>
                    <a:pt x="12787" y="2332"/>
                    <a:pt x="12931" y="2336"/>
                  </a:cubicBezTo>
                  <a:cubicBezTo>
                    <a:pt x="13810" y="2381"/>
                    <a:pt x="14643" y="2494"/>
                    <a:pt x="15498" y="2674"/>
                  </a:cubicBezTo>
                  <a:cubicBezTo>
                    <a:pt x="17187" y="3057"/>
                    <a:pt x="18786" y="3687"/>
                    <a:pt x="20340" y="4430"/>
                  </a:cubicBezTo>
                  <a:cubicBezTo>
                    <a:pt x="21060" y="4790"/>
                    <a:pt x="21803" y="5173"/>
                    <a:pt x="22524" y="5556"/>
                  </a:cubicBezTo>
                  <a:cubicBezTo>
                    <a:pt x="19304" y="5466"/>
                    <a:pt x="15881" y="5128"/>
                    <a:pt x="12999" y="3575"/>
                  </a:cubicBezTo>
                  <a:cubicBezTo>
                    <a:pt x="12233" y="3192"/>
                    <a:pt x="11468" y="2696"/>
                    <a:pt x="10635" y="2561"/>
                  </a:cubicBezTo>
                  <a:cubicBezTo>
                    <a:pt x="11238" y="2378"/>
                    <a:pt x="11871" y="2329"/>
                    <a:pt x="12497" y="2329"/>
                  </a:cubicBezTo>
                  <a:close/>
                  <a:moveTo>
                    <a:pt x="12459" y="5579"/>
                  </a:moveTo>
                  <a:cubicBezTo>
                    <a:pt x="13629" y="6344"/>
                    <a:pt x="15093" y="6569"/>
                    <a:pt x="16489" y="6795"/>
                  </a:cubicBezTo>
                  <a:cubicBezTo>
                    <a:pt x="18403" y="7110"/>
                    <a:pt x="20227" y="7695"/>
                    <a:pt x="21916" y="8596"/>
                  </a:cubicBezTo>
                  <a:cubicBezTo>
                    <a:pt x="22794" y="9069"/>
                    <a:pt x="23582" y="9609"/>
                    <a:pt x="24303" y="10285"/>
                  </a:cubicBezTo>
                  <a:cubicBezTo>
                    <a:pt x="23691" y="10300"/>
                    <a:pt x="23058" y="10347"/>
                    <a:pt x="22419" y="10347"/>
                  </a:cubicBezTo>
                  <a:cubicBezTo>
                    <a:pt x="22117" y="10347"/>
                    <a:pt x="21814" y="10336"/>
                    <a:pt x="21511" y="10307"/>
                  </a:cubicBezTo>
                  <a:cubicBezTo>
                    <a:pt x="20587" y="10217"/>
                    <a:pt x="19687" y="10015"/>
                    <a:pt x="18786" y="9722"/>
                  </a:cubicBezTo>
                  <a:cubicBezTo>
                    <a:pt x="17052" y="9136"/>
                    <a:pt x="15476" y="8146"/>
                    <a:pt x="14035" y="6997"/>
                  </a:cubicBezTo>
                  <a:cubicBezTo>
                    <a:pt x="13494" y="6547"/>
                    <a:pt x="12954" y="6051"/>
                    <a:pt x="12459" y="5579"/>
                  </a:cubicBezTo>
                  <a:close/>
                  <a:moveTo>
                    <a:pt x="24753" y="10397"/>
                  </a:moveTo>
                  <a:lnTo>
                    <a:pt x="24753" y="10397"/>
                  </a:lnTo>
                  <a:cubicBezTo>
                    <a:pt x="24744" y="10398"/>
                    <a:pt x="24735" y="10399"/>
                    <a:pt x="24726" y="10401"/>
                  </a:cubicBezTo>
                  <a:lnTo>
                    <a:pt x="24726" y="10401"/>
                  </a:lnTo>
                  <a:cubicBezTo>
                    <a:pt x="24729" y="10415"/>
                    <a:pt x="24730" y="10425"/>
                    <a:pt x="24734" y="10425"/>
                  </a:cubicBezTo>
                  <a:cubicBezTo>
                    <a:pt x="24738" y="10425"/>
                    <a:pt x="24743" y="10417"/>
                    <a:pt x="24753" y="10397"/>
                  </a:cubicBezTo>
                  <a:close/>
                  <a:moveTo>
                    <a:pt x="14104" y="10290"/>
                  </a:moveTo>
                  <a:cubicBezTo>
                    <a:pt x="14493" y="10829"/>
                    <a:pt x="14907" y="11326"/>
                    <a:pt x="15386" y="11771"/>
                  </a:cubicBezTo>
                  <a:cubicBezTo>
                    <a:pt x="15517" y="11893"/>
                    <a:pt x="15648" y="12013"/>
                    <a:pt x="15781" y="12130"/>
                  </a:cubicBezTo>
                  <a:lnTo>
                    <a:pt x="15781" y="12130"/>
                  </a:lnTo>
                  <a:cubicBezTo>
                    <a:pt x="15162" y="11573"/>
                    <a:pt x="14595" y="10954"/>
                    <a:pt x="14104" y="10290"/>
                  </a:cubicBezTo>
                  <a:close/>
                  <a:moveTo>
                    <a:pt x="15781" y="12130"/>
                  </a:moveTo>
                  <a:lnTo>
                    <a:pt x="15781" y="12130"/>
                  </a:lnTo>
                  <a:cubicBezTo>
                    <a:pt x="16178" y="12488"/>
                    <a:pt x="16596" y="12820"/>
                    <a:pt x="17030" y="13122"/>
                  </a:cubicBezTo>
                  <a:cubicBezTo>
                    <a:pt x="17248" y="13272"/>
                    <a:pt x="17471" y="13411"/>
                    <a:pt x="17698" y="13540"/>
                  </a:cubicBezTo>
                  <a:lnTo>
                    <a:pt x="17698" y="13540"/>
                  </a:lnTo>
                  <a:cubicBezTo>
                    <a:pt x="17618" y="13492"/>
                    <a:pt x="17537" y="13443"/>
                    <a:pt x="17457" y="13392"/>
                  </a:cubicBezTo>
                  <a:cubicBezTo>
                    <a:pt x="16863" y="13032"/>
                    <a:pt x="16312" y="12600"/>
                    <a:pt x="15781" y="12130"/>
                  </a:cubicBezTo>
                  <a:close/>
                  <a:moveTo>
                    <a:pt x="17698" y="13540"/>
                  </a:moveTo>
                  <a:lnTo>
                    <a:pt x="17698" y="13540"/>
                  </a:lnTo>
                  <a:cubicBezTo>
                    <a:pt x="18366" y="13938"/>
                    <a:pt x="19051" y="14237"/>
                    <a:pt x="19754" y="14518"/>
                  </a:cubicBezTo>
                  <a:cubicBezTo>
                    <a:pt x="20542" y="14856"/>
                    <a:pt x="21331" y="15171"/>
                    <a:pt x="22074" y="15576"/>
                  </a:cubicBezTo>
                  <a:cubicBezTo>
                    <a:pt x="22637" y="15847"/>
                    <a:pt x="23154" y="16184"/>
                    <a:pt x="23650" y="16545"/>
                  </a:cubicBezTo>
                  <a:cubicBezTo>
                    <a:pt x="23607" y="16490"/>
                    <a:pt x="23565" y="16434"/>
                    <a:pt x="23522" y="16379"/>
                  </a:cubicBezTo>
                  <a:lnTo>
                    <a:pt x="23522" y="16379"/>
                  </a:lnTo>
                  <a:cubicBezTo>
                    <a:pt x="22956" y="15948"/>
                    <a:pt x="22295" y="15622"/>
                    <a:pt x="21691" y="15351"/>
                  </a:cubicBezTo>
                  <a:cubicBezTo>
                    <a:pt x="20372" y="14721"/>
                    <a:pt x="18972" y="14268"/>
                    <a:pt x="17698" y="13540"/>
                  </a:cubicBezTo>
                  <a:close/>
                  <a:moveTo>
                    <a:pt x="9914" y="4565"/>
                  </a:moveTo>
                  <a:cubicBezTo>
                    <a:pt x="9554" y="6254"/>
                    <a:pt x="8901" y="7830"/>
                    <a:pt x="8045" y="9294"/>
                  </a:cubicBezTo>
                  <a:cubicBezTo>
                    <a:pt x="6829" y="11321"/>
                    <a:pt x="5163" y="13077"/>
                    <a:pt x="3339" y="14563"/>
                  </a:cubicBezTo>
                  <a:cubicBezTo>
                    <a:pt x="2416" y="15329"/>
                    <a:pt x="1425" y="16027"/>
                    <a:pt x="412" y="16680"/>
                  </a:cubicBezTo>
                  <a:cubicBezTo>
                    <a:pt x="1425" y="14698"/>
                    <a:pt x="2663" y="12807"/>
                    <a:pt x="4037" y="11073"/>
                  </a:cubicBezTo>
                  <a:cubicBezTo>
                    <a:pt x="4780" y="10172"/>
                    <a:pt x="5523" y="9272"/>
                    <a:pt x="6379" y="8461"/>
                  </a:cubicBezTo>
                  <a:cubicBezTo>
                    <a:pt x="7212" y="7605"/>
                    <a:pt x="8158" y="6817"/>
                    <a:pt x="8968" y="5916"/>
                  </a:cubicBezTo>
                  <a:cubicBezTo>
                    <a:pt x="9329" y="5489"/>
                    <a:pt x="9666" y="5038"/>
                    <a:pt x="9914" y="4565"/>
                  </a:cubicBezTo>
                  <a:close/>
                  <a:moveTo>
                    <a:pt x="11310" y="6502"/>
                  </a:moveTo>
                  <a:lnTo>
                    <a:pt x="11310" y="6502"/>
                  </a:lnTo>
                  <a:cubicBezTo>
                    <a:pt x="11243" y="7245"/>
                    <a:pt x="11198" y="8033"/>
                    <a:pt x="11130" y="8821"/>
                  </a:cubicBezTo>
                  <a:cubicBezTo>
                    <a:pt x="11017" y="10037"/>
                    <a:pt x="10815" y="11208"/>
                    <a:pt x="10522" y="12401"/>
                  </a:cubicBezTo>
                  <a:cubicBezTo>
                    <a:pt x="9914" y="14541"/>
                    <a:pt x="8878" y="16567"/>
                    <a:pt x="7189" y="18031"/>
                  </a:cubicBezTo>
                  <a:cubicBezTo>
                    <a:pt x="6266" y="18819"/>
                    <a:pt x="5230" y="19450"/>
                    <a:pt x="4172" y="20080"/>
                  </a:cubicBezTo>
                  <a:cubicBezTo>
                    <a:pt x="4960" y="17986"/>
                    <a:pt x="5793" y="15892"/>
                    <a:pt x="6762" y="13888"/>
                  </a:cubicBezTo>
                  <a:cubicBezTo>
                    <a:pt x="7279" y="12852"/>
                    <a:pt x="7820" y="11839"/>
                    <a:pt x="8405" y="10848"/>
                  </a:cubicBezTo>
                  <a:cubicBezTo>
                    <a:pt x="8991" y="9857"/>
                    <a:pt x="9666" y="8934"/>
                    <a:pt x="10364" y="8011"/>
                  </a:cubicBezTo>
                  <a:cubicBezTo>
                    <a:pt x="10702" y="7560"/>
                    <a:pt x="11040" y="7042"/>
                    <a:pt x="11310" y="6502"/>
                  </a:cubicBezTo>
                  <a:close/>
                  <a:moveTo>
                    <a:pt x="13404" y="10645"/>
                  </a:moveTo>
                  <a:cubicBezTo>
                    <a:pt x="13404" y="12401"/>
                    <a:pt x="13044" y="14113"/>
                    <a:pt x="12323" y="15689"/>
                  </a:cubicBezTo>
                  <a:cubicBezTo>
                    <a:pt x="11490" y="17468"/>
                    <a:pt x="10319" y="19067"/>
                    <a:pt x="8878" y="20395"/>
                  </a:cubicBezTo>
                  <a:cubicBezTo>
                    <a:pt x="8135" y="21048"/>
                    <a:pt x="7370" y="21679"/>
                    <a:pt x="6514" y="22219"/>
                  </a:cubicBezTo>
                  <a:cubicBezTo>
                    <a:pt x="7505" y="20553"/>
                    <a:pt x="8450" y="18842"/>
                    <a:pt x="9441" y="17175"/>
                  </a:cubicBezTo>
                  <a:cubicBezTo>
                    <a:pt x="9959" y="16342"/>
                    <a:pt x="10522" y="15486"/>
                    <a:pt x="11107" y="14698"/>
                  </a:cubicBezTo>
                  <a:cubicBezTo>
                    <a:pt x="11670" y="13933"/>
                    <a:pt x="12278" y="13212"/>
                    <a:pt x="12751" y="12356"/>
                  </a:cubicBezTo>
                  <a:cubicBezTo>
                    <a:pt x="13067" y="11839"/>
                    <a:pt x="13292" y="11276"/>
                    <a:pt x="13404" y="10645"/>
                  </a:cubicBezTo>
                  <a:close/>
                  <a:moveTo>
                    <a:pt x="20601" y="20844"/>
                  </a:moveTo>
                  <a:cubicBezTo>
                    <a:pt x="21111" y="21174"/>
                    <a:pt x="21643" y="21460"/>
                    <a:pt x="22164" y="21769"/>
                  </a:cubicBezTo>
                  <a:cubicBezTo>
                    <a:pt x="22794" y="22129"/>
                    <a:pt x="23380" y="22534"/>
                    <a:pt x="23943" y="22940"/>
                  </a:cubicBezTo>
                  <a:cubicBezTo>
                    <a:pt x="23927" y="22913"/>
                    <a:pt x="23912" y="22886"/>
                    <a:pt x="23897" y="22859"/>
                  </a:cubicBezTo>
                  <a:lnTo>
                    <a:pt x="23897" y="22859"/>
                  </a:lnTo>
                  <a:cubicBezTo>
                    <a:pt x="23265" y="22329"/>
                    <a:pt x="22537" y="21928"/>
                    <a:pt x="21826" y="21544"/>
                  </a:cubicBezTo>
                  <a:cubicBezTo>
                    <a:pt x="21424" y="21310"/>
                    <a:pt x="21007" y="21084"/>
                    <a:pt x="20601" y="20844"/>
                  </a:cubicBezTo>
                  <a:close/>
                  <a:moveTo>
                    <a:pt x="15822" y="24099"/>
                  </a:moveTo>
                  <a:lnTo>
                    <a:pt x="15822" y="24099"/>
                  </a:lnTo>
                  <a:cubicBezTo>
                    <a:pt x="15827" y="24118"/>
                    <a:pt x="15832" y="24137"/>
                    <a:pt x="15836" y="24156"/>
                  </a:cubicBezTo>
                  <a:cubicBezTo>
                    <a:pt x="15857" y="24232"/>
                    <a:pt x="15877" y="24309"/>
                    <a:pt x="15898" y="24386"/>
                  </a:cubicBezTo>
                  <a:lnTo>
                    <a:pt x="15898" y="24386"/>
                  </a:lnTo>
                  <a:cubicBezTo>
                    <a:pt x="15873" y="24290"/>
                    <a:pt x="15848" y="24194"/>
                    <a:pt x="15822" y="24099"/>
                  </a:cubicBezTo>
                  <a:close/>
                  <a:moveTo>
                    <a:pt x="14755" y="18166"/>
                  </a:moveTo>
                  <a:lnTo>
                    <a:pt x="14755" y="18166"/>
                  </a:lnTo>
                  <a:cubicBezTo>
                    <a:pt x="13382" y="20553"/>
                    <a:pt x="11333" y="22444"/>
                    <a:pt x="8946" y="23840"/>
                  </a:cubicBezTo>
                  <a:cubicBezTo>
                    <a:pt x="8315" y="24223"/>
                    <a:pt x="7640" y="24561"/>
                    <a:pt x="6987" y="24899"/>
                  </a:cubicBezTo>
                  <a:cubicBezTo>
                    <a:pt x="8608" y="22602"/>
                    <a:pt x="10657" y="20643"/>
                    <a:pt x="13021" y="19157"/>
                  </a:cubicBezTo>
                  <a:cubicBezTo>
                    <a:pt x="13584" y="18774"/>
                    <a:pt x="14170" y="18481"/>
                    <a:pt x="14755" y="18166"/>
                  </a:cubicBezTo>
                  <a:close/>
                  <a:moveTo>
                    <a:pt x="15898" y="24386"/>
                  </a:moveTo>
                  <a:cubicBezTo>
                    <a:pt x="16012" y="24841"/>
                    <a:pt x="16110" y="25301"/>
                    <a:pt x="16219" y="25754"/>
                  </a:cubicBezTo>
                  <a:cubicBezTo>
                    <a:pt x="16254" y="25897"/>
                    <a:pt x="16291" y="26039"/>
                    <a:pt x="16331" y="26179"/>
                  </a:cubicBezTo>
                  <a:lnTo>
                    <a:pt x="16331" y="26179"/>
                  </a:lnTo>
                  <a:cubicBezTo>
                    <a:pt x="16315" y="26113"/>
                    <a:pt x="16300" y="26046"/>
                    <a:pt x="16287" y="25980"/>
                  </a:cubicBezTo>
                  <a:cubicBezTo>
                    <a:pt x="16169" y="25451"/>
                    <a:pt x="16034" y="24905"/>
                    <a:pt x="15898" y="24386"/>
                  </a:cubicBezTo>
                  <a:close/>
                  <a:moveTo>
                    <a:pt x="19423" y="25708"/>
                  </a:moveTo>
                  <a:lnTo>
                    <a:pt x="19423" y="25708"/>
                  </a:lnTo>
                  <a:cubicBezTo>
                    <a:pt x="19552" y="25894"/>
                    <a:pt x="19678" y="26081"/>
                    <a:pt x="19799" y="26272"/>
                  </a:cubicBezTo>
                  <a:cubicBezTo>
                    <a:pt x="19955" y="26516"/>
                    <a:pt x="20103" y="26769"/>
                    <a:pt x="20246" y="27026"/>
                  </a:cubicBezTo>
                  <a:lnTo>
                    <a:pt x="20246" y="27026"/>
                  </a:lnTo>
                  <a:cubicBezTo>
                    <a:pt x="20050" y="26659"/>
                    <a:pt x="19839" y="26301"/>
                    <a:pt x="19597" y="25957"/>
                  </a:cubicBezTo>
                  <a:cubicBezTo>
                    <a:pt x="19539" y="25874"/>
                    <a:pt x="19481" y="25791"/>
                    <a:pt x="19423" y="25708"/>
                  </a:cubicBezTo>
                  <a:close/>
                  <a:moveTo>
                    <a:pt x="14733" y="22579"/>
                  </a:moveTo>
                  <a:lnTo>
                    <a:pt x="14733" y="22579"/>
                  </a:lnTo>
                  <a:cubicBezTo>
                    <a:pt x="13900" y="23615"/>
                    <a:pt x="13044" y="24584"/>
                    <a:pt x="12053" y="25417"/>
                  </a:cubicBezTo>
                  <a:cubicBezTo>
                    <a:pt x="10995" y="26362"/>
                    <a:pt x="9801" y="27173"/>
                    <a:pt x="8540" y="27826"/>
                  </a:cubicBezTo>
                  <a:cubicBezTo>
                    <a:pt x="7932" y="28164"/>
                    <a:pt x="7279" y="28412"/>
                    <a:pt x="6626" y="28682"/>
                  </a:cubicBezTo>
                  <a:cubicBezTo>
                    <a:pt x="6987" y="28186"/>
                    <a:pt x="7415" y="27714"/>
                    <a:pt x="7820" y="27263"/>
                  </a:cubicBezTo>
                  <a:cubicBezTo>
                    <a:pt x="8293" y="26723"/>
                    <a:pt x="8788" y="26250"/>
                    <a:pt x="9351" y="25754"/>
                  </a:cubicBezTo>
                  <a:cubicBezTo>
                    <a:pt x="10432" y="24831"/>
                    <a:pt x="11603" y="24043"/>
                    <a:pt x="12886" y="23390"/>
                  </a:cubicBezTo>
                  <a:cubicBezTo>
                    <a:pt x="13472" y="23097"/>
                    <a:pt x="14102" y="22805"/>
                    <a:pt x="14733" y="22579"/>
                  </a:cubicBezTo>
                  <a:close/>
                  <a:moveTo>
                    <a:pt x="16331" y="26179"/>
                  </a:moveTo>
                  <a:lnTo>
                    <a:pt x="16331" y="26179"/>
                  </a:lnTo>
                  <a:cubicBezTo>
                    <a:pt x="16468" y="26765"/>
                    <a:pt x="16670" y="27348"/>
                    <a:pt x="16872" y="27894"/>
                  </a:cubicBezTo>
                  <a:cubicBezTo>
                    <a:pt x="17300" y="29065"/>
                    <a:pt x="17773" y="30190"/>
                    <a:pt x="18201" y="31339"/>
                  </a:cubicBezTo>
                  <a:cubicBezTo>
                    <a:pt x="18202" y="31308"/>
                    <a:pt x="18203" y="31278"/>
                    <a:pt x="18204" y="31247"/>
                  </a:cubicBezTo>
                  <a:lnTo>
                    <a:pt x="18204" y="31247"/>
                  </a:lnTo>
                  <a:cubicBezTo>
                    <a:pt x="18013" y="30653"/>
                    <a:pt x="17772" y="30069"/>
                    <a:pt x="17548" y="29470"/>
                  </a:cubicBezTo>
                  <a:cubicBezTo>
                    <a:pt x="17087" y="28369"/>
                    <a:pt x="16645" y="27304"/>
                    <a:pt x="16331" y="26179"/>
                  </a:cubicBezTo>
                  <a:close/>
                  <a:moveTo>
                    <a:pt x="14147" y="26543"/>
                  </a:moveTo>
                  <a:lnTo>
                    <a:pt x="14147" y="26543"/>
                  </a:lnTo>
                  <a:cubicBezTo>
                    <a:pt x="12391" y="28547"/>
                    <a:pt x="10342" y="30236"/>
                    <a:pt x="8045" y="31474"/>
                  </a:cubicBezTo>
                  <a:cubicBezTo>
                    <a:pt x="7392" y="31812"/>
                    <a:pt x="6739" y="32150"/>
                    <a:pt x="6041" y="32352"/>
                  </a:cubicBezTo>
                  <a:cubicBezTo>
                    <a:pt x="6964" y="31429"/>
                    <a:pt x="7865" y="30528"/>
                    <a:pt x="8901" y="29740"/>
                  </a:cubicBezTo>
                  <a:cubicBezTo>
                    <a:pt x="10004" y="28862"/>
                    <a:pt x="11198" y="28096"/>
                    <a:pt x="12414" y="27443"/>
                  </a:cubicBezTo>
                  <a:cubicBezTo>
                    <a:pt x="12976" y="27151"/>
                    <a:pt x="13584" y="26880"/>
                    <a:pt x="14147" y="26543"/>
                  </a:cubicBezTo>
                  <a:close/>
                  <a:moveTo>
                    <a:pt x="14598" y="26475"/>
                  </a:moveTo>
                  <a:cubicBezTo>
                    <a:pt x="15093" y="27601"/>
                    <a:pt x="15588" y="28682"/>
                    <a:pt x="15949" y="29853"/>
                  </a:cubicBezTo>
                  <a:cubicBezTo>
                    <a:pt x="16377" y="31136"/>
                    <a:pt x="16624" y="32487"/>
                    <a:pt x="16624" y="33838"/>
                  </a:cubicBezTo>
                  <a:cubicBezTo>
                    <a:pt x="16624" y="34536"/>
                    <a:pt x="16534" y="35212"/>
                    <a:pt x="16489" y="35933"/>
                  </a:cubicBezTo>
                  <a:lnTo>
                    <a:pt x="15971" y="34311"/>
                  </a:lnTo>
                  <a:cubicBezTo>
                    <a:pt x="15769" y="33681"/>
                    <a:pt x="15588" y="33028"/>
                    <a:pt x="15408" y="32375"/>
                  </a:cubicBezTo>
                  <a:cubicBezTo>
                    <a:pt x="15071" y="31046"/>
                    <a:pt x="14800" y="29695"/>
                    <a:pt x="14688" y="28344"/>
                  </a:cubicBezTo>
                  <a:cubicBezTo>
                    <a:pt x="14620" y="27736"/>
                    <a:pt x="14598" y="27083"/>
                    <a:pt x="14598" y="26475"/>
                  </a:cubicBezTo>
                  <a:close/>
                  <a:moveTo>
                    <a:pt x="13900" y="27984"/>
                  </a:moveTo>
                  <a:lnTo>
                    <a:pt x="13900" y="27984"/>
                  </a:lnTo>
                  <a:cubicBezTo>
                    <a:pt x="13720" y="28637"/>
                    <a:pt x="13562" y="29290"/>
                    <a:pt x="13359" y="29920"/>
                  </a:cubicBezTo>
                  <a:cubicBezTo>
                    <a:pt x="13044" y="30776"/>
                    <a:pt x="12639" y="31609"/>
                    <a:pt x="12166" y="32375"/>
                  </a:cubicBezTo>
                  <a:cubicBezTo>
                    <a:pt x="11445" y="33613"/>
                    <a:pt x="10522" y="34762"/>
                    <a:pt x="9509" y="35820"/>
                  </a:cubicBezTo>
                  <a:cubicBezTo>
                    <a:pt x="9013" y="36315"/>
                    <a:pt x="8473" y="36833"/>
                    <a:pt x="7978" y="37306"/>
                  </a:cubicBezTo>
                  <a:cubicBezTo>
                    <a:pt x="8315" y="35707"/>
                    <a:pt x="9284" y="34289"/>
                    <a:pt x="10207" y="32960"/>
                  </a:cubicBezTo>
                  <a:cubicBezTo>
                    <a:pt x="10725" y="32240"/>
                    <a:pt x="11265" y="31542"/>
                    <a:pt x="11828" y="30821"/>
                  </a:cubicBezTo>
                  <a:cubicBezTo>
                    <a:pt x="12346" y="30213"/>
                    <a:pt x="12886" y="29583"/>
                    <a:pt x="13337" y="28907"/>
                  </a:cubicBezTo>
                  <a:cubicBezTo>
                    <a:pt x="13517" y="28637"/>
                    <a:pt x="13720" y="28322"/>
                    <a:pt x="13900" y="27984"/>
                  </a:cubicBezTo>
                  <a:close/>
                  <a:moveTo>
                    <a:pt x="8547" y="1"/>
                  </a:moveTo>
                  <a:cubicBezTo>
                    <a:pt x="8463" y="1"/>
                    <a:pt x="8394" y="112"/>
                    <a:pt x="8428" y="197"/>
                  </a:cubicBezTo>
                  <a:cubicBezTo>
                    <a:pt x="8676" y="647"/>
                    <a:pt x="8991" y="1053"/>
                    <a:pt x="9284" y="1480"/>
                  </a:cubicBezTo>
                  <a:cubicBezTo>
                    <a:pt x="9554" y="1863"/>
                    <a:pt x="9801" y="2291"/>
                    <a:pt x="10072" y="2674"/>
                  </a:cubicBezTo>
                  <a:lnTo>
                    <a:pt x="10139" y="2854"/>
                  </a:lnTo>
                  <a:cubicBezTo>
                    <a:pt x="10117" y="3102"/>
                    <a:pt x="10094" y="3394"/>
                    <a:pt x="10072" y="3642"/>
                  </a:cubicBezTo>
                  <a:cubicBezTo>
                    <a:pt x="9801" y="4408"/>
                    <a:pt x="9329" y="5106"/>
                    <a:pt x="8788" y="5691"/>
                  </a:cubicBezTo>
                  <a:cubicBezTo>
                    <a:pt x="8000" y="6592"/>
                    <a:pt x="7077" y="7358"/>
                    <a:pt x="6244" y="8191"/>
                  </a:cubicBezTo>
                  <a:cubicBezTo>
                    <a:pt x="4622" y="9834"/>
                    <a:pt x="3204" y="11613"/>
                    <a:pt x="1965" y="13527"/>
                  </a:cubicBezTo>
                  <a:cubicBezTo>
                    <a:pt x="1245" y="14586"/>
                    <a:pt x="637" y="15712"/>
                    <a:pt x="51" y="16860"/>
                  </a:cubicBezTo>
                  <a:cubicBezTo>
                    <a:pt x="0" y="16928"/>
                    <a:pt x="52" y="16996"/>
                    <a:pt x="119" y="16996"/>
                  </a:cubicBezTo>
                  <a:cubicBezTo>
                    <a:pt x="141" y="16996"/>
                    <a:pt x="164" y="16989"/>
                    <a:pt x="186" y="16973"/>
                  </a:cubicBezTo>
                  <a:cubicBezTo>
                    <a:pt x="2213" y="15712"/>
                    <a:pt x="4127" y="14248"/>
                    <a:pt x="5793" y="12514"/>
                  </a:cubicBezTo>
                  <a:cubicBezTo>
                    <a:pt x="7415" y="10758"/>
                    <a:pt x="8743" y="8754"/>
                    <a:pt x="9554" y="6502"/>
                  </a:cubicBezTo>
                  <a:cubicBezTo>
                    <a:pt x="9869" y="5601"/>
                    <a:pt x="10117" y="4678"/>
                    <a:pt x="10229" y="3755"/>
                  </a:cubicBezTo>
                  <a:cubicBezTo>
                    <a:pt x="10274" y="3575"/>
                    <a:pt x="10342" y="3372"/>
                    <a:pt x="10364" y="3214"/>
                  </a:cubicBezTo>
                  <a:cubicBezTo>
                    <a:pt x="10702" y="3777"/>
                    <a:pt x="11040" y="4363"/>
                    <a:pt x="11355" y="4948"/>
                  </a:cubicBezTo>
                  <a:cubicBezTo>
                    <a:pt x="11355" y="5961"/>
                    <a:pt x="10792" y="6862"/>
                    <a:pt x="10229" y="7695"/>
                  </a:cubicBezTo>
                  <a:cubicBezTo>
                    <a:pt x="9576" y="8596"/>
                    <a:pt x="8923" y="9452"/>
                    <a:pt x="8360" y="10420"/>
                  </a:cubicBezTo>
                  <a:cubicBezTo>
                    <a:pt x="7189" y="12379"/>
                    <a:pt x="6221" y="14473"/>
                    <a:pt x="5320" y="16590"/>
                  </a:cubicBezTo>
                  <a:cubicBezTo>
                    <a:pt x="4825" y="17783"/>
                    <a:pt x="4352" y="18999"/>
                    <a:pt x="3834" y="20215"/>
                  </a:cubicBezTo>
                  <a:cubicBezTo>
                    <a:pt x="3817" y="20286"/>
                    <a:pt x="3869" y="20371"/>
                    <a:pt x="3924" y="20371"/>
                  </a:cubicBezTo>
                  <a:cubicBezTo>
                    <a:pt x="3940" y="20371"/>
                    <a:pt x="3955" y="20365"/>
                    <a:pt x="3969" y="20350"/>
                  </a:cubicBezTo>
                  <a:cubicBezTo>
                    <a:pt x="4983" y="19742"/>
                    <a:pt x="5996" y="19112"/>
                    <a:pt x="6942" y="18391"/>
                  </a:cubicBezTo>
                  <a:cubicBezTo>
                    <a:pt x="7797" y="17671"/>
                    <a:pt x="8540" y="16860"/>
                    <a:pt x="9148" y="15914"/>
                  </a:cubicBezTo>
                  <a:cubicBezTo>
                    <a:pt x="10432" y="13933"/>
                    <a:pt x="11017" y="11591"/>
                    <a:pt x="11265" y="9272"/>
                  </a:cubicBezTo>
                  <a:cubicBezTo>
                    <a:pt x="11400" y="8101"/>
                    <a:pt x="11468" y="6952"/>
                    <a:pt x="11490" y="5804"/>
                  </a:cubicBezTo>
                  <a:cubicBezTo>
                    <a:pt x="11513" y="5669"/>
                    <a:pt x="11558" y="5556"/>
                    <a:pt x="11580" y="5398"/>
                  </a:cubicBezTo>
                  <a:cubicBezTo>
                    <a:pt x="12278" y="6840"/>
                    <a:pt x="12909" y="8303"/>
                    <a:pt x="13404" y="9834"/>
                  </a:cubicBezTo>
                  <a:cubicBezTo>
                    <a:pt x="13292" y="11636"/>
                    <a:pt x="12031" y="13100"/>
                    <a:pt x="10995" y="14496"/>
                  </a:cubicBezTo>
                  <a:cubicBezTo>
                    <a:pt x="9824" y="16027"/>
                    <a:pt x="8878" y="17716"/>
                    <a:pt x="7955" y="19359"/>
                  </a:cubicBezTo>
                  <a:lnTo>
                    <a:pt x="6266" y="22399"/>
                  </a:lnTo>
                  <a:cubicBezTo>
                    <a:pt x="6232" y="22450"/>
                    <a:pt x="6275" y="22513"/>
                    <a:pt x="6326" y="22513"/>
                  </a:cubicBezTo>
                  <a:cubicBezTo>
                    <a:pt x="6344" y="22513"/>
                    <a:pt x="6362" y="22506"/>
                    <a:pt x="6379" y="22489"/>
                  </a:cubicBezTo>
                  <a:cubicBezTo>
                    <a:pt x="8068" y="21454"/>
                    <a:pt x="9644" y="20125"/>
                    <a:pt x="10837" y="18571"/>
                  </a:cubicBezTo>
                  <a:cubicBezTo>
                    <a:pt x="12076" y="16973"/>
                    <a:pt x="13021" y="15126"/>
                    <a:pt x="13427" y="13122"/>
                  </a:cubicBezTo>
                  <a:cubicBezTo>
                    <a:pt x="13607" y="12311"/>
                    <a:pt x="13697" y="11456"/>
                    <a:pt x="13697" y="10645"/>
                  </a:cubicBezTo>
                  <a:lnTo>
                    <a:pt x="13765" y="10893"/>
                  </a:lnTo>
                  <a:cubicBezTo>
                    <a:pt x="14418" y="13167"/>
                    <a:pt x="14823" y="15509"/>
                    <a:pt x="14958" y="17873"/>
                  </a:cubicBezTo>
                  <a:cubicBezTo>
                    <a:pt x="12368" y="19112"/>
                    <a:pt x="10027" y="20913"/>
                    <a:pt x="8180" y="23120"/>
                  </a:cubicBezTo>
                  <a:cubicBezTo>
                    <a:pt x="7640" y="23728"/>
                    <a:pt x="7122" y="24403"/>
                    <a:pt x="6671" y="25079"/>
                  </a:cubicBezTo>
                  <a:cubicBezTo>
                    <a:pt x="6635" y="25153"/>
                    <a:pt x="6703" y="25226"/>
                    <a:pt x="6778" y="25226"/>
                  </a:cubicBezTo>
                  <a:cubicBezTo>
                    <a:pt x="6795" y="25226"/>
                    <a:pt x="6813" y="25222"/>
                    <a:pt x="6829" y="25214"/>
                  </a:cubicBezTo>
                  <a:cubicBezTo>
                    <a:pt x="9531" y="23998"/>
                    <a:pt x="12076" y="22309"/>
                    <a:pt x="13922" y="19900"/>
                  </a:cubicBezTo>
                  <a:cubicBezTo>
                    <a:pt x="14328" y="19382"/>
                    <a:pt x="14710" y="18774"/>
                    <a:pt x="14981" y="18189"/>
                  </a:cubicBezTo>
                  <a:lnTo>
                    <a:pt x="14981" y="18189"/>
                  </a:lnTo>
                  <a:cubicBezTo>
                    <a:pt x="15048" y="19585"/>
                    <a:pt x="15003" y="20981"/>
                    <a:pt x="14890" y="22377"/>
                  </a:cubicBezTo>
                  <a:cubicBezTo>
                    <a:pt x="13607" y="22895"/>
                    <a:pt x="12391" y="23458"/>
                    <a:pt x="11220" y="24201"/>
                  </a:cubicBezTo>
                  <a:cubicBezTo>
                    <a:pt x="10004" y="24989"/>
                    <a:pt x="8878" y="25935"/>
                    <a:pt x="7887" y="26970"/>
                  </a:cubicBezTo>
                  <a:cubicBezTo>
                    <a:pt x="7324" y="27556"/>
                    <a:pt x="6852" y="28209"/>
                    <a:pt x="6334" y="28884"/>
                  </a:cubicBezTo>
                  <a:cubicBezTo>
                    <a:pt x="6297" y="28958"/>
                    <a:pt x="6320" y="29032"/>
                    <a:pt x="6391" y="29032"/>
                  </a:cubicBezTo>
                  <a:cubicBezTo>
                    <a:pt x="6407" y="29032"/>
                    <a:pt x="6426" y="29028"/>
                    <a:pt x="6446" y="29020"/>
                  </a:cubicBezTo>
                  <a:cubicBezTo>
                    <a:pt x="7122" y="28794"/>
                    <a:pt x="7775" y="28502"/>
                    <a:pt x="8428" y="28186"/>
                  </a:cubicBezTo>
                  <a:cubicBezTo>
                    <a:pt x="9081" y="27849"/>
                    <a:pt x="9689" y="27466"/>
                    <a:pt x="10319" y="27083"/>
                  </a:cubicBezTo>
                  <a:cubicBezTo>
                    <a:pt x="11490" y="26295"/>
                    <a:pt x="12616" y="25372"/>
                    <a:pt x="13607" y="24291"/>
                  </a:cubicBezTo>
                  <a:cubicBezTo>
                    <a:pt x="14080" y="23795"/>
                    <a:pt x="14508" y="23255"/>
                    <a:pt x="14890" y="22670"/>
                  </a:cubicBezTo>
                  <a:lnTo>
                    <a:pt x="14890" y="22670"/>
                  </a:lnTo>
                  <a:cubicBezTo>
                    <a:pt x="14868" y="22895"/>
                    <a:pt x="14845" y="23120"/>
                    <a:pt x="14845" y="23345"/>
                  </a:cubicBezTo>
                  <a:cubicBezTo>
                    <a:pt x="14733" y="24291"/>
                    <a:pt x="14598" y="25214"/>
                    <a:pt x="14395" y="26182"/>
                  </a:cubicBezTo>
                  <a:cubicBezTo>
                    <a:pt x="13832" y="26588"/>
                    <a:pt x="13202" y="26813"/>
                    <a:pt x="12594" y="27106"/>
                  </a:cubicBezTo>
                  <a:cubicBezTo>
                    <a:pt x="11963" y="27443"/>
                    <a:pt x="11355" y="27781"/>
                    <a:pt x="10770" y="28186"/>
                  </a:cubicBezTo>
                  <a:cubicBezTo>
                    <a:pt x="9576" y="28952"/>
                    <a:pt x="8473" y="29785"/>
                    <a:pt x="7437" y="30753"/>
                  </a:cubicBezTo>
                  <a:cubicBezTo>
                    <a:pt x="6852" y="31271"/>
                    <a:pt x="6266" y="31834"/>
                    <a:pt x="5748" y="32465"/>
                  </a:cubicBezTo>
                  <a:cubicBezTo>
                    <a:pt x="5709" y="32543"/>
                    <a:pt x="5738" y="32604"/>
                    <a:pt x="5820" y="32604"/>
                  </a:cubicBezTo>
                  <a:cubicBezTo>
                    <a:pt x="5832" y="32604"/>
                    <a:pt x="5846" y="32603"/>
                    <a:pt x="5861" y="32600"/>
                  </a:cubicBezTo>
                  <a:cubicBezTo>
                    <a:pt x="7279" y="32217"/>
                    <a:pt x="8563" y="31474"/>
                    <a:pt x="9756" y="30663"/>
                  </a:cubicBezTo>
                  <a:cubicBezTo>
                    <a:pt x="10927" y="29898"/>
                    <a:pt x="12008" y="28997"/>
                    <a:pt x="13021" y="28006"/>
                  </a:cubicBezTo>
                  <a:cubicBezTo>
                    <a:pt x="13494" y="27556"/>
                    <a:pt x="13922" y="27061"/>
                    <a:pt x="14328" y="26543"/>
                  </a:cubicBezTo>
                  <a:lnTo>
                    <a:pt x="14328" y="26543"/>
                  </a:lnTo>
                  <a:cubicBezTo>
                    <a:pt x="14305" y="26633"/>
                    <a:pt x="14305" y="26723"/>
                    <a:pt x="14282" y="26813"/>
                  </a:cubicBezTo>
                  <a:cubicBezTo>
                    <a:pt x="14035" y="27488"/>
                    <a:pt x="13720" y="28074"/>
                    <a:pt x="13292" y="28659"/>
                  </a:cubicBezTo>
                  <a:cubicBezTo>
                    <a:pt x="12841" y="29335"/>
                    <a:pt x="12301" y="29965"/>
                    <a:pt x="11806" y="30573"/>
                  </a:cubicBezTo>
                  <a:cubicBezTo>
                    <a:pt x="10702" y="31924"/>
                    <a:pt x="9644" y="33343"/>
                    <a:pt x="8788" y="34874"/>
                  </a:cubicBezTo>
                  <a:cubicBezTo>
                    <a:pt x="8338" y="35707"/>
                    <a:pt x="8000" y="36608"/>
                    <a:pt x="7842" y="37509"/>
                  </a:cubicBezTo>
                  <a:cubicBezTo>
                    <a:pt x="7814" y="37580"/>
                    <a:pt x="7867" y="37624"/>
                    <a:pt x="7921" y="37624"/>
                  </a:cubicBezTo>
                  <a:cubicBezTo>
                    <a:pt x="7952" y="37624"/>
                    <a:pt x="7984" y="37609"/>
                    <a:pt x="8000" y="37576"/>
                  </a:cubicBezTo>
                  <a:cubicBezTo>
                    <a:pt x="10139" y="35640"/>
                    <a:pt x="12143" y="33365"/>
                    <a:pt x="13269" y="30686"/>
                  </a:cubicBezTo>
                  <a:cubicBezTo>
                    <a:pt x="13539" y="30078"/>
                    <a:pt x="13742" y="29425"/>
                    <a:pt x="13877" y="28749"/>
                  </a:cubicBezTo>
                  <a:cubicBezTo>
                    <a:pt x="14102" y="28006"/>
                    <a:pt x="14305" y="27286"/>
                    <a:pt x="14508" y="26520"/>
                  </a:cubicBezTo>
                  <a:lnTo>
                    <a:pt x="14508" y="26520"/>
                  </a:lnTo>
                  <a:cubicBezTo>
                    <a:pt x="14485" y="29065"/>
                    <a:pt x="15116" y="31564"/>
                    <a:pt x="15836" y="33951"/>
                  </a:cubicBezTo>
                  <a:cubicBezTo>
                    <a:pt x="16061" y="34717"/>
                    <a:pt x="16309" y="35437"/>
                    <a:pt x="16534" y="36203"/>
                  </a:cubicBezTo>
                  <a:cubicBezTo>
                    <a:pt x="16546" y="36248"/>
                    <a:pt x="16579" y="36270"/>
                    <a:pt x="16613" y="36270"/>
                  </a:cubicBezTo>
                  <a:cubicBezTo>
                    <a:pt x="16647" y="36270"/>
                    <a:pt x="16681" y="36248"/>
                    <a:pt x="16692" y="36203"/>
                  </a:cubicBezTo>
                  <a:cubicBezTo>
                    <a:pt x="16985" y="34829"/>
                    <a:pt x="16985" y="33365"/>
                    <a:pt x="16782" y="31947"/>
                  </a:cubicBezTo>
                  <a:cubicBezTo>
                    <a:pt x="16579" y="30596"/>
                    <a:pt x="16129" y="29335"/>
                    <a:pt x="15634" y="28074"/>
                  </a:cubicBezTo>
                  <a:cubicBezTo>
                    <a:pt x="15341" y="27376"/>
                    <a:pt x="15003" y="26700"/>
                    <a:pt x="14710" y="25980"/>
                  </a:cubicBezTo>
                  <a:lnTo>
                    <a:pt x="14710" y="25935"/>
                  </a:lnTo>
                  <a:cubicBezTo>
                    <a:pt x="14710" y="25867"/>
                    <a:pt x="14665" y="25845"/>
                    <a:pt x="14643" y="25845"/>
                  </a:cubicBezTo>
                  <a:cubicBezTo>
                    <a:pt x="14778" y="25237"/>
                    <a:pt x="14890" y="24629"/>
                    <a:pt x="14981" y="24021"/>
                  </a:cubicBezTo>
                  <a:cubicBezTo>
                    <a:pt x="15071" y="23480"/>
                    <a:pt x="15116" y="22985"/>
                    <a:pt x="15183" y="22444"/>
                  </a:cubicBezTo>
                  <a:cubicBezTo>
                    <a:pt x="15472" y="22964"/>
                    <a:pt x="15665" y="23524"/>
                    <a:pt x="15822" y="24099"/>
                  </a:cubicBezTo>
                  <a:lnTo>
                    <a:pt x="15822" y="24099"/>
                  </a:lnTo>
                  <a:cubicBezTo>
                    <a:pt x="15687" y="23556"/>
                    <a:pt x="15490" y="23036"/>
                    <a:pt x="15251" y="22557"/>
                  </a:cubicBezTo>
                  <a:lnTo>
                    <a:pt x="15251" y="22557"/>
                  </a:lnTo>
                  <a:cubicBezTo>
                    <a:pt x="16940" y="24471"/>
                    <a:pt x="17998" y="26903"/>
                    <a:pt x="18201" y="29470"/>
                  </a:cubicBezTo>
                  <a:cubicBezTo>
                    <a:pt x="18243" y="30070"/>
                    <a:pt x="18225" y="30649"/>
                    <a:pt x="18204" y="31247"/>
                  </a:cubicBezTo>
                  <a:lnTo>
                    <a:pt x="18204" y="31247"/>
                  </a:lnTo>
                  <a:cubicBezTo>
                    <a:pt x="18242" y="31367"/>
                    <a:pt x="18279" y="31488"/>
                    <a:pt x="18313" y="31609"/>
                  </a:cubicBezTo>
                  <a:cubicBezTo>
                    <a:pt x="18324" y="31651"/>
                    <a:pt x="18354" y="31669"/>
                    <a:pt x="18383" y="31669"/>
                  </a:cubicBezTo>
                  <a:cubicBezTo>
                    <a:pt x="18416" y="31669"/>
                    <a:pt x="18448" y="31645"/>
                    <a:pt x="18448" y="31609"/>
                  </a:cubicBezTo>
                  <a:cubicBezTo>
                    <a:pt x="18651" y="30326"/>
                    <a:pt x="18493" y="28907"/>
                    <a:pt x="18223" y="27623"/>
                  </a:cubicBezTo>
                  <a:cubicBezTo>
                    <a:pt x="17908" y="26295"/>
                    <a:pt x="17367" y="25034"/>
                    <a:pt x="16647" y="23886"/>
                  </a:cubicBezTo>
                  <a:cubicBezTo>
                    <a:pt x="16242" y="23233"/>
                    <a:pt x="15746" y="22647"/>
                    <a:pt x="15228" y="22107"/>
                  </a:cubicBezTo>
                  <a:cubicBezTo>
                    <a:pt x="15341" y="20846"/>
                    <a:pt x="15386" y="19540"/>
                    <a:pt x="15318" y="18279"/>
                  </a:cubicBezTo>
                  <a:lnTo>
                    <a:pt x="15318" y="18279"/>
                  </a:lnTo>
                  <a:cubicBezTo>
                    <a:pt x="15521" y="18842"/>
                    <a:pt x="15746" y="19382"/>
                    <a:pt x="15971" y="19900"/>
                  </a:cubicBezTo>
                  <a:cubicBezTo>
                    <a:pt x="16287" y="20620"/>
                    <a:pt x="16647" y="21319"/>
                    <a:pt x="17007" y="21994"/>
                  </a:cubicBezTo>
                  <a:cubicBezTo>
                    <a:pt x="17367" y="22670"/>
                    <a:pt x="17795" y="23345"/>
                    <a:pt x="18223" y="23998"/>
                  </a:cubicBezTo>
                  <a:cubicBezTo>
                    <a:pt x="18616" y="24587"/>
                    <a:pt x="19026" y="25142"/>
                    <a:pt x="19423" y="25708"/>
                  </a:cubicBezTo>
                  <a:lnTo>
                    <a:pt x="19423" y="25708"/>
                  </a:lnTo>
                  <a:cubicBezTo>
                    <a:pt x="19097" y="25236"/>
                    <a:pt x="18755" y="24775"/>
                    <a:pt x="18448" y="24291"/>
                  </a:cubicBezTo>
                  <a:cubicBezTo>
                    <a:pt x="17570" y="22985"/>
                    <a:pt x="16827" y="21589"/>
                    <a:pt x="16174" y="20193"/>
                  </a:cubicBezTo>
                  <a:cubicBezTo>
                    <a:pt x="15836" y="19427"/>
                    <a:pt x="15476" y="18639"/>
                    <a:pt x="15183" y="17851"/>
                  </a:cubicBezTo>
                  <a:lnTo>
                    <a:pt x="15183" y="17851"/>
                  </a:lnTo>
                  <a:cubicBezTo>
                    <a:pt x="16377" y="18706"/>
                    <a:pt x="17210" y="19967"/>
                    <a:pt x="17975" y="21206"/>
                  </a:cubicBezTo>
                  <a:cubicBezTo>
                    <a:pt x="18876" y="22602"/>
                    <a:pt x="19777" y="24043"/>
                    <a:pt x="20317" y="25642"/>
                  </a:cubicBezTo>
                  <a:cubicBezTo>
                    <a:pt x="20565" y="26430"/>
                    <a:pt x="20723" y="27218"/>
                    <a:pt x="20790" y="28051"/>
                  </a:cubicBezTo>
                  <a:cubicBezTo>
                    <a:pt x="20611" y="27707"/>
                    <a:pt x="20433" y="27362"/>
                    <a:pt x="20246" y="27026"/>
                  </a:cubicBezTo>
                  <a:lnTo>
                    <a:pt x="20246" y="27026"/>
                  </a:lnTo>
                  <a:cubicBezTo>
                    <a:pt x="20486" y="27476"/>
                    <a:pt x="20702" y="27940"/>
                    <a:pt x="20925" y="28412"/>
                  </a:cubicBezTo>
                  <a:cubicBezTo>
                    <a:pt x="20940" y="28442"/>
                    <a:pt x="20963" y="28454"/>
                    <a:pt x="20986" y="28454"/>
                  </a:cubicBezTo>
                  <a:cubicBezTo>
                    <a:pt x="21033" y="28454"/>
                    <a:pt x="21083" y="28404"/>
                    <a:pt x="21083" y="28344"/>
                  </a:cubicBezTo>
                  <a:cubicBezTo>
                    <a:pt x="21083" y="26655"/>
                    <a:pt x="20475" y="25034"/>
                    <a:pt x="19709" y="23548"/>
                  </a:cubicBezTo>
                  <a:cubicBezTo>
                    <a:pt x="19326" y="22760"/>
                    <a:pt x="18831" y="22017"/>
                    <a:pt x="18381" y="21296"/>
                  </a:cubicBezTo>
                  <a:cubicBezTo>
                    <a:pt x="17975" y="20643"/>
                    <a:pt x="17570" y="19967"/>
                    <a:pt x="17097" y="19337"/>
                  </a:cubicBezTo>
                  <a:cubicBezTo>
                    <a:pt x="16579" y="18661"/>
                    <a:pt x="15994" y="18076"/>
                    <a:pt x="15296" y="17603"/>
                  </a:cubicBezTo>
                  <a:cubicBezTo>
                    <a:pt x="15228" y="16747"/>
                    <a:pt x="15161" y="15914"/>
                    <a:pt x="15048" y="15059"/>
                  </a:cubicBezTo>
                  <a:lnTo>
                    <a:pt x="15048" y="15059"/>
                  </a:lnTo>
                  <a:cubicBezTo>
                    <a:pt x="15949" y="16297"/>
                    <a:pt x="16849" y="17536"/>
                    <a:pt x="17908" y="18639"/>
                  </a:cubicBezTo>
                  <a:cubicBezTo>
                    <a:pt x="18471" y="19224"/>
                    <a:pt x="19101" y="19787"/>
                    <a:pt x="19732" y="20283"/>
                  </a:cubicBezTo>
                  <a:cubicBezTo>
                    <a:pt x="20009" y="20483"/>
                    <a:pt x="20302" y="20667"/>
                    <a:pt x="20601" y="20844"/>
                  </a:cubicBezTo>
                  <a:lnTo>
                    <a:pt x="20601" y="20844"/>
                  </a:lnTo>
                  <a:cubicBezTo>
                    <a:pt x="20405" y="20717"/>
                    <a:pt x="20212" y="20584"/>
                    <a:pt x="20024" y="20440"/>
                  </a:cubicBezTo>
                  <a:cubicBezTo>
                    <a:pt x="18673" y="19495"/>
                    <a:pt x="17570" y="18279"/>
                    <a:pt x="16557" y="16973"/>
                  </a:cubicBezTo>
                  <a:cubicBezTo>
                    <a:pt x="16061" y="16342"/>
                    <a:pt x="15543" y="15667"/>
                    <a:pt x="15071" y="14946"/>
                  </a:cubicBezTo>
                  <a:lnTo>
                    <a:pt x="15071" y="14946"/>
                  </a:lnTo>
                  <a:cubicBezTo>
                    <a:pt x="18110" y="16117"/>
                    <a:pt x="20813" y="18144"/>
                    <a:pt x="22682" y="20778"/>
                  </a:cubicBezTo>
                  <a:cubicBezTo>
                    <a:pt x="23137" y="21450"/>
                    <a:pt x="23508" y="22163"/>
                    <a:pt x="23897" y="22859"/>
                  </a:cubicBezTo>
                  <a:lnTo>
                    <a:pt x="23897" y="22859"/>
                  </a:lnTo>
                  <a:cubicBezTo>
                    <a:pt x="24005" y="22949"/>
                    <a:pt x="24111" y="23044"/>
                    <a:pt x="24213" y="23142"/>
                  </a:cubicBezTo>
                  <a:cubicBezTo>
                    <a:pt x="24233" y="23163"/>
                    <a:pt x="24254" y="23171"/>
                    <a:pt x="24272" y="23171"/>
                  </a:cubicBezTo>
                  <a:cubicBezTo>
                    <a:pt x="24313" y="23171"/>
                    <a:pt x="24341" y="23129"/>
                    <a:pt x="24325" y="23097"/>
                  </a:cubicBezTo>
                  <a:cubicBezTo>
                    <a:pt x="24010" y="22309"/>
                    <a:pt x="23605" y="21566"/>
                    <a:pt x="23109" y="20868"/>
                  </a:cubicBezTo>
                  <a:cubicBezTo>
                    <a:pt x="22637" y="20170"/>
                    <a:pt x="22141" y="19517"/>
                    <a:pt x="21533" y="18887"/>
                  </a:cubicBezTo>
                  <a:cubicBezTo>
                    <a:pt x="20385" y="17648"/>
                    <a:pt x="19034" y="16567"/>
                    <a:pt x="17525" y="15734"/>
                  </a:cubicBezTo>
                  <a:cubicBezTo>
                    <a:pt x="16737" y="15329"/>
                    <a:pt x="15881" y="14991"/>
                    <a:pt x="15048" y="14698"/>
                  </a:cubicBezTo>
                  <a:cubicBezTo>
                    <a:pt x="15048" y="14698"/>
                    <a:pt x="15048" y="14676"/>
                    <a:pt x="15003" y="14676"/>
                  </a:cubicBezTo>
                  <a:cubicBezTo>
                    <a:pt x="14981" y="14653"/>
                    <a:pt x="14981" y="14653"/>
                    <a:pt x="14958" y="14653"/>
                  </a:cubicBezTo>
                  <a:cubicBezTo>
                    <a:pt x="14733" y="13100"/>
                    <a:pt x="14373" y="11546"/>
                    <a:pt x="13922" y="10037"/>
                  </a:cubicBezTo>
                  <a:lnTo>
                    <a:pt x="13922" y="10037"/>
                  </a:lnTo>
                  <a:cubicBezTo>
                    <a:pt x="13982" y="10122"/>
                    <a:pt x="14042" y="10206"/>
                    <a:pt x="14104" y="10290"/>
                  </a:cubicBezTo>
                  <a:lnTo>
                    <a:pt x="14104" y="10290"/>
                  </a:lnTo>
                  <a:cubicBezTo>
                    <a:pt x="13981" y="10120"/>
                    <a:pt x="13861" y="9945"/>
                    <a:pt x="13742" y="9767"/>
                  </a:cubicBezTo>
                  <a:lnTo>
                    <a:pt x="13742" y="9767"/>
                  </a:lnTo>
                  <a:cubicBezTo>
                    <a:pt x="15048" y="10713"/>
                    <a:pt x="16669" y="11073"/>
                    <a:pt x="18065" y="11794"/>
                  </a:cubicBezTo>
                  <a:cubicBezTo>
                    <a:pt x="19574" y="12582"/>
                    <a:pt x="20948" y="13595"/>
                    <a:pt x="22164" y="14811"/>
                  </a:cubicBezTo>
                  <a:cubicBezTo>
                    <a:pt x="22674" y="15300"/>
                    <a:pt x="23110" y="15845"/>
                    <a:pt x="23522" y="16379"/>
                  </a:cubicBezTo>
                  <a:lnTo>
                    <a:pt x="23522" y="16379"/>
                  </a:lnTo>
                  <a:cubicBezTo>
                    <a:pt x="23757" y="16558"/>
                    <a:pt x="23976" y="16754"/>
                    <a:pt x="24168" y="16973"/>
                  </a:cubicBezTo>
                  <a:cubicBezTo>
                    <a:pt x="24181" y="17000"/>
                    <a:pt x="24203" y="17010"/>
                    <a:pt x="24226" y="17010"/>
                  </a:cubicBezTo>
                  <a:cubicBezTo>
                    <a:pt x="24278" y="17010"/>
                    <a:pt x="24334" y="16952"/>
                    <a:pt x="24303" y="16905"/>
                  </a:cubicBezTo>
                  <a:cubicBezTo>
                    <a:pt x="23875" y="16162"/>
                    <a:pt x="23312" y="15486"/>
                    <a:pt x="22749" y="14878"/>
                  </a:cubicBezTo>
                  <a:cubicBezTo>
                    <a:pt x="22164" y="14225"/>
                    <a:pt x="21511" y="13662"/>
                    <a:pt x="20835" y="13122"/>
                  </a:cubicBezTo>
                  <a:cubicBezTo>
                    <a:pt x="20182" y="12627"/>
                    <a:pt x="19484" y="12176"/>
                    <a:pt x="18763" y="11771"/>
                  </a:cubicBezTo>
                  <a:cubicBezTo>
                    <a:pt x="17998" y="11343"/>
                    <a:pt x="17187" y="11050"/>
                    <a:pt x="16332" y="10735"/>
                  </a:cubicBezTo>
                  <a:cubicBezTo>
                    <a:pt x="15431" y="10397"/>
                    <a:pt x="14530" y="10060"/>
                    <a:pt x="13765" y="9497"/>
                  </a:cubicBezTo>
                  <a:cubicBezTo>
                    <a:pt x="13742" y="9474"/>
                    <a:pt x="13742" y="9429"/>
                    <a:pt x="13720" y="9407"/>
                  </a:cubicBezTo>
                  <a:cubicBezTo>
                    <a:pt x="13314" y="8168"/>
                    <a:pt x="12819" y="6952"/>
                    <a:pt x="12278" y="5781"/>
                  </a:cubicBezTo>
                  <a:cubicBezTo>
                    <a:pt x="12166" y="5556"/>
                    <a:pt x="12076" y="5353"/>
                    <a:pt x="11963" y="5128"/>
                  </a:cubicBezTo>
                  <a:lnTo>
                    <a:pt x="11963" y="5128"/>
                  </a:lnTo>
                  <a:cubicBezTo>
                    <a:pt x="14418" y="7740"/>
                    <a:pt x="17638" y="9992"/>
                    <a:pt x="21285" y="10420"/>
                  </a:cubicBezTo>
                  <a:cubicBezTo>
                    <a:pt x="21802" y="10482"/>
                    <a:pt x="22332" y="10511"/>
                    <a:pt x="22866" y="10511"/>
                  </a:cubicBezTo>
                  <a:cubicBezTo>
                    <a:pt x="23488" y="10511"/>
                    <a:pt x="24113" y="10472"/>
                    <a:pt x="24726" y="10401"/>
                  </a:cubicBezTo>
                  <a:lnTo>
                    <a:pt x="24726" y="10401"/>
                  </a:lnTo>
                  <a:cubicBezTo>
                    <a:pt x="24721" y="10367"/>
                    <a:pt x="24712" y="10309"/>
                    <a:pt x="24663" y="10285"/>
                  </a:cubicBezTo>
                  <a:cubicBezTo>
                    <a:pt x="23199" y="9181"/>
                    <a:pt x="21668" y="8191"/>
                    <a:pt x="19934" y="7515"/>
                  </a:cubicBezTo>
                  <a:cubicBezTo>
                    <a:pt x="19101" y="7177"/>
                    <a:pt x="18201" y="6930"/>
                    <a:pt x="17300" y="6727"/>
                  </a:cubicBezTo>
                  <a:cubicBezTo>
                    <a:pt x="16287" y="6547"/>
                    <a:pt x="15251" y="6434"/>
                    <a:pt x="14260" y="6142"/>
                  </a:cubicBezTo>
                  <a:cubicBezTo>
                    <a:pt x="13787" y="6006"/>
                    <a:pt x="13337" y="5804"/>
                    <a:pt x="12886" y="5556"/>
                  </a:cubicBezTo>
                  <a:cubicBezTo>
                    <a:pt x="12616" y="5421"/>
                    <a:pt x="12368" y="5218"/>
                    <a:pt x="12143" y="5016"/>
                  </a:cubicBezTo>
                  <a:cubicBezTo>
                    <a:pt x="11918" y="4813"/>
                    <a:pt x="11670" y="4655"/>
                    <a:pt x="11468" y="4408"/>
                  </a:cubicBezTo>
                  <a:cubicBezTo>
                    <a:pt x="11310" y="4183"/>
                    <a:pt x="11198" y="3890"/>
                    <a:pt x="11040" y="3642"/>
                  </a:cubicBezTo>
                  <a:cubicBezTo>
                    <a:pt x="10905" y="3349"/>
                    <a:pt x="10702" y="3102"/>
                    <a:pt x="10567" y="2831"/>
                  </a:cubicBezTo>
                  <a:cubicBezTo>
                    <a:pt x="10567" y="2786"/>
                    <a:pt x="10545" y="2786"/>
                    <a:pt x="10545" y="2764"/>
                  </a:cubicBezTo>
                  <a:lnTo>
                    <a:pt x="10545" y="2764"/>
                  </a:lnTo>
                  <a:cubicBezTo>
                    <a:pt x="11355" y="2876"/>
                    <a:pt x="12053" y="3304"/>
                    <a:pt x="12796" y="3665"/>
                  </a:cubicBezTo>
                  <a:cubicBezTo>
                    <a:pt x="13517" y="4070"/>
                    <a:pt x="14282" y="4363"/>
                    <a:pt x="15093" y="4633"/>
                  </a:cubicBezTo>
                  <a:cubicBezTo>
                    <a:pt x="16714" y="5128"/>
                    <a:pt x="18426" y="5376"/>
                    <a:pt x="20092" y="5534"/>
                  </a:cubicBezTo>
                  <a:cubicBezTo>
                    <a:pt x="21038" y="5601"/>
                    <a:pt x="22006" y="5669"/>
                    <a:pt x="22952" y="5759"/>
                  </a:cubicBezTo>
                  <a:cubicBezTo>
                    <a:pt x="23064" y="5759"/>
                    <a:pt x="23132" y="5646"/>
                    <a:pt x="23019" y="5556"/>
                  </a:cubicBezTo>
                  <a:cubicBezTo>
                    <a:pt x="21488" y="4633"/>
                    <a:pt x="19889" y="3845"/>
                    <a:pt x="18223" y="3214"/>
                  </a:cubicBezTo>
                  <a:cubicBezTo>
                    <a:pt x="16624" y="2606"/>
                    <a:pt x="14935" y="2178"/>
                    <a:pt x="13202" y="2088"/>
                  </a:cubicBezTo>
                  <a:cubicBezTo>
                    <a:pt x="12965" y="2077"/>
                    <a:pt x="12725" y="2069"/>
                    <a:pt x="12482" y="2069"/>
                  </a:cubicBezTo>
                  <a:cubicBezTo>
                    <a:pt x="11756" y="2069"/>
                    <a:pt x="11017" y="2145"/>
                    <a:pt x="10342" y="2449"/>
                  </a:cubicBezTo>
                  <a:cubicBezTo>
                    <a:pt x="10117" y="2088"/>
                    <a:pt x="9892" y="1751"/>
                    <a:pt x="9666" y="1390"/>
                  </a:cubicBezTo>
                  <a:cubicBezTo>
                    <a:pt x="9351" y="917"/>
                    <a:pt x="9013" y="467"/>
                    <a:pt x="8631" y="39"/>
                  </a:cubicBezTo>
                  <a:cubicBezTo>
                    <a:pt x="8603" y="12"/>
                    <a:pt x="8575" y="1"/>
                    <a:pt x="854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5"/>
            <p:cNvSpPr/>
            <p:nvPr/>
          </p:nvSpPr>
          <p:spPr>
            <a:xfrm flipH="1">
              <a:off x="241056" y="219272"/>
              <a:ext cx="1352145" cy="403479"/>
            </a:xfrm>
            <a:custGeom>
              <a:avLst/>
              <a:gdLst/>
              <a:ahLst/>
              <a:cxnLst/>
              <a:rect l="l" t="t" r="r" b="b"/>
              <a:pathLst>
                <a:path w="56783" h="16944" extrusionOk="0">
                  <a:moveTo>
                    <a:pt x="46" y="1"/>
                  </a:moveTo>
                  <a:cubicBezTo>
                    <a:pt x="23" y="1"/>
                    <a:pt x="1" y="18"/>
                    <a:pt x="1" y="51"/>
                  </a:cubicBezTo>
                  <a:cubicBezTo>
                    <a:pt x="91" y="1898"/>
                    <a:pt x="901" y="3699"/>
                    <a:pt x="2343" y="4915"/>
                  </a:cubicBezTo>
                  <a:cubicBezTo>
                    <a:pt x="3831" y="6194"/>
                    <a:pt x="5769" y="6634"/>
                    <a:pt x="7682" y="6634"/>
                  </a:cubicBezTo>
                  <a:cubicBezTo>
                    <a:pt x="7824" y="6634"/>
                    <a:pt x="7966" y="6631"/>
                    <a:pt x="8107" y="6627"/>
                  </a:cubicBezTo>
                  <a:cubicBezTo>
                    <a:pt x="10291" y="6582"/>
                    <a:pt x="12430" y="6041"/>
                    <a:pt x="14592" y="5884"/>
                  </a:cubicBezTo>
                  <a:cubicBezTo>
                    <a:pt x="15045" y="5843"/>
                    <a:pt x="15508" y="5819"/>
                    <a:pt x="15972" y="5819"/>
                  </a:cubicBezTo>
                  <a:cubicBezTo>
                    <a:pt x="17589" y="5819"/>
                    <a:pt x="19230" y="6115"/>
                    <a:pt x="20559" y="7077"/>
                  </a:cubicBezTo>
                  <a:cubicBezTo>
                    <a:pt x="22226" y="8270"/>
                    <a:pt x="23081" y="10184"/>
                    <a:pt x="24590" y="11513"/>
                  </a:cubicBezTo>
                  <a:cubicBezTo>
                    <a:pt x="26007" y="12758"/>
                    <a:pt x="27894" y="13205"/>
                    <a:pt x="29745" y="13205"/>
                  </a:cubicBezTo>
                  <a:cubicBezTo>
                    <a:pt x="29836" y="13205"/>
                    <a:pt x="29926" y="13204"/>
                    <a:pt x="30017" y="13202"/>
                  </a:cubicBezTo>
                  <a:cubicBezTo>
                    <a:pt x="31008" y="13157"/>
                    <a:pt x="32021" y="12999"/>
                    <a:pt x="32967" y="12751"/>
                  </a:cubicBezTo>
                  <a:cubicBezTo>
                    <a:pt x="34092" y="12459"/>
                    <a:pt x="35218" y="12098"/>
                    <a:pt x="36344" y="11851"/>
                  </a:cubicBezTo>
                  <a:cubicBezTo>
                    <a:pt x="36921" y="11742"/>
                    <a:pt x="37513" y="11665"/>
                    <a:pt x="38099" y="11665"/>
                  </a:cubicBezTo>
                  <a:cubicBezTo>
                    <a:pt x="38725" y="11665"/>
                    <a:pt x="39343" y="11753"/>
                    <a:pt x="39925" y="11986"/>
                  </a:cubicBezTo>
                  <a:cubicBezTo>
                    <a:pt x="40870" y="12346"/>
                    <a:pt x="41658" y="13022"/>
                    <a:pt x="42402" y="13675"/>
                  </a:cubicBezTo>
                  <a:cubicBezTo>
                    <a:pt x="43167" y="14350"/>
                    <a:pt x="43910" y="15048"/>
                    <a:pt x="44811" y="15566"/>
                  </a:cubicBezTo>
                  <a:cubicBezTo>
                    <a:pt x="45757" y="16084"/>
                    <a:pt x="46770" y="16422"/>
                    <a:pt x="47783" y="16647"/>
                  </a:cubicBezTo>
                  <a:cubicBezTo>
                    <a:pt x="48769" y="16860"/>
                    <a:pt x="49771" y="16944"/>
                    <a:pt x="50777" y="16944"/>
                  </a:cubicBezTo>
                  <a:cubicBezTo>
                    <a:pt x="52116" y="16944"/>
                    <a:pt x="53462" y="16795"/>
                    <a:pt x="54786" y="16602"/>
                  </a:cubicBezTo>
                  <a:cubicBezTo>
                    <a:pt x="55372" y="16512"/>
                    <a:pt x="55957" y="16399"/>
                    <a:pt x="56565" y="16287"/>
                  </a:cubicBezTo>
                  <a:cubicBezTo>
                    <a:pt x="56782" y="16243"/>
                    <a:pt x="56727" y="15970"/>
                    <a:pt x="56582" y="15970"/>
                  </a:cubicBezTo>
                  <a:cubicBezTo>
                    <a:pt x="56577" y="15970"/>
                    <a:pt x="56571" y="15971"/>
                    <a:pt x="56565" y="15971"/>
                  </a:cubicBezTo>
                  <a:cubicBezTo>
                    <a:pt x="54584" y="16286"/>
                    <a:pt x="52602" y="16632"/>
                    <a:pt x="50596" y="16632"/>
                  </a:cubicBezTo>
                  <a:cubicBezTo>
                    <a:pt x="50162" y="16632"/>
                    <a:pt x="49728" y="16615"/>
                    <a:pt x="49292" y="16579"/>
                  </a:cubicBezTo>
                  <a:cubicBezTo>
                    <a:pt x="47130" y="16377"/>
                    <a:pt x="45126" y="15634"/>
                    <a:pt x="43437" y="14215"/>
                  </a:cubicBezTo>
                  <a:cubicBezTo>
                    <a:pt x="42672" y="13562"/>
                    <a:pt x="41996" y="12864"/>
                    <a:pt x="41186" y="12301"/>
                  </a:cubicBezTo>
                  <a:cubicBezTo>
                    <a:pt x="40352" y="11738"/>
                    <a:pt x="39407" y="11400"/>
                    <a:pt x="38393" y="11333"/>
                  </a:cubicBezTo>
                  <a:cubicBezTo>
                    <a:pt x="38278" y="11327"/>
                    <a:pt x="38164" y="11324"/>
                    <a:pt x="38049" y="11324"/>
                  </a:cubicBezTo>
                  <a:cubicBezTo>
                    <a:pt x="35966" y="11324"/>
                    <a:pt x="33959" y="12256"/>
                    <a:pt x="31931" y="12661"/>
                  </a:cubicBezTo>
                  <a:cubicBezTo>
                    <a:pt x="31125" y="12817"/>
                    <a:pt x="30289" y="12917"/>
                    <a:pt x="29460" y="12917"/>
                  </a:cubicBezTo>
                  <a:cubicBezTo>
                    <a:pt x="28250" y="12917"/>
                    <a:pt x="27055" y="12705"/>
                    <a:pt x="25986" y="12143"/>
                  </a:cubicBezTo>
                  <a:cubicBezTo>
                    <a:pt x="24162" y="11220"/>
                    <a:pt x="23194" y="9396"/>
                    <a:pt x="21888" y="7933"/>
                  </a:cubicBezTo>
                  <a:cubicBezTo>
                    <a:pt x="21235" y="7190"/>
                    <a:pt x="20447" y="6604"/>
                    <a:pt x="19546" y="6221"/>
                  </a:cubicBezTo>
                  <a:cubicBezTo>
                    <a:pt x="18668" y="5838"/>
                    <a:pt x="17722" y="5658"/>
                    <a:pt x="16776" y="5591"/>
                  </a:cubicBezTo>
                  <a:cubicBezTo>
                    <a:pt x="16483" y="5572"/>
                    <a:pt x="16190" y="5563"/>
                    <a:pt x="15898" y="5563"/>
                  </a:cubicBezTo>
                  <a:cubicBezTo>
                    <a:pt x="14130" y="5563"/>
                    <a:pt x="12391" y="5883"/>
                    <a:pt x="10652" y="6154"/>
                  </a:cubicBezTo>
                  <a:cubicBezTo>
                    <a:pt x="9653" y="6299"/>
                    <a:pt x="8617" y="6421"/>
                    <a:pt x="7584" y="6421"/>
                  </a:cubicBezTo>
                  <a:cubicBezTo>
                    <a:pt x="6380" y="6421"/>
                    <a:pt x="5181" y="6256"/>
                    <a:pt x="4054" y="5771"/>
                  </a:cubicBezTo>
                  <a:cubicBezTo>
                    <a:pt x="2297" y="4983"/>
                    <a:pt x="901" y="3339"/>
                    <a:pt x="338" y="1493"/>
                  </a:cubicBezTo>
                  <a:cubicBezTo>
                    <a:pt x="203" y="997"/>
                    <a:pt x="113" y="547"/>
                    <a:pt x="91" y="51"/>
                  </a:cubicBezTo>
                  <a:cubicBezTo>
                    <a:pt x="91" y="18"/>
                    <a:pt x="68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5"/>
            <p:cNvSpPr/>
            <p:nvPr/>
          </p:nvSpPr>
          <p:spPr>
            <a:xfrm rot="-2700000" flipH="1">
              <a:off x="7690877" y="4354432"/>
              <a:ext cx="1259046" cy="444052"/>
            </a:xfrm>
            <a:custGeom>
              <a:avLst/>
              <a:gdLst/>
              <a:ahLst/>
              <a:cxnLst/>
              <a:rect l="l" t="t" r="r" b="b"/>
              <a:pathLst>
                <a:path w="77652" h="27387" extrusionOk="0">
                  <a:moveTo>
                    <a:pt x="42758" y="221"/>
                  </a:moveTo>
                  <a:cubicBezTo>
                    <a:pt x="42867" y="221"/>
                    <a:pt x="42977" y="233"/>
                    <a:pt x="43087" y="260"/>
                  </a:cubicBezTo>
                  <a:cubicBezTo>
                    <a:pt x="43785" y="418"/>
                    <a:pt x="44213" y="1116"/>
                    <a:pt x="44303" y="1836"/>
                  </a:cubicBezTo>
                  <a:cubicBezTo>
                    <a:pt x="44506" y="3300"/>
                    <a:pt x="43290" y="4313"/>
                    <a:pt x="42119" y="5011"/>
                  </a:cubicBezTo>
                  <a:cubicBezTo>
                    <a:pt x="41263" y="3998"/>
                    <a:pt x="40610" y="2669"/>
                    <a:pt x="41128" y="1431"/>
                  </a:cubicBezTo>
                  <a:cubicBezTo>
                    <a:pt x="41382" y="766"/>
                    <a:pt x="42043" y="221"/>
                    <a:pt x="42758" y="221"/>
                  </a:cubicBezTo>
                  <a:close/>
                  <a:moveTo>
                    <a:pt x="42786" y="0"/>
                  </a:moveTo>
                  <a:cubicBezTo>
                    <a:pt x="42623" y="0"/>
                    <a:pt x="42453" y="25"/>
                    <a:pt x="42276" y="80"/>
                  </a:cubicBezTo>
                  <a:cubicBezTo>
                    <a:pt x="40745" y="598"/>
                    <a:pt x="40520" y="2354"/>
                    <a:pt x="41038" y="3660"/>
                  </a:cubicBezTo>
                  <a:cubicBezTo>
                    <a:pt x="41263" y="4201"/>
                    <a:pt x="41533" y="4674"/>
                    <a:pt x="41894" y="5124"/>
                  </a:cubicBezTo>
                  <a:cubicBezTo>
                    <a:pt x="41826" y="5169"/>
                    <a:pt x="41736" y="5214"/>
                    <a:pt x="41646" y="5259"/>
                  </a:cubicBezTo>
                  <a:cubicBezTo>
                    <a:pt x="38674" y="6835"/>
                    <a:pt x="35296" y="7376"/>
                    <a:pt x="31963" y="7736"/>
                  </a:cubicBezTo>
                  <a:cubicBezTo>
                    <a:pt x="28698" y="8096"/>
                    <a:pt x="25411" y="8299"/>
                    <a:pt x="22236" y="9110"/>
                  </a:cubicBezTo>
                  <a:cubicBezTo>
                    <a:pt x="19353" y="9853"/>
                    <a:pt x="16629" y="11091"/>
                    <a:pt x="14084" y="12667"/>
                  </a:cubicBezTo>
                  <a:cubicBezTo>
                    <a:pt x="8950" y="15865"/>
                    <a:pt x="4694" y="20413"/>
                    <a:pt x="1294" y="25367"/>
                  </a:cubicBezTo>
                  <a:cubicBezTo>
                    <a:pt x="866" y="25953"/>
                    <a:pt x="461" y="26561"/>
                    <a:pt x="78" y="27191"/>
                  </a:cubicBezTo>
                  <a:cubicBezTo>
                    <a:pt x="1" y="27300"/>
                    <a:pt x="104" y="27387"/>
                    <a:pt x="206" y="27387"/>
                  </a:cubicBezTo>
                  <a:cubicBezTo>
                    <a:pt x="252" y="27387"/>
                    <a:pt x="298" y="27369"/>
                    <a:pt x="326" y="27326"/>
                  </a:cubicBezTo>
                  <a:cubicBezTo>
                    <a:pt x="3771" y="21877"/>
                    <a:pt x="8095" y="16833"/>
                    <a:pt x="13499" y="13275"/>
                  </a:cubicBezTo>
                  <a:cubicBezTo>
                    <a:pt x="16178" y="11541"/>
                    <a:pt x="19083" y="10190"/>
                    <a:pt x="22168" y="9380"/>
                  </a:cubicBezTo>
                  <a:cubicBezTo>
                    <a:pt x="25568" y="8479"/>
                    <a:pt x="29149" y="8321"/>
                    <a:pt x="32639" y="7961"/>
                  </a:cubicBezTo>
                  <a:cubicBezTo>
                    <a:pt x="35881" y="7601"/>
                    <a:pt x="39237" y="7015"/>
                    <a:pt x="42074" y="5372"/>
                  </a:cubicBezTo>
                  <a:cubicBezTo>
                    <a:pt x="42682" y="6070"/>
                    <a:pt x="43447" y="6700"/>
                    <a:pt x="44235" y="7196"/>
                  </a:cubicBezTo>
                  <a:cubicBezTo>
                    <a:pt x="47185" y="9110"/>
                    <a:pt x="50743" y="10168"/>
                    <a:pt x="54233" y="10326"/>
                  </a:cubicBezTo>
                  <a:cubicBezTo>
                    <a:pt x="54523" y="10339"/>
                    <a:pt x="54812" y="10346"/>
                    <a:pt x="55099" y="10346"/>
                  </a:cubicBezTo>
                  <a:cubicBezTo>
                    <a:pt x="61997" y="10346"/>
                    <a:pt x="68161" y="6590"/>
                    <a:pt x="74927" y="5574"/>
                  </a:cubicBezTo>
                  <a:cubicBezTo>
                    <a:pt x="75783" y="5439"/>
                    <a:pt x="76661" y="5349"/>
                    <a:pt x="77562" y="5349"/>
                  </a:cubicBezTo>
                  <a:cubicBezTo>
                    <a:pt x="77652" y="5282"/>
                    <a:pt x="77629" y="5124"/>
                    <a:pt x="77539" y="5124"/>
                  </a:cubicBezTo>
                  <a:cubicBezTo>
                    <a:pt x="70694" y="5237"/>
                    <a:pt x="64614" y="8884"/>
                    <a:pt x="57926" y="9763"/>
                  </a:cubicBezTo>
                  <a:cubicBezTo>
                    <a:pt x="57028" y="9878"/>
                    <a:pt x="56124" y="9936"/>
                    <a:pt x="55222" y="9936"/>
                  </a:cubicBezTo>
                  <a:cubicBezTo>
                    <a:pt x="52615" y="9936"/>
                    <a:pt x="50016" y="9455"/>
                    <a:pt x="47591" y="8502"/>
                  </a:cubicBezTo>
                  <a:cubicBezTo>
                    <a:pt x="46037" y="7871"/>
                    <a:pt x="44461" y="7128"/>
                    <a:pt x="43177" y="6025"/>
                  </a:cubicBezTo>
                  <a:cubicBezTo>
                    <a:pt x="42884" y="5799"/>
                    <a:pt x="42614" y="5507"/>
                    <a:pt x="42321" y="5214"/>
                  </a:cubicBezTo>
                  <a:lnTo>
                    <a:pt x="42344" y="5214"/>
                  </a:lnTo>
                  <a:cubicBezTo>
                    <a:pt x="43515" y="4493"/>
                    <a:pt x="44708" y="3413"/>
                    <a:pt x="44573" y="1904"/>
                  </a:cubicBezTo>
                  <a:cubicBezTo>
                    <a:pt x="44477" y="919"/>
                    <a:pt x="43767" y="0"/>
                    <a:pt x="4278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5"/>
            <p:cNvSpPr/>
            <p:nvPr/>
          </p:nvSpPr>
          <p:spPr>
            <a:xfrm rot="10800000" flipH="1">
              <a:off x="8268879" y="933985"/>
              <a:ext cx="653638" cy="649889"/>
            </a:xfrm>
            <a:custGeom>
              <a:avLst/>
              <a:gdLst/>
              <a:ahLst/>
              <a:cxnLst/>
              <a:rect l="l" t="t" r="r" b="b"/>
              <a:pathLst>
                <a:path w="31730" h="31548" extrusionOk="0">
                  <a:moveTo>
                    <a:pt x="10563" y="193"/>
                  </a:moveTo>
                  <a:lnTo>
                    <a:pt x="11396" y="1882"/>
                  </a:lnTo>
                  <a:cubicBezTo>
                    <a:pt x="11644" y="2422"/>
                    <a:pt x="11914" y="2985"/>
                    <a:pt x="12207" y="3525"/>
                  </a:cubicBezTo>
                  <a:cubicBezTo>
                    <a:pt x="11276" y="3405"/>
                    <a:pt x="10325" y="3345"/>
                    <a:pt x="9368" y="3345"/>
                  </a:cubicBezTo>
                  <a:cubicBezTo>
                    <a:pt x="8889" y="3345"/>
                    <a:pt x="8409" y="3360"/>
                    <a:pt x="7928" y="3390"/>
                  </a:cubicBezTo>
                  <a:cubicBezTo>
                    <a:pt x="7230" y="3435"/>
                    <a:pt x="6510" y="3503"/>
                    <a:pt x="5789" y="3615"/>
                  </a:cubicBezTo>
                  <a:cubicBezTo>
                    <a:pt x="5496" y="3120"/>
                    <a:pt x="5204" y="2647"/>
                    <a:pt x="4934" y="2152"/>
                  </a:cubicBezTo>
                  <a:cubicBezTo>
                    <a:pt x="5406" y="1882"/>
                    <a:pt x="5902" y="1634"/>
                    <a:pt x="6442" y="1386"/>
                  </a:cubicBezTo>
                  <a:cubicBezTo>
                    <a:pt x="7681" y="801"/>
                    <a:pt x="8987" y="260"/>
                    <a:pt x="10383" y="193"/>
                  </a:cubicBezTo>
                  <a:close/>
                  <a:moveTo>
                    <a:pt x="10676" y="193"/>
                  </a:moveTo>
                  <a:cubicBezTo>
                    <a:pt x="12027" y="193"/>
                    <a:pt x="13378" y="485"/>
                    <a:pt x="14729" y="711"/>
                  </a:cubicBezTo>
                  <a:cubicBezTo>
                    <a:pt x="15539" y="846"/>
                    <a:pt x="16373" y="981"/>
                    <a:pt x="17206" y="1138"/>
                  </a:cubicBezTo>
                  <a:cubicBezTo>
                    <a:pt x="17363" y="1769"/>
                    <a:pt x="17498" y="2444"/>
                    <a:pt x="17656" y="3120"/>
                  </a:cubicBezTo>
                  <a:cubicBezTo>
                    <a:pt x="17724" y="3503"/>
                    <a:pt x="17791" y="3841"/>
                    <a:pt x="17836" y="4201"/>
                  </a:cubicBezTo>
                  <a:cubicBezTo>
                    <a:pt x="17881" y="4336"/>
                    <a:pt x="17904" y="4516"/>
                    <a:pt x="17926" y="4674"/>
                  </a:cubicBezTo>
                  <a:cubicBezTo>
                    <a:pt x="17926" y="4764"/>
                    <a:pt x="17949" y="4854"/>
                    <a:pt x="17949" y="4899"/>
                  </a:cubicBezTo>
                  <a:cubicBezTo>
                    <a:pt x="17949" y="4966"/>
                    <a:pt x="17994" y="4989"/>
                    <a:pt x="17994" y="5012"/>
                  </a:cubicBezTo>
                  <a:cubicBezTo>
                    <a:pt x="16192" y="4313"/>
                    <a:pt x="14278" y="3796"/>
                    <a:pt x="12364" y="3548"/>
                  </a:cubicBezTo>
                  <a:cubicBezTo>
                    <a:pt x="12139" y="2985"/>
                    <a:pt x="11801" y="2422"/>
                    <a:pt x="11509" y="1859"/>
                  </a:cubicBezTo>
                  <a:cubicBezTo>
                    <a:pt x="11238" y="1296"/>
                    <a:pt x="10946" y="756"/>
                    <a:pt x="10676" y="193"/>
                  </a:cubicBezTo>
                  <a:close/>
                  <a:moveTo>
                    <a:pt x="4821" y="2219"/>
                  </a:moveTo>
                  <a:cubicBezTo>
                    <a:pt x="5091" y="2715"/>
                    <a:pt x="5384" y="3188"/>
                    <a:pt x="5677" y="3638"/>
                  </a:cubicBezTo>
                  <a:cubicBezTo>
                    <a:pt x="5159" y="3728"/>
                    <a:pt x="4596" y="3841"/>
                    <a:pt x="4055" y="3953"/>
                  </a:cubicBezTo>
                  <a:cubicBezTo>
                    <a:pt x="2974" y="4201"/>
                    <a:pt x="1849" y="4516"/>
                    <a:pt x="880" y="5079"/>
                  </a:cubicBezTo>
                  <a:cubicBezTo>
                    <a:pt x="2029" y="3953"/>
                    <a:pt x="3380" y="3007"/>
                    <a:pt x="4821" y="2219"/>
                  </a:cubicBezTo>
                  <a:close/>
                  <a:moveTo>
                    <a:pt x="5496" y="3818"/>
                  </a:moveTo>
                  <a:cubicBezTo>
                    <a:pt x="4641" y="4494"/>
                    <a:pt x="3830" y="5214"/>
                    <a:pt x="3065" y="6002"/>
                  </a:cubicBezTo>
                  <a:cubicBezTo>
                    <a:pt x="2862" y="5867"/>
                    <a:pt x="2704" y="5687"/>
                    <a:pt x="2479" y="5552"/>
                  </a:cubicBezTo>
                  <a:cubicBezTo>
                    <a:pt x="2094" y="5340"/>
                    <a:pt x="1626" y="5227"/>
                    <a:pt x="1160" y="5227"/>
                  </a:cubicBezTo>
                  <a:cubicBezTo>
                    <a:pt x="1082" y="5227"/>
                    <a:pt x="1003" y="5230"/>
                    <a:pt x="925" y="5237"/>
                  </a:cubicBezTo>
                  <a:lnTo>
                    <a:pt x="880" y="5237"/>
                  </a:lnTo>
                  <a:cubicBezTo>
                    <a:pt x="1263" y="5034"/>
                    <a:pt x="1668" y="4854"/>
                    <a:pt x="2074" y="4696"/>
                  </a:cubicBezTo>
                  <a:cubicBezTo>
                    <a:pt x="2614" y="4516"/>
                    <a:pt x="3177" y="4336"/>
                    <a:pt x="3740" y="4201"/>
                  </a:cubicBezTo>
                  <a:cubicBezTo>
                    <a:pt x="4303" y="4066"/>
                    <a:pt x="4888" y="3908"/>
                    <a:pt x="5496" y="3818"/>
                  </a:cubicBezTo>
                  <a:close/>
                  <a:moveTo>
                    <a:pt x="17341" y="1183"/>
                  </a:moveTo>
                  <a:cubicBezTo>
                    <a:pt x="17881" y="1274"/>
                    <a:pt x="18399" y="1364"/>
                    <a:pt x="18962" y="1431"/>
                  </a:cubicBezTo>
                  <a:cubicBezTo>
                    <a:pt x="19615" y="1544"/>
                    <a:pt x="20291" y="1701"/>
                    <a:pt x="20876" y="1994"/>
                  </a:cubicBezTo>
                  <a:cubicBezTo>
                    <a:pt x="21349" y="2264"/>
                    <a:pt x="21732" y="2625"/>
                    <a:pt x="22092" y="3007"/>
                  </a:cubicBezTo>
                  <a:cubicBezTo>
                    <a:pt x="22115" y="3345"/>
                    <a:pt x="22115" y="3683"/>
                    <a:pt x="22115" y="4021"/>
                  </a:cubicBezTo>
                  <a:cubicBezTo>
                    <a:pt x="22137" y="4426"/>
                    <a:pt x="22137" y="4786"/>
                    <a:pt x="22182" y="5192"/>
                  </a:cubicBezTo>
                  <a:cubicBezTo>
                    <a:pt x="22227" y="5890"/>
                    <a:pt x="22250" y="6565"/>
                    <a:pt x="22340" y="7263"/>
                  </a:cubicBezTo>
                  <a:lnTo>
                    <a:pt x="21259" y="6588"/>
                  </a:lnTo>
                  <a:cubicBezTo>
                    <a:pt x="20223" y="6002"/>
                    <a:pt x="19187" y="5484"/>
                    <a:pt x="18129" y="5079"/>
                  </a:cubicBezTo>
                  <a:cubicBezTo>
                    <a:pt x="17904" y="3773"/>
                    <a:pt x="17634" y="2444"/>
                    <a:pt x="17341" y="1183"/>
                  </a:cubicBezTo>
                  <a:close/>
                  <a:moveTo>
                    <a:pt x="9384" y="3493"/>
                  </a:moveTo>
                  <a:cubicBezTo>
                    <a:pt x="10263" y="3493"/>
                    <a:pt x="11145" y="3550"/>
                    <a:pt x="12027" y="3660"/>
                  </a:cubicBezTo>
                  <a:cubicBezTo>
                    <a:pt x="11509" y="3976"/>
                    <a:pt x="10968" y="4291"/>
                    <a:pt x="10473" y="4561"/>
                  </a:cubicBezTo>
                  <a:lnTo>
                    <a:pt x="8694" y="5665"/>
                  </a:lnTo>
                  <a:cubicBezTo>
                    <a:pt x="7546" y="6385"/>
                    <a:pt x="6352" y="7106"/>
                    <a:pt x="5271" y="7916"/>
                  </a:cubicBezTo>
                  <a:cubicBezTo>
                    <a:pt x="5159" y="7849"/>
                    <a:pt x="5046" y="7804"/>
                    <a:pt x="4888" y="7714"/>
                  </a:cubicBezTo>
                  <a:cubicBezTo>
                    <a:pt x="4393" y="7443"/>
                    <a:pt x="3988" y="7038"/>
                    <a:pt x="3605" y="6610"/>
                  </a:cubicBezTo>
                  <a:cubicBezTo>
                    <a:pt x="3425" y="6453"/>
                    <a:pt x="3290" y="6250"/>
                    <a:pt x="3132" y="6092"/>
                  </a:cubicBezTo>
                  <a:cubicBezTo>
                    <a:pt x="3920" y="5259"/>
                    <a:pt x="4776" y="4516"/>
                    <a:pt x="5677" y="3796"/>
                  </a:cubicBezTo>
                  <a:cubicBezTo>
                    <a:pt x="6195" y="3728"/>
                    <a:pt x="6667" y="3660"/>
                    <a:pt x="7185" y="3615"/>
                  </a:cubicBezTo>
                  <a:cubicBezTo>
                    <a:pt x="7914" y="3533"/>
                    <a:pt x="8648" y="3493"/>
                    <a:pt x="9384" y="3493"/>
                  </a:cubicBezTo>
                  <a:close/>
                  <a:moveTo>
                    <a:pt x="12252" y="3660"/>
                  </a:moveTo>
                  <a:cubicBezTo>
                    <a:pt x="12882" y="3751"/>
                    <a:pt x="13558" y="3863"/>
                    <a:pt x="14211" y="3976"/>
                  </a:cubicBezTo>
                  <a:cubicBezTo>
                    <a:pt x="15472" y="4223"/>
                    <a:pt x="16710" y="4629"/>
                    <a:pt x="17904" y="5102"/>
                  </a:cubicBezTo>
                  <a:lnTo>
                    <a:pt x="17881" y="5102"/>
                  </a:lnTo>
                  <a:cubicBezTo>
                    <a:pt x="17588" y="5259"/>
                    <a:pt x="17273" y="5417"/>
                    <a:pt x="17003" y="5574"/>
                  </a:cubicBezTo>
                  <a:cubicBezTo>
                    <a:pt x="16688" y="5755"/>
                    <a:pt x="16418" y="5912"/>
                    <a:pt x="16102" y="6092"/>
                  </a:cubicBezTo>
                  <a:cubicBezTo>
                    <a:pt x="15517" y="6430"/>
                    <a:pt x="14909" y="6768"/>
                    <a:pt x="14323" y="7128"/>
                  </a:cubicBezTo>
                  <a:cubicBezTo>
                    <a:pt x="13738" y="7488"/>
                    <a:pt x="13107" y="7826"/>
                    <a:pt x="12545" y="8232"/>
                  </a:cubicBezTo>
                  <a:cubicBezTo>
                    <a:pt x="12499" y="8232"/>
                    <a:pt x="12409" y="8232"/>
                    <a:pt x="12297" y="8187"/>
                  </a:cubicBezTo>
                  <a:cubicBezTo>
                    <a:pt x="11883" y="8144"/>
                    <a:pt x="11460" y="8128"/>
                    <a:pt x="11045" y="8128"/>
                  </a:cubicBezTo>
                  <a:cubicBezTo>
                    <a:pt x="10805" y="8128"/>
                    <a:pt x="10569" y="8133"/>
                    <a:pt x="10338" y="8141"/>
                  </a:cubicBezTo>
                  <a:cubicBezTo>
                    <a:pt x="9403" y="8174"/>
                    <a:pt x="8481" y="8291"/>
                    <a:pt x="7561" y="8291"/>
                  </a:cubicBezTo>
                  <a:cubicBezTo>
                    <a:pt x="7218" y="8291"/>
                    <a:pt x="6875" y="8274"/>
                    <a:pt x="6532" y="8232"/>
                  </a:cubicBezTo>
                  <a:cubicBezTo>
                    <a:pt x="6127" y="8164"/>
                    <a:pt x="5722" y="8051"/>
                    <a:pt x="5339" y="7916"/>
                  </a:cubicBezTo>
                  <a:cubicBezTo>
                    <a:pt x="6510" y="7218"/>
                    <a:pt x="7636" y="6453"/>
                    <a:pt x="8784" y="5755"/>
                  </a:cubicBezTo>
                  <a:cubicBezTo>
                    <a:pt x="9370" y="5372"/>
                    <a:pt x="9932" y="5034"/>
                    <a:pt x="10518" y="4674"/>
                  </a:cubicBezTo>
                  <a:cubicBezTo>
                    <a:pt x="11081" y="4336"/>
                    <a:pt x="11644" y="3976"/>
                    <a:pt x="12252" y="3660"/>
                  </a:cubicBezTo>
                  <a:close/>
                  <a:moveTo>
                    <a:pt x="18061" y="5192"/>
                  </a:moveTo>
                  <a:cubicBezTo>
                    <a:pt x="19570" y="5777"/>
                    <a:pt x="20966" y="6543"/>
                    <a:pt x="22317" y="7398"/>
                  </a:cubicBezTo>
                  <a:cubicBezTo>
                    <a:pt x="20718" y="8051"/>
                    <a:pt x="19120" y="8727"/>
                    <a:pt x="17566" y="9493"/>
                  </a:cubicBezTo>
                  <a:cubicBezTo>
                    <a:pt x="16373" y="9380"/>
                    <a:pt x="15247" y="8975"/>
                    <a:pt x="14098" y="8637"/>
                  </a:cubicBezTo>
                  <a:cubicBezTo>
                    <a:pt x="13648" y="8502"/>
                    <a:pt x="13198" y="8389"/>
                    <a:pt x="12747" y="8277"/>
                  </a:cubicBezTo>
                  <a:cubicBezTo>
                    <a:pt x="13152" y="8051"/>
                    <a:pt x="13513" y="7826"/>
                    <a:pt x="13873" y="7601"/>
                  </a:cubicBezTo>
                  <a:cubicBezTo>
                    <a:pt x="14323" y="7331"/>
                    <a:pt x="14796" y="7061"/>
                    <a:pt x="15247" y="6790"/>
                  </a:cubicBezTo>
                  <a:cubicBezTo>
                    <a:pt x="16192" y="6250"/>
                    <a:pt x="17116" y="5710"/>
                    <a:pt x="18061" y="5192"/>
                  </a:cubicBezTo>
                  <a:close/>
                  <a:moveTo>
                    <a:pt x="22205" y="3165"/>
                  </a:moveTo>
                  <a:cubicBezTo>
                    <a:pt x="22565" y="3548"/>
                    <a:pt x="22948" y="3998"/>
                    <a:pt x="23398" y="4358"/>
                  </a:cubicBezTo>
                  <a:cubicBezTo>
                    <a:pt x="23848" y="4764"/>
                    <a:pt x="24366" y="5012"/>
                    <a:pt x="24907" y="5259"/>
                  </a:cubicBezTo>
                  <a:cubicBezTo>
                    <a:pt x="25335" y="5462"/>
                    <a:pt x="25762" y="5665"/>
                    <a:pt x="26145" y="5912"/>
                  </a:cubicBezTo>
                  <a:cubicBezTo>
                    <a:pt x="26010" y="6768"/>
                    <a:pt x="25898" y="7624"/>
                    <a:pt x="25762" y="8479"/>
                  </a:cubicBezTo>
                  <a:cubicBezTo>
                    <a:pt x="25717" y="8704"/>
                    <a:pt x="25695" y="8907"/>
                    <a:pt x="25672" y="9132"/>
                  </a:cubicBezTo>
                  <a:cubicBezTo>
                    <a:pt x="25650" y="9245"/>
                    <a:pt x="25650" y="9357"/>
                    <a:pt x="25605" y="9425"/>
                  </a:cubicBezTo>
                  <a:cubicBezTo>
                    <a:pt x="25605" y="9493"/>
                    <a:pt x="25605" y="9583"/>
                    <a:pt x="25582" y="9650"/>
                  </a:cubicBezTo>
                  <a:cubicBezTo>
                    <a:pt x="24591" y="8840"/>
                    <a:pt x="23556" y="8051"/>
                    <a:pt x="22475" y="7353"/>
                  </a:cubicBezTo>
                  <a:cubicBezTo>
                    <a:pt x="22430" y="6610"/>
                    <a:pt x="22385" y="5912"/>
                    <a:pt x="22317" y="5192"/>
                  </a:cubicBezTo>
                  <a:cubicBezTo>
                    <a:pt x="22295" y="4809"/>
                    <a:pt x="22250" y="4449"/>
                    <a:pt x="22250" y="4088"/>
                  </a:cubicBezTo>
                  <a:cubicBezTo>
                    <a:pt x="22227" y="3773"/>
                    <a:pt x="22205" y="3458"/>
                    <a:pt x="22205" y="3165"/>
                  </a:cubicBezTo>
                  <a:close/>
                  <a:moveTo>
                    <a:pt x="22430" y="7511"/>
                  </a:moveTo>
                  <a:cubicBezTo>
                    <a:pt x="23511" y="8232"/>
                    <a:pt x="24546" y="9020"/>
                    <a:pt x="25492" y="9830"/>
                  </a:cubicBezTo>
                  <a:cubicBezTo>
                    <a:pt x="25357" y="9943"/>
                    <a:pt x="25019" y="9965"/>
                    <a:pt x="24862" y="9965"/>
                  </a:cubicBezTo>
                  <a:cubicBezTo>
                    <a:pt x="24682" y="9988"/>
                    <a:pt x="24479" y="10033"/>
                    <a:pt x="24321" y="10078"/>
                  </a:cubicBezTo>
                  <a:cubicBezTo>
                    <a:pt x="23398" y="9718"/>
                    <a:pt x="22340" y="9628"/>
                    <a:pt x="21326" y="9605"/>
                  </a:cubicBezTo>
                  <a:cubicBezTo>
                    <a:pt x="20929" y="9598"/>
                    <a:pt x="20531" y="9598"/>
                    <a:pt x="20132" y="9598"/>
                  </a:cubicBezTo>
                  <a:lnTo>
                    <a:pt x="20132" y="9598"/>
                  </a:lnTo>
                  <a:cubicBezTo>
                    <a:pt x="19335" y="9598"/>
                    <a:pt x="18534" y="9598"/>
                    <a:pt x="17724" y="9538"/>
                  </a:cubicBezTo>
                  <a:lnTo>
                    <a:pt x="17701" y="9538"/>
                  </a:lnTo>
                  <a:cubicBezTo>
                    <a:pt x="19255" y="8794"/>
                    <a:pt x="20831" y="8074"/>
                    <a:pt x="22430" y="7511"/>
                  </a:cubicBezTo>
                  <a:close/>
                  <a:moveTo>
                    <a:pt x="25627" y="9920"/>
                  </a:moveTo>
                  <a:cubicBezTo>
                    <a:pt x="25717" y="9988"/>
                    <a:pt x="25807" y="10055"/>
                    <a:pt x="25898" y="10146"/>
                  </a:cubicBezTo>
                  <a:cubicBezTo>
                    <a:pt x="27609" y="11654"/>
                    <a:pt x="29185" y="13298"/>
                    <a:pt x="30649" y="15032"/>
                  </a:cubicBezTo>
                  <a:cubicBezTo>
                    <a:pt x="29185" y="14424"/>
                    <a:pt x="28104" y="13005"/>
                    <a:pt x="26978" y="11902"/>
                  </a:cubicBezTo>
                  <a:cubicBezTo>
                    <a:pt x="26325" y="11226"/>
                    <a:pt x="25582" y="10618"/>
                    <a:pt x="24704" y="10213"/>
                  </a:cubicBezTo>
                  <a:cubicBezTo>
                    <a:pt x="24659" y="10191"/>
                    <a:pt x="24637" y="10191"/>
                    <a:pt x="24569" y="10168"/>
                  </a:cubicBezTo>
                  <a:cubicBezTo>
                    <a:pt x="24682" y="10146"/>
                    <a:pt x="24772" y="10146"/>
                    <a:pt x="24884" y="10101"/>
                  </a:cubicBezTo>
                  <a:cubicBezTo>
                    <a:pt x="25019" y="10078"/>
                    <a:pt x="25132" y="10055"/>
                    <a:pt x="25267" y="10033"/>
                  </a:cubicBezTo>
                  <a:cubicBezTo>
                    <a:pt x="25357" y="9988"/>
                    <a:pt x="25470" y="9988"/>
                    <a:pt x="25560" y="9965"/>
                  </a:cubicBezTo>
                  <a:cubicBezTo>
                    <a:pt x="25582" y="9965"/>
                    <a:pt x="25605" y="9943"/>
                    <a:pt x="25627" y="9920"/>
                  </a:cubicBezTo>
                  <a:close/>
                  <a:moveTo>
                    <a:pt x="26235" y="6002"/>
                  </a:moveTo>
                  <a:cubicBezTo>
                    <a:pt x="26325" y="6047"/>
                    <a:pt x="26393" y="6137"/>
                    <a:pt x="26483" y="6205"/>
                  </a:cubicBezTo>
                  <a:cubicBezTo>
                    <a:pt x="26911" y="6565"/>
                    <a:pt x="27271" y="7016"/>
                    <a:pt x="27541" y="7488"/>
                  </a:cubicBezTo>
                  <a:cubicBezTo>
                    <a:pt x="28172" y="8524"/>
                    <a:pt x="28532" y="9695"/>
                    <a:pt x="28982" y="10821"/>
                  </a:cubicBezTo>
                  <a:cubicBezTo>
                    <a:pt x="29500" y="12082"/>
                    <a:pt x="30063" y="13366"/>
                    <a:pt x="30739" y="14582"/>
                  </a:cubicBezTo>
                  <a:cubicBezTo>
                    <a:pt x="30851" y="14784"/>
                    <a:pt x="30964" y="14987"/>
                    <a:pt x="31054" y="15167"/>
                  </a:cubicBezTo>
                  <a:cubicBezTo>
                    <a:pt x="29388" y="13253"/>
                    <a:pt x="27631" y="11407"/>
                    <a:pt x="25695" y="9763"/>
                  </a:cubicBezTo>
                  <a:cubicBezTo>
                    <a:pt x="25695" y="9718"/>
                    <a:pt x="25717" y="9650"/>
                    <a:pt x="25717" y="9605"/>
                  </a:cubicBezTo>
                  <a:cubicBezTo>
                    <a:pt x="25762" y="9357"/>
                    <a:pt x="25807" y="9087"/>
                    <a:pt x="25830" y="8840"/>
                  </a:cubicBezTo>
                  <a:cubicBezTo>
                    <a:pt x="25988" y="7894"/>
                    <a:pt x="26123" y="6948"/>
                    <a:pt x="26235" y="6002"/>
                  </a:cubicBezTo>
                  <a:close/>
                  <a:moveTo>
                    <a:pt x="20515" y="12694"/>
                  </a:moveTo>
                  <a:cubicBezTo>
                    <a:pt x="21726" y="12694"/>
                    <a:pt x="22915" y="13057"/>
                    <a:pt x="24051" y="13456"/>
                  </a:cubicBezTo>
                  <a:cubicBezTo>
                    <a:pt x="25267" y="13906"/>
                    <a:pt x="26460" y="14469"/>
                    <a:pt x="27541" y="15122"/>
                  </a:cubicBezTo>
                  <a:cubicBezTo>
                    <a:pt x="27721" y="15235"/>
                    <a:pt x="27924" y="15347"/>
                    <a:pt x="28082" y="15460"/>
                  </a:cubicBezTo>
                  <a:cubicBezTo>
                    <a:pt x="26843" y="15572"/>
                    <a:pt x="25582" y="15707"/>
                    <a:pt x="24321" y="15888"/>
                  </a:cubicBezTo>
                  <a:cubicBezTo>
                    <a:pt x="23601" y="16000"/>
                    <a:pt x="22880" y="16135"/>
                    <a:pt x="22182" y="16270"/>
                  </a:cubicBezTo>
                  <a:cubicBezTo>
                    <a:pt x="19502" y="15595"/>
                    <a:pt x="16823" y="14987"/>
                    <a:pt x="14143" y="14446"/>
                  </a:cubicBezTo>
                  <a:cubicBezTo>
                    <a:pt x="13468" y="14311"/>
                    <a:pt x="12815" y="14199"/>
                    <a:pt x="12117" y="14086"/>
                  </a:cubicBezTo>
                  <a:lnTo>
                    <a:pt x="12297" y="13996"/>
                  </a:lnTo>
                  <a:cubicBezTo>
                    <a:pt x="13468" y="13366"/>
                    <a:pt x="14819" y="13546"/>
                    <a:pt x="16102" y="13478"/>
                  </a:cubicBezTo>
                  <a:cubicBezTo>
                    <a:pt x="16733" y="13456"/>
                    <a:pt x="17386" y="13343"/>
                    <a:pt x="18016" y="13163"/>
                  </a:cubicBezTo>
                  <a:cubicBezTo>
                    <a:pt x="18692" y="12983"/>
                    <a:pt x="19367" y="12780"/>
                    <a:pt x="20043" y="12713"/>
                  </a:cubicBezTo>
                  <a:cubicBezTo>
                    <a:pt x="20200" y="12700"/>
                    <a:pt x="20358" y="12694"/>
                    <a:pt x="20515" y="12694"/>
                  </a:cubicBezTo>
                  <a:close/>
                  <a:moveTo>
                    <a:pt x="12072" y="14131"/>
                  </a:moveTo>
                  <a:cubicBezTo>
                    <a:pt x="13333" y="14446"/>
                    <a:pt x="14594" y="14694"/>
                    <a:pt x="15877" y="14942"/>
                  </a:cubicBezTo>
                  <a:cubicBezTo>
                    <a:pt x="17228" y="15257"/>
                    <a:pt x="18579" y="15550"/>
                    <a:pt x="19930" y="15888"/>
                  </a:cubicBezTo>
                  <a:cubicBezTo>
                    <a:pt x="20561" y="16045"/>
                    <a:pt x="21214" y="16180"/>
                    <a:pt x="21867" y="16360"/>
                  </a:cubicBezTo>
                  <a:cubicBezTo>
                    <a:pt x="20336" y="16698"/>
                    <a:pt x="18849" y="17104"/>
                    <a:pt x="17386" y="17621"/>
                  </a:cubicBezTo>
                  <a:cubicBezTo>
                    <a:pt x="15945" y="18139"/>
                    <a:pt x="14549" y="18747"/>
                    <a:pt x="13175" y="19423"/>
                  </a:cubicBezTo>
                  <a:cubicBezTo>
                    <a:pt x="13130" y="19423"/>
                    <a:pt x="13085" y="19400"/>
                    <a:pt x="13062" y="19400"/>
                  </a:cubicBezTo>
                  <a:cubicBezTo>
                    <a:pt x="12905" y="19333"/>
                    <a:pt x="12747" y="19310"/>
                    <a:pt x="12612" y="19288"/>
                  </a:cubicBezTo>
                  <a:cubicBezTo>
                    <a:pt x="11554" y="18995"/>
                    <a:pt x="10495" y="18747"/>
                    <a:pt x="9415" y="18500"/>
                  </a:cubicBezTo>
                  <a:cubicBezTo>
                    <a:pt x="8266" y="18229"/>
                    <a:pt x="7118" y="18049"/>
                    <a:pt x="5969" y="17869"/>
                  </a:cubicBezTo>
                  <a:cubicBezTo>
                    <a:pt x="6014" y="17824"/>
                    <a:pt x="6082" y="17734"/>
                    <a:pt x="6127" y="17689"/>
                  </a:cubicBezTo>
                  <a:cubicBezTo>
                    <a:pt x="6577" y="17239"/>
                    <a:pt x="7095" y="16901"/>
                    <a:pt x="7681" y="16676"/>
                  </a:cubicBezTo>
                  <a:cubicBezTo>
                    <a:pt x="8266" y="16405"/>
                    <a:pt x="8897" y="16248"/>
                    <a:pt x="9460" y="15955"/>
                  </a:cubicBezTo>
                  <a:cubicBezTo>
                    <a:pt x="10405" y="15482"/>
                    <a:pt x="11171" y="14672"/>
                    <a:pt x="12072" y="14131"/>
                  </a:cubicBezTo>
                  <a:close/>
                  <a:moveTo>
                    <a:pt x="5857" y="17982"/>
                  </a:moveTo>
                  <a:cubicBezTo>
                    <a:pt x="7883" y="18297"/>
                    <a:pt x="9887" y="18725"/>
                    <a:pt x="11846" y="19220"/>
                  </a:cubicBezTo>
                  <a:cubicBezTo>
                    <a:pt x="12072" y="19288"/>
                    <a:pt x="12319" y="19378"/>
                    <a:pt x="12545" y="19423"/>
                  </a:cubicBezTo>
                  <a:cubicBezTo>
                    <a:pt x="12657" y="19445"/>
                    <a:pt x="12815" y="19490"/>
                    <a:pt x="12905" y="19535"/>
                  </a:cubicBezTo>
                  <a:lnTo>
                    <a:pt x="12950" y="19535"/>
                  </a:lnTo>
                  <a:cubicBezTo>
                    <a:pt x="12274" y="19896"/>
                    <a:pt x="11576" y="20279"/>
                    <a:pt x="10923" y="20684"/>
                  </a:cubicBezTo>
                  <a:cubicBezTo>
                    <a:pt x="9550" y="21562"/>
                    <a:pt x="8221" y="22530"/>
                    <a:pt x="7005" y="23611"/>
                  </a:cubicBezTo>
                  <a:cubicBezTo>
                    <a:pt x="6195" y="23701"/>
                    <a:pt x="5384" y="23791"/>
                    <a:pt x="4551" y="23904"/>
                  </a:cubicBezTo>
                  <a:cubicBezTo>
                    <a:pt x="4145" y="23949"/>
                    <a:pt x="3718" y="24016"/>
                    <a:pt x="3312" y="24062"/>
                  </a:cubicBezTo>
                  <a:cubicBezTo>
                    <a:pt x="3020" y="24129"/>
                    <a:pt x="2704" y="24152"/>
                    <a:pt x="2389" y="24219"/>
                  </a:cubicBezTo>
                  <a:cubicBezTo>
                    <a:pt x="2412" y="24174"/>
                    <a:pt x="2457" y="24152"/>
                    <a:pt x="2457" y="24107"/>
                  </a:cubicBezTo>
                  <a:cubicBezTo>
                    <a:pt x="2749" y="23566"/>
                    <a:pt x="3155" y="23093"/>
                    <a:pt x="3515" y="22575"/>
                  </a:cubicBezTo>
                  <a:cubicBezTo>
                    <a:pt x="3875" y="22080"/>
                    <a:pt x="4213" y="21562"/>
                    <a:pt x="4438" y="20999"/>
                  </a:cubicBezTo>
                  <a:cubicBezTo>
                    <a:pt x="4708" y="20414"/>
                    <a:pt x="4866" y="19783"/>
                    <a:pt x="5114" y="19198"/>
                  </a:cubicBezTo>
                  <a:cubicBezTo>
                    <a:pt x="5316" y="18747"/>
                    <a:pt x="5541" y="18365"/>
                    <a:pt x="5857" y="17982"/>
                  </a:cubicBezTo>
                  <a:close/>
                  <a:moveTo>
                    <a:pt x="22092" y="16563"/>
                  </a:moveTo>
                  <a:lnTo>
                    <a:pt x="22092" y="16563"/>
                  </a:lnTo>
                  <a:cubicBezTo>
                    <a:pt x="21529" y="17914"/>
                    <a:pt x="20966" y="19288"/>
                    <a:pt x="20403" y="20661"/>
                  </a:cubicBezTo>
                  <a:cubicBezTo>
                    <a:pt x="19818" y="22080"/>
                    <a:pt x="19210" y="23499"/>
                    <a:pt x="18692" y="24917"/>
                  </a:cubicBezTo>
                  <a:cubicBezTo>
                    <a:pt x="18377" y="25007"/>
                    <a:pt x="18039" y="25075"/>
                    <a:pt x="17769" y="25232"/>
                  </a:cubicBezTo>
                  <a:cubicBezTo>
                    <a:pt x="16688" y="25683"/>
                    <a:pt x="15900" y="26493"/>
                    <a:pt x="14954" y="27101"/>
                  </a:cubicBezTo>
                  <a:cubicBezTo>
                    <a:pt x="13941" y="27754"/>
                    <a:pt x="12770" y="27957"/>
                    <a:pt x="11621" y="28002"/>
                  </a:cubicBezTo>
                  <a:cubicBezTo>
                    <a:pt x="12094" y="25840"/>
                    <a:pt x="12612" y="23656"/>
                    <a:pt x="13085" y="21472"/>
                  </a:cubicBezTo>
                  <a:cubicBezTo>
                    <a:pt x="13198" y="20954"/>
                    <a:pt x="13333" y="20391"/>
                    <a:pt x="13445" y="19851"/>
                  </a:cubicBezTo>
                  <a:cubicBezTo>
                    <a:pt x="13468" y="19738"/>
                    <a:pt x="13513" y="19648"/>
                    <a:pt x="13423" y="19558"/>
                  </a:cubicBezTo>
                  <a:cubicBezTo>
                    <a:pt x="14526" y="18995"/>
                    <a:pt x="15652" y="18522"/>
                    <a:pt x="16778" y="18094"/>
                  </a:cubicBezTo>
                  <a:cubicBezTo>
                    <a:pt x="18489" y="17464"/>
                    <a:pt x="20291" y="16946"/>
                    <a:pt x="22092" y="16563"/>
                  </a:cubicBezTo>
                  <a:close/>
                  <a:moveTo>
                    <a:pt x="13198" y="19626"/>
                  </a:moveTo>
                  <a:cubicBezTo>
                    <a:pt x="13220" y="19648"/>
                    <a:pt x="13265" y="19671"/>
                    <a:pt x="13265" y="19716"/>
                  </a:cubicBezTo>
                  <a:cubicBezTo>
                    <a:pt x="13265" y="19738"/>
                    <a:pt x="13220" y="19783"/>
                    <a:pt x="13220" y="19828"/>
                  </a:cubicBezTo>
                  <a:cubicBezTo>
                    <a:pt x="13107" y="20346"/>
                    <a:pt x="12995" y="20864"/>
                    <a:pt x="12882" y="21404"/>
                  </a:cubicBezTo>
                  <a:cubicBezTo>
                    <a:pt x="12657" y="22463"/>
                    <a:pt x="12409" y="23499"/>
                    <a:pt x="12184" y="24579"/>
                  </a:cubicBezTo>
                  <a:cubicBezTo>
                    <a:pt x="11937" y="25728"/>
                    <a:pt x="11689" y="26854"/>
                    <a:pt x="11419" y="28002"/>
                  </a:cubicBezTo>
                  <a:cubicBezTo>
                    <a:pt x="11232" y="28010"/>
                    <a:pt x="11044" y="28013"/>
                    <a:pt x="10855" y="28013"/>
                  </a:cubicBezTo>
                  <a:cubicBezTo>
                    <a:pt x="10139" y="28013"/>
                    <a:pt x="9411" y="27969"/>
                    <a:pt x="8694" y="27969"/>
                  </a:cubicBezTo>
                  <a:cubicBezTo>
                    <a:pt x="8506" y="27969"/>
                    <a:pt x="8318" y="27972"/>
                    <a:pt x="8131" y="27980"/>
                  </a:cubicBezTo>
                  <a:cubicBezTo>
                    <a:pt x="7658" y="28002"/>
                    <a:pt x="7208" y="28070"/>
                    <a:pt x="6735" y="28182"/>
                  </a:cubicBezTo>
                  <a:cubicBezTo>
                    <a:pt x="6893" y="26719"/>
                    <a:pt x="7005" y="25232"/>
                    <a:pt x="7185" y="23724"/>
                  </a:cubicBezTo>
                  <a:cubicBezTo>
                    <a:pt x="8199" y="22801"/>
                    <a:pt x="9279" y="21990"/>
                    <a:pt x="10405" y="21224"/>
                  </a:cubicBezTo>
                  <a:cubicBezTo>
                    <a:pt x="11306" y="20639"/>
                    <a:pt x="12252" y="20098"/>
                    <a:pt x="13198" y="19626"/>
                  </a:cubicBezTo>
                  <a:close/>
                  <a:moveTo>
                    <a:pt x="6870" y="23791"/>
                  </a:moveTo>
                  <a:lnTo>
                    <a:pt x="6870" y="23791"/>
                  </a:lnTo>
                  <a:cubicBezTo>
                    <a:pt x="6510" y="24129"/>
                    <a:pt x="6127" y="24489"/>
                    <a:pt x="5789" y="24850"/>
                  </a:cubicBezTo>
                  <a:cubicBezTo>
                    <a:pt x="4326" y="26426"/>
                    <a:pt x="3087" y="28272"/>
                    <a:pt x="2389" y="30321"/>
                  </a:cubicBezTo>
                  <a:cubicBezTo>
                    <a:pt x="2389" y="30412"/>
                    <a:pt x="2344" y="30547"/>
                    <a:pt x="2299" y="30659"/>
                  </a:cubicBezTo>
                  <a:cubicBezTo>
                    <a:pt x="1781" y="28610"/>
                    <a:pt x="1398" y="26313"/>
                    <a:pt x="2344" y="24377"/>
                  </a:cubicBezTo>
                  <a:cubicBezTo>
                    <a:pt x="2682" y="24377"/>
                    <a:pt x="3042" y="24264"/>
                    <a:pt x="3380" y="24242"/>
                  </a:cubicBezTo>
                  <a:cubicBezTo>
                    <a:pt x="3808" y="24174"/>
                    <a:pt x="4213" y="24129"/>
                    <a:pt x="4618" y="24062"/>
                  </a:cubicBezTo>
                  <a:cubicBezTo>
                    <a:pt x="5384" y="23949"/>
                    <a:pt x="6127" y="23881"/>
                    <a:pt x="6870" y="23791"/>
                  </a:cubicBezTo>
                  <a:close/>
                  <a:moveTo>
                    <a:pt x="7095" y="23881"/>
                  </a:moveTo>
                  <a:cubicBezTo>
                    <a:pt x="6960" y="25300"/>
                    <a:pt x="6780" y="26764"/>
                    <a:pt x="6645" y="28205"/>
                  </a:cubicBezTo>
                  <a:cubicBezTo>
                    <a:pt x="5069" y="28565"/>
                    <a:pt x="3695" y="29398"/>
                    <a:pt x="2637" y="30592"/>
                  </a:cubicBezTo>
                  <a:cubicBezTo>
                    <a:pt x="2569" y="30704"/>
                    <a:pt x="2479" y="30817"/>
                    <a:pt x="2389" y="30907"/>
                  </a:cubicBezTo>
                  <a:cubicBezTo>
                    <a:pt x="3065" y="28903"/>
                    <a:pt x="4145" y="27079"/>
                    <a:pt x="5519" y="25480"/>
                  </a:cubicBezTo>
                  <a:cubicBezTo>
                    <a:pt x="5992" y="24917"/>
                    <a:pt x="6532" y="24377"/>
                    <a:pt x="7095" y="23881"/>
                  </a:cubicBezTo>
                  <a:close/>
                  <a:moveTo>
                    <a:pt x="10585" y="0"/>
                  </a:moveTo>
                  <a:cubicBezTo>
                    <a:pt x="10118" y="0"/>
                    <a:pt x="9647" y="50"/>
                    <a:pt x="9167" y="170"/>
                  </a:cubicBezTo>
                  <a:cubicBezTo>
                    <a:pt x="8491" y="305"/>
                    <a:pt x="7861" y="553"/>
                    <a:pt x="7208" y="823"/>
                  </a:cubicBezTo>
                  <a:cubicBezTo>
                    <a:pt x="4866" y="1814"/>
                    <a:pt x="2614" y="3098"/>
                    <a:pt x="768" y="4854"/>
                  </a:cubicBezTo>
                  <a:lnTo>
                    <a:pt x="92" y="5507"/>
                  </a:lnTo>
                  <a:cubicBezTo>
                    <a:pt x="1" y="5598"/>
                    <a:pt x="87" y="5734"/>
                    <a:pt x="183" y="5734"/>
                  </a:cubicBezTo>
                  <a:cubicBezTo>
                    <a:pt x="206" y="5734"/>
                    <a:pt x="229" y="5727"/>
                    <a:pt x="250" y="5710"/>
                  </a:cubicBezTo>
                  <a:cubicBezTo>
                    <a:pt x="610" y="5529"/>
                    <a:pt x="990" y="5429"/>
                    <a:pt x="1377" y="5429"/>
                  </a:cubicBezTo>
                  <a:cubicBezTo>
                    <a:pt x="1571" y="5429"/>
                    <a:pt x="1766" y="5454"/>
                    <a:pt x="1961" y="5507"/>
                  </a:cubicBezTo>
                  <a:cubicBezTo>
                    <a:pt x="2524" y="5687"/>
                    <a:pt x="2952" y="6070"/>
                    <a:pt x="3312" y="6543"/>
                  </a:cubicBezTo>
                  <a:cubicBezTo>
                    <a:pt x="3695" y="6948"/>
                    <a:pt x="4055" y="7376"/>
                    <a:pt x="4506" y="7691"/>
                  </a:cubicBezTo>
                  <a:cubicBezTo>
                    <a:pt x="4934" y="7961"/>
                    <a:pt x="5406" y="8164"/>
                    <a:pt x="5902" y="8299"/>
                  </a:cubicBezTo>
                  <a:cubicBezTo>
                    <a:pt x="6566" y="8465"/>
                    <a:pt x="7230" y="8515"/>
                    <a:pt x="7898" y="8515"/>
                  </a:cubicBezTo>
                  <a:cubicBezTo>
                    <a:pt x="8408" y="8515"/>
                    <a:pt x="8920" y="8486"/>
                    <a:pt x="9437" y="8457"/>
                  </a:cubicBezTo>
                  <a:cubicBezTo>
                    <a:pt x="9993" y="8401"/>
                    <a:pt x="10549" y="8361"/>
                    <a:pt x="11117" y="8361"/>
                  </a:cubicBezTo>
                  <a:cubicBezTo>
                    <a:pt x="11240" y="8361"/>
                    <a:pt x="11363" y="8363"/>
                    <a:pt x="11486" y="8367"/>
                  </a:cubicBezTo>
                  <a:cubicBezTo>
                    <a:pt x="11801" y="8367"/>
                    <a:pt x="12094" y="8412"/>
                    <a:pt x="12409" y="8479"/>
                  </a:cubicBezTo>
                  <a:lnTo>
                    <a:pt x="12432" y="8479"/>
                  </a:lnTo>
                  <a:cubicBezTo>
                    <a:pt x="12747" y="8524"/>
                    <a:pt x="13085" y="8614"/>
                    <a:pt x="13400" y="8704"/>
                  </a:cubicBezTo>
                  <a:cubicBezTo>
                    <a:pt x="14571" y="9042"/>
                    <a:pt x="15742" y="9515"/>
                    <a:pt x="16980" y="9740"/>
                  </a:cubicBezTo>
                  <a:cubicBezTo>
                    <a:pt x="17920" y="9906"/>
                    <a:pt x="18875" y="9921"/>
                    <a:pt x="19845" y="9921"/>
                  </a:cubicBezTo>
                  <a:cubicBezTo>
                    <a:pt x="20060" y="9921"/>
                    <a:pt x="20276" y="9920"/>
                    <a:pt x="20493" y="9920"/>
                  </a:cubicBezTo>
                  <a:cubicBezTo>
                    <a:pt x="21642" y="9920"/>
                    <a:pt x="22835" y="9943"/>
                    <a:pt x="23961" y="10303"/>
                  </a:cubicBezTo>
                  <a:cubicBezTo>
                    <a:pt x="24929" y="10618"/>
                    <a:pt x="25762" y="11204"/>
                    <a:pt x="26483" y="11879"/>
                  </a:cubicBezTo>
                  <a:cubicBezTo>
                    <a:pt x="27789" y="13118"/>
                    <a:pt x="28937" y="14717"/>
                    <a:pt x="30649" y="15392"/>
                  </a:cubicBezTo>
                  <a:cubicBezTo>
                    <a:pt x="30671" y="15392"/>
                    <a:pt x="30716" y="15437"/>
                    <a:pt x="30739" y="15437"/>
                  </a:cubicBezTo>
                  <a:cubicBezTo>
                    <a:pt x="29951" y="15437"/>
                    <a:pt x="29140" y="15460"/>
                    <a:pt x="28352" y="15505"/>
                  </a:cubicBezTo>
                  <a:cubicBezTo>
                    <a:pt x="27339" y="14784"/>
                    <a:pt x="26235" y="14154"/>
                    <a:pt x="25109" y="13681"/>
                  </a:cubicBezTo>
                  <a:cubicBezTo>
                    <a:pt x="23871" y="13140"/>
                    <a:pt x="22542" y="12690"/>
                    <a:pt x="21191" y="12555"/>
                  </a:cubicBezTo>
                  <a:cubicBezTo>
                    <a:pt x="20987" y="12541"/>
                    <a:pt x="20782" y="12534"/>
                    <a:pt x="20578" y="12534"/>
                  </a:cubicBezTo>
                  <a:cubicBezTo>
                    <a:pt x="20107" y="12534"/>
                    <a:pt x="19636" y="12573"/>
                    <a:pt x="19165" y="12668"/>
                  </a:cubicBezTo>
                  <a:cubicBezTo>
                    <a:pt x="18467" y="12803"/>
                    <a:pt x="17791" y="13073"/>
                    <a:pt x="17048" y="13185"/>
                  </a:cubicBezTo>
                  <a:cubicBezTo>
                    <a:pt x="15765" y="13366"/>
                    <a:pt x="14436" y="13140"/>
                    <a:pt x="13152" y="13456"/>
                  </a:cubicBezTo>
                  <a:cubicBezTo>
                    <a:pt x="11914" y="13748"/>
                    <a:pt x="11058" y="14649"/>
                    <a:pt x="10068" y="15370"/>
                  </a:cubicBezTo>
                  <a:cubicBezTo>
                    <a:pt x="9009" y="16135"/>
                    <a:pt x="7658" y="16293"/>
                    <a:pt x="6577" y="17058"/>
                  </a:cubicBezTo>
                  <a:cubicBezTo>
                    <a:pt x="6104" y="17396"/>
                    <a:pt x="5722" y="17824"/>
                    <a:pt x="5384" y="18297"/>
                  </a:cubicBezTo>
                  <a:cubicBezTo>
                    <a:pt x="5001" y="18837"/>
                    <a:pt x="4776" y="19423"/>
                    <a:pt x="4596" y="20053"/>
                  </a:cubicBezTo>
                  <a:cubicBezTo>
                    <a:pt x="4371" y="20661"/>
                    <a:pt x="4145" y="21314"/>
                    <a:pt x="3808" y="21877"/>
                  </a:cubicBezTo>
                  <a:cubicBezTo>
                    <a:pt x="3425" y="22440"/>
                    <a:pt x="3020" y="22913"/>
                    <a:pt x="2614" y="23454"/>
                  </a:cubicBezTo>
                  <a:cubicBezTo>
                    <a:pt x="1916" y="24467"/>
                    <a:pt x="1556" y="25593"/>
                    <a:pt x="1488" y="26831"/>
                  </a:cubicBezTo>
                  <a:cubicBezTo>
                    <a:pt x="1443" y="28070"/>
                    <a:pt x="1668" y="29308"/>
                    <a:pt x="1939" y="30524"/>
                  </a:cubicBezTo>
                  <a:cubicBezTo>
                    <a:pt x="2029" y="30817"/>
                    <a:pt x="2074" y="31132"/>
                    <a:pt x="2164" y="31447"/>
                  </a:cubicBezTo>
                  <a:cubicBezTo>
                    <a:pt x="2177" y="31513"/>
                    <a:pt x="2244" y="31548"/>
                    <a:pt x="2306" y="31548"/>
                  </a:cubicBezTo>
                  <a:cubicBezTo>
                    <a:pt x="2350" y="31548"/>
                    <a:pt x="2393" y="31530"/>
                    <a:pt x="2412" y="31492"/>
                  </a:cubicBezTo>
                  <a:cubicBezTo>
                    <a:pt x="3650" y="29691"/>
                    <a:pt x="5609" y="28543"/>
                    <a:pt x="7793" y="28340"/>
                  </a:cubicBezTo>
                  <a:cubicBezTo>
                    <a:pt x="8114" y="28314"/>
                    <a:pt x="8438" y="28305"/>
                    <a:pt x="8764" y="28305"/>
                  </a:cubicBezTo>
                  <a:cubicBezTo>
                    <a:pt x="9599" y="28305"/>
                    <a:pt x="10449" y="28365"/>
                    <a:pt x="11291" y="28365"/>
                  </a:cubicBezTo>
                  <a:cubicBezTo>
                    <a:pt x="12433" y="28365"/>
                    <a:pt x="13560" y="28254"/>
                    <a:pt x="14616" y="27732"/>
                  </a:cubicBezTo>
                  <a:cubicBezTo>
                    <a:pt x="15629" y="27214"/>
                    <a:pt x="16418" y="26381"/>
                    <a:pt x="17386" y="25840"/>
                  </a:cubicBezTo>
                  <a:cubicBezTo>
                    <a:pt x="18467" y="25255"/>
                    <a:pt x="19705" y="25165"/>
                    <a:pt x="20854" y="24850"/>
                  </a:cubicBezTo>
                  <a:cubicBezTo>
                    <a:pt x="22723" y="24354"/>
                    <a:pt x="24434" y="23273"/>
                    <a:pt x="25762" y="21855"/>
                  </a:cubicBezTo>
                  <a:cubicBezTo>
                    <a:pt x="27068" y="20436"/>
                    <a:pt x="28059" y="18635"/>
                    <a:pt x="28419" y="16721"/>
                  </a:cubicBezTo>
                  <a:cubicBezTo>
                    <a:pt x="28487" y="16496"/>
                    <a:pt x="28510" y="16248"/>
                    <a:pt x="28532" y="16000"/>
                  </a:cubicBezTo>
                  <a:cubicBezTo>
                    <a:pt x="28558" y="15895"/>
                    <a:pt x="28478" y="15836"/>
                    <a:pt x="28401" y="15836"/>
                  </a:cubicBezTo>
                  <a:cubicBezTo>
                    <a:pt x="28346" y="15836"/>
                    <a:pt x="28294" y="15867"/>
                    <a:pt x="28284" y="15933"/>
                  </a:cubicBezTo>
                  <a:cubicBezTo>
                    <a:pt x="28037" y="17869"/>
                    <a:pt x="27136" y="19716"/>
                    <a:pt x="25898" y="21202"/>
                  </a:cubicBezTo>
                  <a:cubicBezTo>
                    <a:pt x="24637" y="22688"/>
                    <a:pt x="22970" y="23836"/>
                    <a:pt x="21101" y="24444"/>
                  </a:cubicBezTo>
                  <a:cubicBezTo>
                    <a:pt x="20381" y="24669"/>
                    <a:pt x="19593" y="24782"/>
                    <a:pt x="18849" y="24962"/>
                  </a:cubicBezTo>
                  <a:cubicBezTo>
                    <a:pt x="19457" y="23589"/>
                    <a:pt x="19975" y="22215"/>
                    <a:pt x="20538" y="20796"/>
                  </a:cubicBezTo>
                  <a:cubicBezTo>
                    <a:pt x="21101" y="19400"/>
                    <a:pt x="21709" y="17982"/>
                    <a:pt x="22272" y="16586"/>
                  </a:cubicBezTo>
                  <a:cubicBezTo>
                    <a:pt x="22723" y="16496"/>
                    <a:pt x="23173" y="16405"/>
                    <a:pt x="23646" y="16338"/>
                  </a:cubicBezTo>
                  <a:cubicBezTo>
                    <a:pt x="25988" y="15933"/>
                    <a:pt x="28352" y="15775"/>
                    <a:pt x="30716" y="15775"/>
                  </a:cubicBezTo>
                  <a:lnTo>
                    <a:pt x="31572" y="15775"/>
                  </a:lnTo>
                  <a:cubicBezTo>
                    <a:pt x="31730" y="15707"/>
                    <a:pt x="31730" y="15392"/>
                    <a:pt x="31527" y="15392"/>
                  </a:cubicBezTo>
                  <a:cubicBezTo>
                    <a:pt x="31482" y="15347"/>
                    <a:pt x="31459" y="15280"/>
                    <a:pt x="31392" y="15257"/>
                  </a:cubicBezTo>
                  <a:cubicBezTo>
                    <a:pt x="31347" y="15257"/>
                    <a:pt x="31302" y="15235"/>
                    <a:pt x="31279" y="15235"/>
                  </a:cubicBezTo>
                  <a:cubicBezTo>
                    <a:pt x="30649" y="13996"/>
                    <a:pt x="30063" y="12735"/>
                    <a:pt x="29523" y="11452"/>
                  </a:cubicBezTo>
                  <a:cubicBezTo>
                    <a:pt x="29050" y="10303"/>
                    <a:pt x="28645" y="9087"/>
                    <a:pt x="28082" y="7961"/>
                  </a:cubicBezTo>
                  <a:cubicBezTo>
                    <a:pt x="27586" y="6903"/>
                    <a:pt x="26843" y="6002"/>
                    <a:pt x="25807" y="5439"/>
                  </a:cubicBezTo>
                  <a:cubicBezTo>
                    <a:pt x="25244" y="5124"/>
                    <a:pt x="24659" y="4899"/>
                    <a:pt x="24119" y="4584"/>
                  </a:cubicBezTo>
                  <a:cubicBezTo>
                    <a:pt x="23578" y="4291"/>
                    <a:pt x="23150" y="3886"/>
                    <a:pt x="22768" y="3435"/>
                  </a:cubicBezTo>
                  <a:cubicBezTo>
                    <a:pt x="22385" y="3007"/>
                    <a:pt x="22002" y="2557"/>
                    <a:pt x="21552" y="2197"/>
                  </a:cubicBezTo>
                  <a:cubicBezTo>
                    <a:pt x="21079" y="1814"/>
                    <a:pt x="20516" y="1589"/>
                    <a:pt x="19930" y="1409"/>
                  </a:cubicBezTo>
                  <a:cubicBezTo>
                    <a:pt x="19255" y="1251"/>
                    <a:pt x="18557" y="1161"/>
                    <a:pt x="17836" y="1048"/>
                  </a:cubicBezTo>
                  <a:cubicBezTo>
                    <a:pt x="17116" y="936"/>
                    <a:pt x="16373" y="801"/>
                    <a:pt x="15629" y="688"/>
                  </a:cubicBezTo>
                  <a:cubicBezTo>
                    <a:pt x="14188" y="418"/>
                    <a:pt x="12747" y="125"/>
                    <a:pt x="11284" y="35"/>
                  </a:cubicBezTo>
                  <a:cubicBezTo>
                    <a:pt x="11051" y="13"/>
                    <a:pt x="10818" y="0"/>
                    <a:pt x="10585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○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■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○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■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○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Karla"/>
              <a:buChar char="■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5" r:id="rId6"/>
    <p:sldLayoutId id="2147483658" r:id="rId7"/>
    <p:sldLayoutId id="2147483659" r:id="rId8"/>
    <p:sldLayoutId id="2147483660" r:id="rId9"/>
    <p:sldLayoutId id="2147483661" r:id="rId10"/>
    <p:sldLayoutId id="2147483665" r:id="rId11"/>
    <p:sldLayoutId id="2147483670" r:id="rId12"/>
    <p:sldLayoutId id="2147483671" r:id="rId13"/>
    <p:sldLayoutId id="2147483673" r:id="rId14"/>
    <p:sldLayoutId id="2147483674" r:id="rId15"/>
    <p:sldLayoutId id="2147483675" r:id="rId16"/>
    <p:sldLayoutId id="2147483676" r:id="rId17"/>
    <p:sldLayoutId id="2147483680" r:id="rId18"/>
    <p:sldLayoutId id="2147483681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9"/>
          <p:cNvSpPr txBox="1">
            <a:spLocks noGrp="1"/>
          </p:cNvSpPr>
          <p:nvPr>
            <p:ph type="ctrTitle"/>
          </p:nvPr>
        </p:nvSpPr>
        <p:spPr>
          <a:xfrm>
            <a:off x="2465364" y="532731"/>
            <a:ext cx="5666700" cy="86980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3600" dirty="0"/>
              <a:t>RKV </a:t>
            </a:r>
            <a:r>
              <a:rPr lang="en-IN" sz="3600" dirty="0" err="1"/>
              <a:t>ResiNidhi</a:t>
            </a:r>
            <a:r>
              <a:rPr lang="en-IN" sz="3600" dirty="0"/>
              <a:t> AI</a:t>
            </a:r>
            <a:endParaRPr sz="3600" dirty="0"/>
          </a:p>
        </p:txBody>
      </p:sp>
      <p:sp>
        <p:nvSpPr>
          <p:cNvPr id="326" name="Google Shape;326;p39"/>
          <p:cNvSpPr txBox="1">
            <a:spLocks noGrp="1"/>
          </p:cNvSpPr>
          <p:nvPr>
            <p:ph type="subTitle" idx="1"/>
          </p:nvPr>
        </p:nvSpPr>
        <p:spPr>
          <a:xfrm>
            <a:off x="430596" y="3450164"/>
            <a:ext cx="56667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layfair Display" panose="00000500000000000000" pitchFamily="2" charset="0"/>
              </a:rPr>
              <a:t>TEAM PHOENIX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layfair Display" panose="00000500000000000000" pitchFamily="2" charset="0"/>
              </a:rPr>
              <a:t>Vrlraina E</a:t>
            </a:r>
            <a:br>
              <a:rPr lang="en" dirty="0">
                <a:latin typeface="Playfair Display" panose="00000500000000000000" pitchFamily="2" charset="0"/>
              </a:rPr>
            </a:br>
            <a:r>
              <a:rPr lang="en" dirty="0">
                <a:latin typeface="Playfair Display" panose="00000500000000000000" pitchFamily="2" charset="0"/>
              </a:rPr>
              <a:t>Kharizma A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layfair Display" panose="00000500000000000000" pitchFamily="2" charset="0"/>
              </a:rPr>
              <a:t>Vassudev S</a:t>
            </a:r>
            <a:endParaRPr dirty="0">
              <a:latin typeface="Playfair Display" panose="00000500000000000000" pitchFamily="2" charset="0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7B1752C4-543B-83D2-ACBC-46ABAD5CDA06}"/>
              </a:ext>
            </a:extLst>
          </p:cNvPr>
          <p:cNvSpPr/>
          <p:nvPr/>
        </p:nvSpPr>
        <p:spPr>
          <a:xfrm>
            <a:off x="1186500" y="162628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  <a:latin typeface="Playfair Display" panose="00000500000000000000" pitchFamily="2" charset="0"/>
              </a:rPr>
              <a:t>Rural Cash-Flow Digital Twin &amp; Risk-to-Rescue Engine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D00D662-D745-278E-0F4F-DD4AE3CB1210}"/>
              </a:ext>
            </a:extLst>
          </p:cNvPr>
          <p:cNvSpPr/>
          <p:nvPr/>
        </p:nvSpPr>
        <p:spPr>
          <a:xfrm>
            <a:off x="1136904" y="2223628"/>
            <a:ext cx="69951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chemeClr val="tx2">
                    <a:lumMod val="75000"/>
                  </a:schemeClr>
                </a:solidFill>
                <a:latin typeface="Playfair Display" panose="00000500000000000000" pitchFamily="2" charset="0"/>
              </a:rPr>
              <a:t>An AI-driven platform that predicts 3 – 6month cash flows, detects early financial stress, simulates climate/market shocks, and recommends the minimum intervention needed to prevent risk escalation.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9B1DE3-1993-22AF-6DD1-3FC22BE8D83F}"/>
              </a:ext>
            </a:extLst>
          </p:cNvPr>
          <p:cNvCxnSpPr/>
          <p:nvPr/>
        </p:nvCxnSpPr>
        <p:spPr>
          <a:xfrm>
            <a:off x="1186500" y="1973752"/>
            <a:ext cx="69455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13">
            <a:extLst>
              <a:ext uri="{FF2B5EF4-FFF2-40B4-BE49-F238E27FC236}">
                <a16:creationId xmlns:a16="http://schemas.microsoft.com/office/drawing/2014/main" id="{559DA491-42B3-E267-5038-F70F8E4304F1}"/>
              </a:ext>
            </a:extLst>
          </p:cNvPr>
          <p:cNvSpPr/>
          <p:nvPr/>
        </p:nvSpPr>
        <p:spPr>
          <a:xfrm>
            <a:off x="407964" y="48874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65000"/>
                  </a:schemeClr>
                </a:solidFill>
              </a:rPr>
              <a:t>Theme: AI for Rural Finance</a:t>
            </a:r>
            <a:endParaRPr lang="en-US" sz="1200" dirty="0">
              <a:solidFill>
                <a:schemeClr val="accent3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D1BA4CFF-B01D-F509-7FBF-6CFFD8DF92EC}"/>
              </a:ext>
            </a:extLst>
          </p:cNvPr>
          <p:cNvSpPr/>
          <p:nvPr/>
        </p:nvSpPr>
        <p:spPr>
          <a:xfrm>
            <a:off x="1652098" y="561767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3B2E"/>
                </a:solidFill>
                <a:latin typeface="Playfair Display" panose="00000500000000000000" pitchFamily="2" charset="0"/>
                <a:ea typeface="Aptos Display" pitchFamily="34" charset="-122"/>
                <a:cs typeface="Aptos Display" pitchFamily="34" charset="-120"/>
              </a:rPr>
              <a:t>Problem </a:t>
            </a:r>
            <a:r>
              <a:rPr lang="en-US" sz="2400" b="1" dirty="0">
                <a:solidFill>
                  <a:srgbClr val="063B2E"/>
                </a:solidFill>
                <a:latin typeface="Playfair Display" panose="00000500000000000000" pitchFamily="2" charset="0"/>
                <a:ea typeface="Aptos Display" pitchFamily="34" charset="-122"/>
                <a:cs typeface="Aptos Display" pitchFamily="34" charset="-120"/>
              </a:rPr>
              <a:t>Statement</a:t>
            </a:r>
            <a:r>
              <a:rPr lang="en-US" sz="2600" b="1" dirty="0">
                <a:solidFill>
                  <a:srgbClr val="063B2E"/>
                </a:solidFill>
                <a:latin typeface="Playfair Display" panose="00000500000000000000" pitchFamily="2" charset="0"/>
                <a:ea typeface="Aptos Display" pitchFamily="34" charset="-122"/>
                <a:cs typeface="Aptos Display" pitchFamily="34" charset="-120"/>
              </a:rPr>
              <a:t> — Our Interpretation</a:t>
            </a:r>
            <a:endParaRPr lang="en-US" sz="2600" dirty="0">
              <a:latin typeface="Playfair Display" panose="00000500000000000000" pitchFamily="2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2EECAC7-5137-CD22-6BBF-B5163922746B}"/>
              </a:ext>
            </a:extLst>
          </p:cNvPr>
          <p:cNvSpPr/>
          <p:nvPr/>
        </p:nvSpPr>
        <p:spPr>
          <a:xfrm>
            <a:off x="1475838" y="909239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54"/>
                </a:solidFill>
                <a:latin typeface="Playfair Display" panose="00000500000000000000" pitchFamily="2" charset="0"/>
              </a:rPr>
              <a:t>The challenge is not only “credit scoring”; it is early detection of cash-flow stress before damage happens.</a:t>
            </a:r>
            <a:endParaRPr lang="en-US" sz="1150" dirty="0">
              <a:latin typeface="Playfair Display" panose="00000500000000000000" pitchFamily="2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69B7484-CF77-5936-C06F-B951E6D334DE}"/>
              </a:ext>
            </a:extLst>
          </p:cNvPr>
          <p:cNvSpPr/>
          <p:nvPr/>
        </p:nvSpPr>
        <p:spPr>
          <a:xfrm>
            <a:off x="386767" y="1137839"/>
            <a:ext cx="2011680" cy="384048"/>
          </a:xfrm>
          <a:prstGeom prst="rect">
            <a:avLst/>
          </a:prstGeom>
          <a:solidFill>
            <a:schemeClr val="bg2">
              <a:lumMod val="25000"/>
            </a:schemeClr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41AFD16-7A97-A421-AC97-88463C1A6DDF}"/>
              </a:ext>
            </a:extLst>
          </p:cNvPr>
          <p:cNvSpPr/>
          <p:nvPr/>
        </p:nvSpPr>
        <p:spPr>
          <a:xfrm>
            <a:off x="427915" y="1169843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NABARD requirement</a:t>
            </a:r>
            <a:endParaRPr lang="en-US" sz="980" dirty="0">
              <a:latin typeface="Playfair Display" panose="00000500000000000000" pitchFamily="2" charset="0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DBFB8FEA-6415-333E-21EA-AE13603E9984}"/>
              </a:ext>
            </a:extLst>
          </p:cNvPr>
          <p:cNvSpPr/>
          <p:nvPr/>
        </p:nvSpPr>
        <p:spPr>
          <a:xfrm>
            <a:off x="2398447" y="1137839"/>
            <a:ext cx="3886200" cy="384048"/>
          </a:xfrm>
          <a:prstGeom prst="rect">
            <a:avLst/>
          </a:prstGeom>
          <a:solidFill>
            <a:schemeClr val="bg2">
              <a:lumMod val="25000"/>
            </a:schemeClr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3770779B-9CA2-B97F-7E77-E4A6D6F6BAC2}"/>
              </a:ext>
            </a:extLst>
          </p:cNvPr>
          <p:cNvSpPr/>
          <p:nvPr/>
        </p:nvSpPr>
        <p:spPr>
          <a:xfrm>
            <a:off x="2439595" y="1169843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What it means in practice</a:t>
            </a:r>
            <a:endParaRPr lang="en-US" sz="980" dirty="0">
              <a:latin typeface="Playfair Display" panose="00000500000000000000" pitchFamily="2" charset="0"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C60AC7C6-F948-F4AE-9F26-C1FE8098F1B6}"/>
              </a:ext>
            </a:extLst>
          </p:cNvPr>
          <p:cNvSpPr/>
          <p:nvPr/>
        </p:nvSpPr>
        <p:spPr>
          <a:xfrm>
            <a:off x="6284647" y="1137839"/>
            <a:ext cx="2472586" cy="384048"/>
          </a:xfrm>
          <a:prstGeom prst="rect">
            <a:avLst/>
          </a:prstGeom>
          <a:solidFill>
            <a:schemeClr val="bg2">
              <a:lumMod val="25000"/>
            </a:schemeClr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96407594-8D93-F812-C0EC-4A00A13CD1CB}"/>
              </a:ext>
            </a:extLst>
          </p:cNvPr>
          <p:cNvSpPr/>
          <p:nvPr/>
        </p:nvSpPr>
        <p:spPr>
          <a:xfrm>
            <a:off x="6325795" y="1169843"/>
            <a:ext cx="4443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Our design response</a:t>
            </a:r>
            <a:endParaRPr lang="en-US" sz="980" dirty="0">
              <a:latin typeface="Playfair Display" panose="00000500000000000000" pitchFamily="2" charset="0"/>
            </a:endParaRPr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C8651C2F-CFA1-8FC9-3013-9C9F248C0684}"/>
              </a:ext>
            </a:extLst>
          </p:cNvPr>
          <p:cNvSpPr/>
          <p:nvPr/>
        </p:nvSpPr>
        <p:spPr>
          <a:xfrm>
            <a:off x="386767" y="1521887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2369E62C-152F-525F-8F3C-305CCA7355FF}"/>
              </a:ext>
            </a:extLst>
          </p:cNvPr>
          <p:cNvSpPr/>
          <p:nvPr/>
        </p:nvSpPr>
        <p:spPr>
          <a:xfrm>
            <a:off x="427915" y="1553891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B2420"/>
                </a:solidFill>
                <a:latin typeface="+mn-lt"/>
                <a:ea typeface="Aptos" pitchFamily="34" charset="-122"/>
                <a:cs typeface="Aptos" pitchFamily="34" charset="-120"/>
              </a:rPr>
              <a:t>3–6</a:t>
            </a:r>
            <a:r>
              <a:rPr lang="en-US" sz="960" dirty="0">
                <a:solidFill>
                  <a:srgbClr val="1B2420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 month cash-flow prediction</a:t>
            </a:r>
            <a:endParaRPr lang="en-US" sz="960" dirty="0">
              <a:latin typeface="Playfair Display" panose="00000500000000000000" pitchFamily="2" charset="0"/>
            </a:endParaRPr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6BFF06FE-FA55-6C90-3168-A91139F90F9E}"/>
              </a:ext>
            </a:extLst>
          </p:cNvPr>
          <p:cNvSpPr/>
          <p:nvPr/>
        </p:nvSpPr>
        <p:spPr>
          <a:xfrm>
            <a:off x="2398447" y="1521887"/>
            <a:ext cx="3886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AADDB72A-316D-F67D-CAF6-6718785B81E4}"/>
              </a:ext>
            </a:extLst>
          </p:cNvPr>
          <p:cNvSpPr/>
          <p:nvPr/>
        </p:nvSpPr>
        <p:spPr>
          <a:xfrm>
            <a:off x="2439595" y="1553891"/>
            <a:ext cx="2379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B2420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Banks and field officers need forward-looking liquidity visibility, not only past transactions.</a:t>
            </a:r>
            <a:endParaRPr lang="en-US" sz="960" dirty="0">
              <a:latin typeface="Playfair Display" panose="00000500000000000000" pitchFamily="2" charset="0"/>
            </a:endParaRPr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1CA72A87-C5F7-6F21-CC00-C5B1830E6221}"/>
              </a:ext>
            </a:extLst>
          </p:cNvPr>
          <p:cNvSpPr/>
          <p:nvPr/>
        </p:nvSpPr>
        <p:spPr>
          <a:xfrm>
            <a:off x="6284647" y="1521887"/>
            <a:ext cx="247258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8D6FADB5-B021-3A45-C45D-8045259A6B78}"/>
              </a:ext>
            </a:extLst>
          </p:cNvPr>
          <p:cNvSpPr/>
          <p:nvPr/>
        </p:nvSpPr>
        <p:spPr>
          <a:xfrm>
            <a:off x="6325795" y="1553891"/>
            <a:ext cx="22497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B2420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Forecast enterprise inflows/outflows with confidence bands and seasonal context.</a:t>
            </a:r>
            <a:endParaRPr lang="en-US" sz="960" dirty="0">
              <a:latin typeface="Playfair Display" panose="00000500000000000000" pitchFamily="2" charset="0"/>
            </a:endParaRPr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CF83786A-03B3-9B15-D323-1D09FDF6336F}"/>
              </a:ext>
            </a:extLst>
          </p:cNvPr>
          <p:cNvSpPr/>
          <p:nvPr/>
        </p:nvSpPr>
        <p:spPr>
          <a:xfrm>
            <a:off x="386767" y="2180255"/>
            <a:ext cx="2011680" cy="658368"/>
          </a:xfrm>
          <a:prstGeom prst="rect">
            <a:avLst/>
          </a:prstGeom>
          <a:solidFill>
            <a:srgbClr val="F1F5F2"/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B583AD9A-3517-1AE5-E19C-53179C971249}"/>
              </a:ext>
            </a:extLst>
          </p:cNvPr>
          <p:cNvSpPr/>
          <p:nvPr/>
        </p:nvSpPr>
        <p:spPr>
          <a:xfrm>
            <a:off x="427915" y="2212259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B2420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Multi-source data</a:t>
            </a:r>
            <a:endParaRPr lang="en-US" sz="960" dirty="0">
              <a:latin typeface="Playfair Display" panose="00000500000000000000" pitchFamily="2" charset="0"/>
            </a:endParaRPr>
          </a:p>
        </p:txBody>
      </p:sp>
      <p:sp>
        <p:nvSpPr>
          <p:cNvPr id="39" name="Shape 23">
            <a:extLst>
              <a:ext uri="{FF2B5EF4-FFF2-40B4-BE49-F238E27FC236}">
                <a16:creationId xmlns:a16="http://schemas.microsoft.com/office/drawing/2014/main" id="{CA4524B1-D1A2-4D6C-37B2-91A514827F9B}"/>
              </a:ext>
            </a:extLst>
          </p:cNvPr>
          <p:cNvSpPr/>
          <p:nvPr/>
        </p:nvSpPr>
        <p:spPr>
          <a:xfrm>
            <a:off x="2398447" y="2180255"/>
            <a:ext cx="3886200" cy="658368"/>
          </a:xfrm>
          <a:prstGeom prst="rect">
            <a:avLst/>
          </a:prstGeom>
          <a:solidFill>
            <a:srgbClr val="F1F5F2"/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7DEF2988-10D0-393C-A071-1B33A6748E0A}"/>
              </a:ext>
            </a:extLst>
          </p:cNvPr>
          <p:cNvSpPr/>
          <p:nvPr/>
        </p:nvSpPr>
        <p:spPr>
          <a:xfrm>
            <a:off x="2439595" y="2212259"/>
            <a:ext cx="3803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B2420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Financial records alone are thin or unavailable for many rural enterprises.</a:t>
            </a:r>
            <a:endParaRPr lang="en-US" sz="960" dirty="0">
              <a:latin typeface="Playfair Display" panose="00000500000000000000" pitchFamily="2" charset="0"/>
            </a:endParaRPr>
          </a:p>
        </p:txBody>
      </p:sp>
      <p:sp>
        <p:nvSpPr>
          <p:cNvPr id="43" name="Shape 25">
            <a:extLst>
              <a:ext uri="{FF2B5EF4-FFF2-40B4-BE49-F238E27FC236}">
                <a16:creationId xmlns:a16="http://schemas.microsoft.com/office/drawing/2014/main" id="{65CC8A86-9AB6-BA03-8B8D-DCA73DABAF5D}"/>
              </a:ext>
            </a:extLst>
          </p:cNvPr>
          <p:cNvSpPr/>
          <p:nvPr/>
        </p:nvSpPr>
        <p:spPr>
          <a:xfrm>
            <a:off x="6284647" y="2180255"/>
            <a:ext cx="2472586" cy="658368"/>
          </a:xfrm>
          <a:prstGeom prst="rect">
            <a:avLst/>
          </a:prstGeom>
          <a:solidFill>
            <a:srgbClr val="F1F5F2"/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3A46AC95-7C89-A0A4-C4A2-331CFD95DFF7}"/>
              </a:ext>
            </a:extLst>
          </p:cNvPr>
          <p:cNvSpPr/>
          <p:nvPr/>
        </p:nvSpPr>
        <p:spPr>
          <a:xfrm>
            <a:off x="6325795" y="2212259"/>
            <a:ext cx="24314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B2420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Fuse savings/loan records, UPI-like proxies, commodity trends, climate signals and sector patterns.</a:t>
            </a:r>
            <a:endParaRPr lang="en-US" sz="960" dirty="0">
              <a:latin typeface="Playfair Display" panose="00000500000000000000" pitchFamily="2" charset="0"/>
            </a:endParaRPr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B264B55C-D0F2-E800-2155-E5E5C42C61F2}"/>
              </a:ext>
            </a:extLst>
          </p:cNvPr>
          <p:cNvSpPr/>
          <p:nvPr/>
        </p:nvSpPr>
        <p:spPr>
          <a:xfrm>
            <a:off x="386767" y="2838623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F4965F27-B762-879A-AE04-292A865C3488}"/>
              </a:ext>
            </a:extLst>
          </p:cNvPr>
          <p:cNvSpPr/>
          <p:nvPr/>
        </p:nvSpPr>
        <p:spPr>
          <a:xfrm>
            <a:off x="427915" y="2870627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B2420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Early warning system</a:t>
            </a:r>
            <a:endParaRPr lang="en-US" sz="960" dirty="0">
              <a:latin typeface="Playfair Display" panose="00000500000000000000" pitchFamily="2" charset="0"/>
            </a:endParaRPr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9780F274-16A8-A971-C810-D2A5513E7652}"/>
              </a:ext>
            </a:extLst>
          </p:cNvPr>
          <p:cNvSpPr/>
          <p:nvPr/>
        </p:nvSpPr>
        <p:spPr>
          <a:xfrm>
            <a:off x="2398447" y="2838623"/>
            <a:ext cx="3886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6832EA48-0092-032D-E6A4-B6A355F847DF}"/>
              </a:ext>
            </a:extLst>
          </p:cNvPr>
          <p:cNvSpPr/>
          <p:nvPr/>
        </p:nvSpPr>
        <p:spPr>
          <a:xfrm>
            <a:off x="2439595" y="2870627"/>
            <a:ext cx="3803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B2420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Risks must be flagged before repayment default, stock loss or business slowdown occurs.</a:t>
            </a:r>
            <a:endParaRPr lang="en-US" sz="960" dirty="0">
              <a:latin typeface="Playfair Display" panose="00000500000000000000" pitchFamily="2" charset="0"/>
            </a:endParaRPr>
          </a:p>
        </p:txBody>
      </p:sp>
      <p:sp>
        <p:nvSpPr>
          <p:cNvPr id="55" name="Shape 31">
            <a:extLst>
              <a:ext uri="{FF2B5EF4-FFF2-40B4-BE49-F238E27FC236}">
                <a16:creationId xmlns:a16="http://schemas.microsoft.com/office/drawing/2014/main" id="{85E06093-5ABC-1E22-C513-8A1A8FECFD3B}"/>
              </a:ext>
            </a:extLst>
          </p:cNvPr>
          <p:cNvSpPr/>
          <p:nvPr/>
        </p:nvSpPr>
        <p:spPr>
          <a:xfrm>
            <a:off x="6284647" y="2838623"/>
            <a:ext cx="247258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57" name="Text 32">
            <a:extLst>
              <a:ext uri="{FF2B5EF4-FFF2-40B4-BE49-F238E27FC236}">
                <a16:creationId xmlns:a16="http://schemas.microsoft.com/office/drawing/2014/main" id="{CAE040AC-74CB-6CC6-0D6B-935CA0D9F41E}"/>
              </a:ext>
            </a:extLst>
          </p:cNvPr>
          <p:cNvSpPr/>
          <p:nvPr/>
        </p:nvSpPr>
        <p:spPr>
          <a:xfrm>
            <a:off x="6325795" y="2870627"/>
            <a:ext cx="23902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B2420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Trigger LOW / MODERATE / HIGH risk alerts with root-cause explanation and intervention date.</a:t>
            </a:r>
            <a:endParaRPr lang="en-US" sz="960" dirty="0">
              <a:latin typeface="Playfair Display" panose="00000500000000000000" pitchFamily="2" charset="0"/>
            </a:endParaRPr>
          </a:p>
        </p:txBody>
      </p:sp>
      <p:sp>
        <p:nvSpPr>
          <p:cNvPr id="59" name="Shape 33">
            <a:extLst>
              <a:ext uri="{FF2B5EF4-FFF2-40B4-BE49-F238E27FC236}">
                <a16:creationId xmlns:a16="http://schemas.microsoft.com/office/drawing/2014/main" id="{D4FB4D92-5087-88E3-EA31-10D52DE030A7}"/>
              </a:ext>
            </a:extLst>
          </p:cNvPr>
          <p:cNvSpPr/>
          <p:nvPr/>
        </p:nvSpPr>
        <p:spPr>
          <a:xfrm>
            <a:off x="386767" y="3496991"/>
            <a:ext cx="2011680" cy="658368"/>
          </a:xfrm>
          <a:prstGeom prst="rect">
            <a:avLst/>
          </a:prstGeom>
          <a:solidFill>
            <a:srgbClr val="F1F5F2"/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61" name="Text 34">
            <a:extLst>
              <a:ext uri="{FF2B5EF4-FFF2-40B4-BE49-F238E27FC236}">
                <a16:creationId xmlns:a16="http://schemas.microsoft.com/office/drawing/2014/main" id="{22353B4B-BD35-DFCE-A5D6-DC734DCC6A87}"/>
              </a:ext>
            </a:extLst>
          </p:cNvPr>
          <p:cNvSpPr/>
          <p:nvPr/>
        </p:nvSpPr>
        <p:spPr>
          <a:xfrm>
            <a:off x="427915" y="3528995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B2420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Low-network + privacy constraints</a:t>
            </a:r>
            <a:endParaRPr lang="en-US" sz="960" dirty="0">
              <a:latin typeface="Playfair Display" panose="00000500000000000000" pitchFamily="2" charset="0"/>
            </a:endParaRPr>
          </a:p>
        </p:txBody>
      </p:sp>
      <p:sp>
        <p:nvSpPr>
          <p:cNvPr id="63" name="Shape 35">
            <a:extLst>
              <a:ext uri="{FF2B5EF4-FFF2-40B4-BE49-F238E27FC236}">
                <a16:creationId xmlns:a16="http://schemas.microsoft.com/office/drawing/2014/main" id="{BA1130B2-CCEB-09C3-80F3-5887613352F2}"/>
              </a:ext>
            </a:extLst>
          </p:cNvPr>
          <p:cNvSpPr/>
          <p:nvPr/>
        </p:nvSpPr>
        <p:spPr>
          <a:xfrm>
            <a:off x="2398447" y="3496991"/>
            <a:ext cx="3886200" cy="658368"/>
          </a:xfrm>
          <a:prstGeom prst="rect">
            <a:avLst/>
          </a:prstGeom>
          <a:solidFill>
            <a:srgbClr val="F1F5F2"/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321" name="Text 36">
            <a:extLst>
              <a:ext uri="{FF2B5EF4-FFF2-40B4-BE49-F238E27FC236}">
                <a16:creationId xmlns:a16="http://schemas.microsoft.com/office/drawing/2014/main" id="{13C9316E-237E-39F8-B924-00BED83BCF69}"/>
              </a:ext>
            </a:extLst>
          </p:cNvPr>
          <p:cNvSpPr/>
          <p:nvPr/>
        </p:nvSpPr>
        <p:spPr>
          <a:xfrm>
            <a:off x="2439595" y="3528995"/>
            <a:ext cx="3803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B2420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Rural usage needs offline entry and privacy-conscious proxy signals.</a:t>
            </a:r>
            <a:endParaRPr lang="en-US" sz="960" dirty="0">
              <a:latin typeface="Playfair Display" panose="00000500000000000000" pitchFamily="2" charset="0"/>
            </a:endParaRPr>
          </a:p>
        </p:txBody>
      </p:sp>
      <p:sp>
        <p:nvSpPr>
          <p:cNvPr id="323" name="Shape 37">
            <a:extLst>
              <a:ext uri="{FF2B5EF4-FFF2-40B4-BE49-F238E27FC236}">
                <a16:creationId xmlns:a16="http://schemas.microsoft.com/office/drawing/2014/main" id="{A91622CC-17D0-3886-B499-727E0E1636E1}"/>
              </a:ext>
            </a:extLst>
          </p:cNvPr>
          <p:cNvSpPr/>
          <p:nvPr/>
        </p:nvSpPr>
        <p:spPr>
          <a:xfrm>
            <a:off x="6284647" y="3496991"/>
            <a:ext cx="2472586" cy="658368"/>
          </a:xfrm>
          <a:prstGeom prst="rect">
            <a:avLst/>
          </a:prstGeom>
          <a:solidFill>
            <a:srgbClr val="F1F5F2"/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325" name="Text 38">
            <a:extLst>
              <a:ext uri="{FF2B5EF4-FFF2-40B4-BE49-F238E27FC236}">
                <a16:creationId xmlns:a16="http://schemas.microsoft.com/office/drawing/2014/main" id="{190979EB-57D8-A7AC-33C6-CC064C51405D}"/>
              </a:ext>
            </a:extLst>
          </p:cNvPr>
          <p:cNvSpPr/>
          <p:nvPr/>
        </p:nvSpPr>
        <p:spPr>
          <a:xfrm>
            <a:off x="6325795" y="3528995"/>
            <a:ext cx="24314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B2420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Offline-first PWA/app, anonymized aggregate signals, consent-based data flow.</a:t>
            </a:r>
            <a:endParaRPr lang="en-US" sz="960" dirty="0">
              <a:latin typeface="Playfair Display" panose="00000500000000000000" pitchFamily="2" charset="0"/>
            </a:endParaRPr>
          </a:p>
        </p:txBody>
      </p:sp>
      <p:sp>
        <p:nvSpPr>
          <p:cNvPr id="327" name="Shape 39">
            <a:extLst>
              <a:ext uri="{FF2B5EF4-FFF2-40B4-BE49-F238E27FC236}">
                <a16:creationId xmlns:a16="http://schemas.microsoft.com/office/drawing/2014/main" id="{F4D34DDE-8842-4186-393B-1FAD094CEA5B}"/>
              </a:ext>
            </a:extLst>
          </p:cNvPr>
          <p:cNvSpPr/>
          <p:nvPr/>
        </p:nvSpPr>
        <p:spPr>
          <a:xfrm>
            <a:off x="386767" y="4155359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329" name="Text 40">
            <a:extLst>
              <a:ext uri="{FF2B5EF4-FFF2-40B4-BE49-F238E27FC236}">
                <a16:creationId xmlns:a16="http://schemas.microsoft.com/office/drawing/2014/main" id="{B6907892-02F6-1D32-1AAD-EE95DE8706BF}"/>
              </a:ext>
            </a:extLst>
          </p:cNvPr>
          <p:cNvSpPr/>
          <p:nvPr/>
        </p:nvSpPr>
        <p:spPr>
          <a:xfrm>
            <a:off x="427915" y="4187363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B2420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Actionable insights</a:t>
            </a:r>
            <a:endParaRPr lang="en-US" sz="960" dirty="0">
              <a:latin typeface="Playfair Display" panose="00000500000000000000" pitchFamily="2" charset="0"/>
            </a:endParaRPr>
          </a:p>
        </p:txBody>
      </p:sp>
      <p:sp>
        <p:nvSpPr>
          <p:cNvPr id="336" name="Shape 41">
            <a:extLst>
              <a:ext uri="{FF2B5EF4-FFF2-40B4-BE49-F238E27FC236}">
                <a16:creationId xmlns:a16="http://schemas.microsoft.com/office/drawing/2014/main" id="{7A4B6E97-661D-843C-D4AC-D60FB057E3A5}"/>
              </a:ext>
            </a:extLst>
          </p:cNvPr>
          <p:cNvSpPr/>
          <p:nvPr/>
        </p:nvSpPr>
        <p:spPr>
          <a:xfrm>
            <a:off x="2398447" y="4155359"/>
            <a:ext cx="3886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338" name="Text 42">
            <a:extLst>
              <a:ext uri="{FF2B5EF4-FFF2-40B4-BE49-F238E27FC236}">
                <a16:creationId xmlns:a16="http://schemas.microsoft.com/office/drawing/2014/main" id="{CB5636FB-CA93-2F08-FC9A-10C7CC6162FD}"/>
              </a:ext>
            </a:extLst>
          </p:cNvPr>
          <p:cNvSpPr/>
          <p:nvPr/>
        </p:nvSpPr>
        <p:spPr>
          <a:xfrm>
            <a:off x="2439595" y="4187363"/>
            <a:ext cx="3803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B2420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A red flag alone is not useful for a field officer or entrepreneur.</a:t>
            </a:r>
            <a:endParaRPr lang="en-US" sz="960" dirty="0">
              <a:latin typeface="Playfair Display" panose="00000500000000000000" pitchFamily="2" charset="0"/>
            </a:endParaRPr>
          </a:p>
        </p:txBody>
      </p:sp>
      <p:sp>
        <p:nvSpPr>
          <p:cNvPr id="340" name="Shape 43">
            <a:extLst>
              <a:ext uri="{FF2B5EF4-FFF2-40B4-BE49-F238E27FC236}">
                <a16:creationId xmlns:a16="http://schemas.microsoft.com/office/drawing/2014/main" id="{DD0D34AF-4B3E-BCC1-3B49-931659B6AA39}"/>
              </a:ext>
            </a:extLst>
          </p:cNvPr>
          <p:cNvSpPr/>
          <p:nvPr/>
        </p:nvSpPr>
        <p:spPr>
          <a:xfrm>
            <a:off x="6284647" y="4155359"/>
            <a:ext cx="247258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CE8"/>
            </a:solidFill>
            <a:prstDash val="solid"/>
          </a:ln>
        </p:spPr>
      </p:sp>
      <p:sp>
        <p:nvSpPr>
          <p:cNvPr id="342" name="Text 44">
            <a:extLst>
              <a:ext uri="{FF2B5EF4-FFF2-40B4-BE49-F238E27FC236}">
                <a16:creationId xmlns:a16="http://schemas.microsoft.com/office/drawing/2014/main" id="{B20D8727-2318-3A5A-8A43-1FFB43953757}"/>
              </a:ext>
            </a:extLst>
          </p:cNvPr>
          <p:cNvSpPr/>
          <p:nvPr/>
        </p:nvSpPr>
        <p:spPr>
          <a:xfrm>
            <a:off x="6325795" y="4187363"/>
            <a:ext cx="24314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B2420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Risk-to-Rescue engine suggests the smallest corrective action to stabilize cash flow.</a:t>
            </a:r>
            <a:endParaRPr lang="en-US" sz="960" dirty="0">
              <a:latin typeface="Playfair Display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>
            <a:spLocks noGrp="1"/>
          </p:cNvSpPr>
          <p:nvPr>
            <p:ph type="title" idx="5"/>
          </p:nvPr>
        </p:nvSpPr>
        <p:spPr>
          <a:xfrm>
            <a:off x="2036922" y="463089"/>
            <a:ext cx="489788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latin typeface="Playfair Display" panose="00000500000000000000" pitchFamily="2" charset="0"/>
              </a:rPr>
              <a:t>Why the current approach fails</a:t>
            </a:r>
            <a:endParaRPr sz="2400" b="1" dirty="0">
              <a:latin typeface="Playfair Display" panose="00000500000000000000" pitchFamily="2" charset="0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C6233836-757F-0E1B-4074-2F165D797A27}"/>
              </a:ext>
            </a:extLst>
          </p:cNvPr>
          <p:cNvSpPr/>
          <p:nvPr/>
        </p:nvSpPr>
        <p:spPr>
          <a:xfrm>
            <a:off x="301752" y="1146899"/>
            <a:ext cx="2066544" cy="2141043"/>
          </a:xfrm>
          <a:prstGeom prst="roundRect">
            <a:avLst>
              <a:gd name="adj" fmla="val 3265"/>
            </a:avLst>
          </a:prstGeom>
          <a:solidFill>
            <a:srgbClr val="FFE8E6"/>
          </a:solidFill>
          <a:ln w="9525">
            <a:solidFill>
              <a:srgbClr val="D94B44"/>
            </a:solidFill>
            <a:prstDash val="solid"/>
          </a:ln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D64EA7E-0CE4-F72F-35D3-0762CFB5D39C}"/>
              </a:ext>
            </a:extLst>
          </p:cNvPr>
          <p:cNvSpPr/>
          <p:nvPr/>
        </p:nvSpPr>
        <p:spPr>
          <a:xfrm>
            <a:off x="448056" y="1357211"/>
            <a:ext cx="347472" cy="347472"/>
          </a:xfrm>
          <a:prstGeom prst="rect">
            <a:avLst/>
          </a:prstGeom>
          <a:solidFill>
            <a:srgbClr val="D94B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ayfair Display" panose="00000500000000000000" pitchFamily="2" charset="0"/>
              </a:rPr>
              <a:t>1</a:t>
            </a:r>
            <a:endParaRPr lang="en-US" sz="1400" dirty="0">
              <a:latin typeface="Playfair Display" panose="00000500000000000000" pitchFamily="2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6CA2EC2F-4DC0-A6A5-A540-8F71C4369473}"/>
              </a:ext>
            </a:extLst>
          </p:cNvPr>
          <p:cNvSpPr/>
          <p:nvPr/>
        </p:nvSpPr>
        <p:spPr>
          <a:xfrm>
            <a:off x="868680" y="1375499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63B2E"/>
                </a:solidFill>
                <a:latin typeface="Playfair Display" panose="00000500000000000000" pitchFamily="2" charset="0"/>
              </a:rPr>
              <a:t>Fragmented data</a:t>
            </a:r>
            <a:endParaRPr lang="en-US" sz="1450" dirty="0">
              <a:latin typeface="Playfair Display" panose="00000500000000000000" pitchFamily="2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A80ADD7-FF76-AED2-193E-2EED3DAD26D4}"/>
              </a:ext>
            </a:extLst>
          </p:cNvPr>
          <p:cNvSpPr/>
          <p:nvPr/>
        </p:nvSpPr>
        <p:spPr>
          <a:xfrm>
            <a:off x="443484" y="1878419"/>
            <a:ext cx="1783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B2420"/>
                </a:solidFill>
                <a:latin typeface="Playfair Display" panose="00000500000000000000" pitchFamily="2" charset="0"/>
              </a:rPr>
              <a:t>Financial records, repayment behaviour, market prices, weather and UPI proxy signals remain in different silos.</a:t>
            </a:r>
            <a:endParaRPr lang="en-US" sz="1260" dirty="0">
              <a:latin typeface="Playfair Display" panose="00000500000000000000" pitchFamily="2" charset="0"/>
            </a:endParaRPr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4E82A89B-3427-4BED-D361-4A2CABA51719}"/>
              </a:ext>
            </a:extLst>
          </p:cNvPr>
          <p:cNvSpPr/>
          <p:nvPr/>
        </p:nvSpPr>
        <p:spPr>
          <a:xfrm>
            <a:off x="2441448" y="1146899"/>
            <a:ext cx="2130552" cy="2141043"/>
          </a:xfrm>
          <a:prstGeom prst="roundRect">
            <a:avLst>
              <a:gd name="adj" fmla="val 3265"/>
            </a:avLst>
          </a:prstGeom>
          <a:solidFill>
            <a:srgbClr val="FFEAD2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796F3AE1-BA1E-F3FD-7A57-39B58419ECEF}"/>
              </a:ext>
            </a:extLst>
          </p:cNvPr>
          <p:cNvSpPr/>
          <p:nvPr/>
        </p:nvSpPr>
        <p:spPr>
          <a:xfrm>
            <a:off x="2587752" y="1357211"/>
            <a:ext cx="347472" cy="347472"/>
          </a:xfrm>
          <a:prstGeom prst="rect">
            <a:avLst/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ayfair Display" panose="00000500000000000000" pitchFamily="2" charset="0"/>
              </a:rPr>
              <a:t>2</a:t>
            </a:r>
            <a:endParaRPr lang="en-US" sz="1400" dirty="0">
              <a:latin typeface="Playfair Display" panose="00000500000000000000" pitchFamily="2" charset="0"/>
            </a:endParaRP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7C95A87F-A11B-E213-4460-87205E5D71E4}"/>
              </a:ext>
            </a:extLst>
          </p:cNvPr>
          <p:cNvSpPr/>
          <p:nvPr/>
        </p:nvSpPr>
        <p:spPr>
          <a:xfrm>
            <a:off x="3008376" y="1375499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63B2E"/>
                </a:solidFill>
                <a:latin typeface="Playfair Display" panose="00000500000000000000" pitchFamily="2" charset="0"/>
              </a:rPr>
              <a:t>Thin credit history</a:t>
            </a:r>
            <a:endParaRPr lang="en-US" sz="1450" dirty="0">
              <a:latin typeface="Playfair Display" panose="00000500000000000000" pitchFamily="2" charset="0"/>
            </a:endParaRPr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934B13D8-C6BC-AC50-129C-AA1C2EED8C5C}"/>
              </a:ext>
            </a:extLst>
          </p:cNvPr>
          <p:cNvSpPr/>
          <p:nvPr/>
        </p:nvSpPr>
        <p:spPr>
          <a:xfrm>
            <a:off x="2586264" y="1878419"/>
            <a:ext cx="1839432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B2420"/>
                </a:solidFill>
                <a:latin typeface="Playfair Display" panose="00000500000000000000" pitchFamily="2" charset="0"/>
              </a:rPr>
              <a:t>Many rural enterprises cannot prove repayment capacity because their cash flow is seasonal and informal.</a:t>
            </a:r>
            <a:endParaRPr lang="en-US" sz="1260" dirty="0">
              <a:latin typeface="Playfair Display" panose="00000500000000000000" pitchFamily="2" charset="0"/>
            </a:endParaRPr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260A75D9-367F-E417-7A2D-1E07CD791E15}"/>
              </a:ext>
            </a:extLst>
          </p:cNvPr>
          <p:cNvSpPr/>
          <p:nvPr/>
        </p:nvSpPr>
        <p:spPr>
          <a:xfrm>
            <a:off x="4643664" y="1160721"/>
            <a:ext cx="2073172" cy="2141043"/>
          </a:xfrm>
          <a:prstGeom prst="roundRect">
            <a:avLst>
              <a:gd name="adj" fmla="val 3265"/>
            </a:avLst>
          </a:prstGeom>
          <a:solidFill>
            <a:srgbClr val="FFF2CC"/>
          </a:solidFill>
          <a:ln w="9525">
            <a:solidFill>
              <a:srgbClr val="F2B84B"/>
            </a:solidFill>
            <a:prstDash val="solid"/>
          </a:ln>
        </p:spPr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174E064E-548B-76C9-641F-3819B714D7F3}"/>
              </a:ext>
            </a:extLst>
          </p:cNvPr>
          <p:cNvSpPr/>
          <p:nvPr/>
        </p:nvSpPr>
        <p:spPr>
          <a:xfrm>
            <a:off x="4789968" y="1371033"/>
            <a:ext cx="347472" cy="347472"/>
          </a:xfrm>
          <a:prstGeom prst="rect">
            <a:avLst/>
          </a:prstGeom>
          <a:solidFill>
            <a:srgbClr val="F2B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ayfair Display" panose="00000500000000000000" pitchFamily="2" charset="0"/>
              </a:rPr>
              <a:t>3</a:t>
            </a:r>
            <a:endParaRPr lang="en-US" sz="1400" dirty="0">
              <a:latin typeface="Playfair Display" panose="00000500000000000000" pitchFamily="2" charset="0"/>
            </a:endParaRPr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84520877-C256-D8C3-F96F-FC43AFE4BF2A}"/>
              </a:ext>
            </a:extLst>
          </p:cNvPr>
          <p:cNvSpPr/>
          <p:nvPr/>
        </p:nvSpPr>
        <p:spPr>
          <a:xfrm>
            <a:off x="5210592" y="1389321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63B2E"/>
                </a:solidFill>
                <a:latin typeface="Playfair Display" panose="00000500000000000000" pitchFamily="2" charset="0"/>
              </a:rPr>
              <a:t>Late intervention</a:t>
            </a:r>
            <a:endParaRPr lang="en-US" sz="1450" dirty="0">
              <a:latin typeface="Playfair Display" panose="00000500000000000000" pitchFamily="2" charset="0"/>
            </a:endParaRPr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1483FE82-0BF0-39E1-74C5-19C29D349702}"/>
              </a:ext>
            </a:extLst>
          </p:cNvPr>
          <p:cNvSpPr/>
          <p:nvPr/>
        </p:nvSpPr>
        <p:spPr>
          <a:xfrm>
            <a:off x="4872264" y="1899683"/>
            <a:ext cx="1783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B2420"/>
                </a:solidFill>
                <a:latin typeface="Playfair Display" panose="00000500000000000000" pitchFamily="2" charset="0"/>
              </a:rPr>
              <a:t>Field officers usually see stress after delayed repayment, low stock turnover or liquidity shortage.</a:t>
            </a:r>
            <a:endParaRPr lang="en-US" sz="1260" dirty="0">
              <a:latin typeface="Playfair Display" panose="00000500000000000000" pitchFamily="2" charset="0"/>
            </a:endParaRPr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FA820C2C-8445-4884-DE26-E7D87A4FFAF4}"/>
              </a:ext>
            </a:extLst>
          </p:cNvPr>
          <p:cNvSpPr/>
          <p:nvPr/>
        </p:nvSpPr>
        <p:spPr>
          <a:xfrm>
            <a:off x="6788500" y="1146899"/>
            <a:ext cx="1984248" cy="2141043"/>
          </a:xfrm>
          <a:prstGeom prst="roundRect">
            <a:avLst>
              <a:gd name="adj" fmla="val 3265"/>
            </a:avLst>
          </a:prstGeom>
          <a:solidFill>
            <a:srgbClr val="EAF4FF"/>
          </a:solidFill>
          <a:ln w="9525">
            <a:solidFill>
              <a:srgbClr val="2166AC"/>
            </a:solidFill>
            <a:prstDash val="solid"/>
          </a:ln>
        </p:spPr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83D7B27F-8D71-FC91-C1A1-DED97CEE5DF5}"/>
              </a:ext>
            </a:extLst>
          </p:cNvPr>
          <p:cNvSpPr/>
          <p:nvPr/>
        </p:nvSpPr>
        <p:spPr>
          <a:xfrm>
            <a:off x="6934804" y="1357211"/>
            <a:ext cx="347472" cy="347472"/>
          </a:xfrm>
          <a:prstGeom prst="rect">
            <a:avLst/>
          </a:prstGeom>
          <a:solidFill>
            <a:srgbClr val="2166A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ayfair Display" panose="00000500000000000000" pitchFamily="2" charset="0"/>
              </a:rPr>
              <a:t>4</a:t>
            </a:r>
            <a:endParaRPr lang="en-US" sz="1400" dirty="0">
              <a:latin typeface="Playfair Display" panose="00000500000000000000" pitchFamily="2" charset="0"/>
            </a:endParaRPr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BD4BE070-C7D9-0B60-834D-BFD5006D3131}"/>
              </a:ext>
            </a:extLst>
          </p:cNvPr>
          <p:cNvSpPr/>
          <p:nvPr/>
        </p:nvSpPr>
        <p:spPr>
          <a:xfrm>
            <a:off x="7355428" y="1375499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63B2E"/>
                </a:solidFill>
                <a:latin typeface="Playfair Display" panose="00000500000000000000" pitchFamily="2" charset="0"/>
              </a:rPr>
              <a:t>No “rescue” action</a:t>
            </a:r>
            <a:endParaRPr lang="en-US" sz="1450" dirty="0">
              <a:latin typeface="Playfair Display" panose="00000500000000000000" pitchFamily="2" charset="0"/>
            </a:endParaRPr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8171F966-B189-3389-D17D-3E0BB4A0434B}"/>
              </a:ext>
            </a:extLst>
          </p:cNvPr>
          <p:cNvSpPr/>
          <p:nvPr/>
        </p:nvSpPr>
        <p:spPr>
          <a:xfrm>
            <a:off x="6934804" y="1899683"/>
            <a:ext cx="1783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B2420"/>
                </a:solidFill>
                <a:latin typeface="Playfair Display" panose="00000500000000000000" pitchFamily="2" charset="0"/>
              </a:rPr>
              <a:t>Most tools classify risk, but do not calculate what action can prevent the risk from becoming a default.</a:t>
            </a:r>
            <a:endParaRPr lang="en-US" sz="1260" dirty="0">
              <a:latin typeface="Playfair Display" panose="00000500000000000000" pitchFamily="2" charset="0"/>
            </a:endParaRPr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B2A2355E-EF3F-5408-5D20-5DFC83376648}"/>
              </a:ext>
            </a:extLst>
          </p:cNvPr>
          <p:cNvSpPr/>
          <p:nvPr/>
        </p:nvSpPr>
        <p:spPr>
          <a:xfrm>
            <a:off x="957059" y="4010247"/>
            <a:ext cx="7057608" cy="83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3B2E"/>
                </a:solidFill>
                <a:latin typeface="Playfair Display" panose="00000500000000000000" pitchFamily="2" charset="0"/>
              </a:rPr>
              <a:t>Core insight: the winning system must move from “risk identification” to “risk prevention”.</a:t>
            </a:r>
            <a:endParaRPr lang="en-US" sz="1200" dirty="0">
              <a:latin typeface="Playfair Display" panose="000005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2"/>
          <p:cNvSpPr txBox="1">
            <a:spLocks noGrp="1"/>
          </p:cNvSpPr>
          <p:nvPr>
            <p:ph type="title"/>
          </p:nvPr>
        </p:nvSpPr>
        <p:spPr>
          <a:xfrm>
            <a:off x="843126" y="0"/>
            <a:ext cx="8971434" cy="103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1500" dirty="0">
                <a:solidFill>
                  <a:srgbClr val="4A5A54"/>
                </a:solidFill>
                <a:latin typeface="Playfair Display" panose="00000500000000000000" pitchFamily="2" charset="0"/>
              </a:rPr>
              <a:t>These features make the idea more than a generic credit-score or dashboard application.</a:t>
            </a:r>
            <a:endParaRPr lang="en-US" sz="1500" dirty="0">
              <a:latin typeface="Playfair Display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717C36-0CF9-84EF-D1C7-A931C4982667}"/>
              </a:ext>
            </a:extLst>
          </p:cNvPr>
          <p:cNvSpPr txBox="1"/>
          <p:nvPr/>
        </p:nvSpPr>
        <p:spPr>
          <a:xfrm>
            <a:off x="1176070" y="225689"/>
            <a:ext cx="737006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63B2E"/>
                </a:solidFill>
                <a:latin typeface="Playfair Display" panose="00000500000000000000" pitchFamily="2" charset="0"/>
                <a:ea typeface="Aptos Display" pitchFamily="34" charset="-122"/>
                <a:cs typeface="Aptos Display" pitchFamily="34" charset="-120"/>
              </a:rPr>
              <a:t>Innovation Pillars — What Makes It Stand Out</a:t>
            </a:r>
            <a:endParaRPr lang="en-US" sz="2600" dirty="0">
              <a:latin typeface="Playfair Display" panose="00000500000000000000" pitchFamily="2" charset="0"/>
            </a:endParaRPr>
          </a:p>
        </p:txBody>
      </p: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77AD448F-EB97-B536-C30A-ABE097B29268}"/>
              </a:ext>
            </a:extLst>
          </p:cNvPr>
          <p:cNvGrpSpPr/>
          <p:nvPr/>
        </p:nvGrpSpPr>
        <p:grpSpPr>
          <a:xfrm>
            <a:off x="516955" y="1216129"/>
            <a:ext cx="7401324" cy="3014936"/>
            <a:chOff x="651067" y="1081576"/>
            <a:chExt cx="10972800" cy="4325112"/>
          </a:xfrm>
        </p:grpSpPr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3765B4D3-2537-5FF3-FACE-5E7F5C94F028}"/>
                </a:ext>
              </a:extLst>
            </p:cNvPr>
            <p:cNvSpPr/>
            <p:nvPr/>
          </p:nvSpPr>
          <p:spPr>
            <a:xfrm>
              <a:off x="651067" y="1081576"/>
              <a:ext cx="2468880" cy="39319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9" name="Text 9">
              <a:extLst>
                <a:ext uri="{FF2B5EF4-FFF2-40B4-BE49-F238E27FC236}">
                  <a16:creationId xmlns:a16="http://schemas.microsoft.com/office/drawing/2014/main" id="{F70234C7-0485-B7EE-5A80-2A6E042A0DB6}"/>
                </a:ext>
              </a:extLst>
            </p:cNvPr>
            <p:cNvSpPr/>
            <p:nvPr/>
          </p:nvSpPr>
          <p:spPr>
            <a:xfrm>
              <a:off x="692215" y="1113580"/>
              <a:ext cx="23865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8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Novelty pillar</a:t>
              </a:r>
              <a:endParaRPr lang="en-US" sz="980" dirty="0">
                <a:latin typeface="Playfair Display" panose="00000500000000000000" pitchFamily="2" charset="0"/>
              </a:endParaRPr>
            </a:p>
          </p:txBody>
        </p:sp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E915C51C-461E-7B46-1A65-4940DC4378CA}"/>
                </a:ext>
              </a:extLst>
            </p:cNvPr>
            <p:cNvSpPr/>
            <p:nvPr/>
          </p:nvSpPr>
          <p:spPr>
            <a:xfrm>
              <a:off x="3119947" y="1081576"/>
              <a:ext cx="4297680" cy="39319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6575CD18-A8FD-7FC8-1A40-D29B1D00CDE9}"/>
                </a:ext>
              </a:extLst>
            </p:cNvPr>
            <p:cNvSpPr/>
            <p:nvPr/>
          </p:nvSpPr>
          <p:spPr>
            <a:xfrm>
              <a:off x="3161095" y="1113580"/>
              <a:ext cx="42153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8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What it does</a:t>
              </a:r>
              <a:endParaRPr lang="en-US" sz="980" dirty="0">
                <a:latin typeface="Playfair Display" panose="00000500000000000000" pitchFamily="2" charset="0"/>
              </a:endParaRPr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A6A8D4AD-7F55-2179-0AF0-4829D88D65EE}"/>
                </a:ext>
              </a:extLst>
            </p:cNvPr>
            <p:cNvSpPr/>
            <p:nvPr/>
          </p:nvSpPr>
          <p:spPr>
            <a:xfrm>
              <a:off x="7417627" y="1081576"/>
              <a:ext cx="4206240" cy="39319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DE10CDB9-083A-B4FC-ADC3-23FE8120F1A1}"/>
                </a:ext>
              </a:extLst>
            </p:cNvPr>
            <p:cNvSpPr/>
            <p:nvPr/>
          </p:nvSpPr>
          <p:spPr>
            <a:xfrm>
              <a:off x="7458775" y="1113580"/>
              <a:ext cx="412394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8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Why it matters for NABARD</a:t>
              </a:r>
              <a:endParaRPr lang="en-US" sz="980" dirty="0">
                <a:latin typeface="Playfair Display" panose="00000500000000000000" pitchFamily="2" charset="0"/>
              </a:endParaRPr>
            </a:p>
          </p:txBody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554D30EB-16D7-3D7A-C98E-A7F70CB30302}"/>
                </a:ext>
              </a:extLst>
            </p:cNvPr>
            <p:cNvSpPr/>
            <p:nvPr/>
          </p:nvSpPr>
          <p:spPr>
            <a:xfrm>
              <a:off x="651067" y="1474768"/>
              <a:ext cx="2468880" cy="7863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29F142C5-6DD3-117D-543F-EC62C4618FB5}"/>
                </a:ext>
              </a:extLst>
            </p:cNvPr>
            <p:cNvSpPr/>
            <p:nvPr/>
          </p:nvSpPr>
          <p:spPr>
            <a:xfrm>
              <a:off x="712790" y="1481999"/>
              <a:ext cx="2386584" cy="7223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1. Enterprise Financial Digital Twin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BC7A5E49-ECD8-BF9C-1165-6E1466243CD2}"/>
                </a:ext>
              </a:extLst>
            </p:cNvPr>
            <p:cNvSpPr/>
            <p:nvPr/>
          </p:nvSpPr>
          <p:spPr>
            <a:xfrm>
              <a:off x="3119947" y="1474768"/>
              <a:ext cx="4297680" cy="7863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6E7BF74B-EF08-E55B-EF10-BC59F72D755D}"/>
                </a:ext>
              </a:extLst>
            </p:cNvPr>
            <p:cNvSpPr/>
            <p:nvPr/>
          </p:nvSpPr>
          <p:spPr>
            <a:xfrm>
              <a:off x="3161095" y="1506772"/>
              <a:ext cx="4215384" cy="722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Creates a simulated financial copy of each enterprise to test future cash-flow scenarios.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27" name="Shape 18">
              <a:extLst>
                <a:ext uri="{FF2B5EF4-FFF2-40B4-BE49-F238E27FC236}">
                  <a16:creationId xmlns:a16="http://schemas.microsoft.com/office/drawing/2014/main" id="{474F0782-D0E8-F244-AE38-C1C55B8F5564}"/>
                </a:ext>
              </a:extLst>
            </p:cNvPr>
            <p:cNvSpPr/>
            <p:nvPr/>
          </p:nvSpPr>
          <p:spPr>
            <a:xfrm>
              <a:off x="7417627" y="1474768"/>
              <a:ext cx="4206240" cy="7863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FDA485D5-ACFF-18CC-C276-54D43FE1A546}"/>
                </a:ext>
              </a:extLst>
            </p:cNvPr>
            <p:cNvSpPr/>
            <p:nvPr/>
          </p:nvSpPr>
          <p:spPr>
            <a:xfrm>
              <a:off x="7458775" y="1506772"/>
              <a:ext cx="4123944" cy="722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Enables forward planning rather than backward-looking credit evaluation.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1" name="Shape 20">
              <a:extLst>
                <a:ext uri="{FF2B5EF4-FFF2-40B4-BE49-F238E27FC236}">
                  <a16:creationId xmlns:a16="http://schemas.microsoft.com/office/drawing/2014/main" id="{ACBE01B5-66AA-5E3D-55F8-592DAA040AC0}"/>
                </a:ext>
              </a:extLst>
            </p:cNvPr>
            <p:cNvSpPr/>
            <p:nvPr/>
          </p:nvSpPr>
          <p:spPr>
            <a:xfrm>
              <a:off x="651067" y="2261152"/>
              <a:ext cx="2468880" cy="78638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3" name="Text 21">
              <a:extLst>
                <a:ext uri="{FF2B5EF4-FFF2-40B4-BE49-F238E27FC236}">
                  <a16:creationId xmlns:a16="http://schemas.microsoft.com/office/drawing/2014/main" id="{127A6681-CBF0-31D4-B1EF-9E9F4B850ED3}"/>
                </a:ext>
              </a:extLst>
            </p:cNvPr>
            <p:cNvSpPr/>
            <p:nvPr/>
          </p:nvSpPr>
          <p:spPr>
            <a:xfrm>
              <a:off x="692215" y="2293156"/>
              <a:ext cx="2386584" cy="722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2. Resilience Gap Metric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5" name="Shape 22">
              <a:extLst>
                <a:ext uri="{FF2B5EF4-FFF2-40B4-BE49-F238E27FC236}">
                  <a16:creationId xmlns:a16="http://schemas.microsoft.com/office/drawing/2014/main" id="{39643BA9-D117-9B81-CF14-5F3473B269BB}"/>
                </a:ext>
              </a:extLst>
            </p:cNvPr>
            <p:cNvSpPr/>
            <p:nvPr/>
          </p:nvSpPr>
          <p:spPr>
            <a:xfrm>
              <a:off x="3119947" y="2261152"/>
              <a:ext cx="4297680" cy="78638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7" name="Text 23">
              <a:extLst>
                <a:ext uri="{FF2B5EF4-FFF2-40B4-BE49-F238E27FC236}">
                  <a16:creationId xmlns:a16="http://schemas.microsoft.com/office/drawing/2014/main" id="{EAD54C31-97EA-AA5A-43DE-7E33444AC029}"/>
                </a:ext>
              </a:extLst>
            </p:cNvPr>
            <p:cNvSpPr/>
            <p:nvPr/>
          </p:nvSpPr>
          <p:spPr>
            <a:xfrm>
              <a:off x="3161095" y="2293156"/>
              <a:ext cx="4215384" cy="722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Calculates the minimum support needed to keep cash flow positive over 90/180 days.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9" name="Shape 24">
              <a:extLst>
                <a:ext uri="{FF2B5EF4-FFF2-40B4-BE49-F238E27FC236}">
                  <a16:creationId xmlns:a16="http://schemas.microsoft.com/office/drawing/2014/main" id="{CA67AC33-FCC0-A6E3-C873-1B41EDACC801}"/>
                </a:ext>
              </a:extLst>
            </p:cNvPr>
            <p:cNvSpPr/>
            <p:nvPr/>
          </p:nvSpPr>
          <p:spPr>
            <a:xfrm>
              <a:off x="7417627" y="2261152"/>
              <a:ext cx="4206240" cy="78638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" name="Text 25">
              <a:extLst>
                <a:ext uri="{FF2B5EF4-FFF2-40B4-BE49-F238E27FC236}">
                  <a16:creationId xmlns:a16="http://schemas.microsoft.com/office/drawing/2014/main" id="{28FA0121-70D5-34F2-6068-6EDA49EDAEDA}"/>
                </a:ext>
              </a:extLst>
            </p:cNvPr>
            <p:cNvSpPr/>
            <p:nvPr/>
          </p:nvSpPr>
          <p:spPr>
            <a:xfrm>
              <a:off x="7458775" y="2293156"/>
              <a:ext cx="4123944" cy="722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Turns risk into a measurable intervention amount.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43" name="Shape 26">
              <a:extLst>
                <a:ext uri="{FF2B5EF4-FFF2-40B4-BE49-F238E27FC236}">
                  <a16:creationId xmlns:a16="http://schemas.microsoft.com/office/drawing/2014/main" id="{98D8B7AF-4226-C39E-E59F-C6C5E07FF578}"/>
                </a:ext>
              </a:extLst>
            </p:cNvPr>
            <p:cNvSpPr/>
            <p:nvPr/>
          </p:nvSpPr>
          <p:spPr>
            <a:xfrm>
              <a:off x="651067" y="3047536"/>
              <a:ext cx="2468880" cy="7863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5" name="Text 27">
              <a:extLst>
                <a:ext uri="{FF2B5EF4-FFF2-40B4-BE49-F238E27FC236}">
                  <a16:creationId xmlns:a16="http://schemas.microsoft.com/office/drawing/2014/main" id="{B73F661E-964F-F9EA-528B-E5544468C883}"/>
                </a:ext>
              </a:extLst>
            </p:cNvPr>
            <p:cNvSpPr/>
            <p:nvPr/>
          </p:nvSpPr>
          <p:spPr>
            <a:xfrm>
              <a:off x="692215" y="3079540"/>
              <a:ext cx="2386584" cy="722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3. Risk-to-Rescue Engine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47" name="Shape 28">
              <a:extLst>
                <a:ext uri="{FF2B5EF4-FFF2-40B4-BE49-F238E27FC236}">
                  <a16:creationId xmlns:a16="http://schemas.microsoft.com/office/drawing/2014/main" id="{BC9631D0-D129-1636-A7E4-A2517341ADCB}"/>
                </a:ext>
              </a:extLst>
            </p:cNvPr>
            <p:cNvSpPr/>
            <p:nvPr/>
          </p:nvSpPr>
          <p:spPr>
            <a:xfrm>
              <a:off x="3119947" y="3047536"/>
              <a:ext cx="4297680" cy="7863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9" name="Text 29">
              <a:extLst>
                <a:ext uri="{FF2B5EF4-FFF2-40B4-BE49-F238E27FC236}">
                  <a16:creationId xmlns:a16="http://schemas.microsoft.com/office/drawing/2014/main" id="{54135598-5D68-BDB1-32C4-61F4D3179C79}"/>
                </a:ext>
              </a:extLst>
            </p:cNvPr>
            <p:cNvSpPr/>
            <p:nvPr/>
          </p:nvSpPr>
          <p:spPr>
            <a:xfrm>
              <a:off x="3161095" y="3079540"/>
              <a:ext cx="4215384" cy="722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Compares multiple corrective actions and recommends the most practical option.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51" name="Shape 30">
              <a:extLst>
                <a:ext uri="{FF2B5EF4-FFF2-40B4-BE49-F238E27FC236}">
                  <a16:creationId xmlns:a16="http://schemas.microsoft.com/office/drawing/2014/main" id="{E79FFA79-BCE5-01A7-34B4-25FE55948010}"/>
                </a:ext>
              </a:extLst>
            </p:cNvPr>
            <p:cNvSpPr/>
            <p:nvPr/>
          </p:nvSpPr>
          <p:spPr>
            <a:xfrm>
              <a:off x="7417627" y="3047536"/>
              <a:ext cx="4206240" cy="7863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3" name="Text 31">
              <a:extLst>
                <a:ext uri="{FF2B5EF4-FFF2-40B4-BE49-F238E27FC236}">
                  <a16:creationId xmlns:a16="http://schemas.microsoft.com/office/drawing/2014/main" id="{E46439FE-442B-42C6-F434-91A1C5A9CD52}"/>
                </a:ext>
              </a:extLst>
            </p:cNvPr>
            <p:cNvSpPr/>
            <p:nvPr/>
          </p:nvSpPr>
          <p:spPr>
            <a:xfrm>
              <a:off x="7458775" y="3079540"/>
              <a:ext cx="4123944" cy="722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Field officers get “next best action”, not just a red flag.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55" name="Shape 32">
              <a:extLst>
                <a:ext uri="{FF2B5EF4-FFF2-40B4-BE49-F238E27FC236}">
                  <a16:creationId xmlns:a16="http://schemas.microsoft.com/office/drawing/2014/main" id="{1F38BC3B-EB1E-957D-D226-1A8E726C87BF}"/>
                </a:ext>
              </a:extLst>
            </p:cNvPr>
            <p:cNvSpPr/>
            <p:nvPr/>
          </p:nvSpPr>
          <p:spPr>
            <a:xfrm>
              <a:off x="651067" y="3833920"/>
              <a:ext cx="2468880" cy="78638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7" name="Text 33">
              <a:extLst>
                <a:ext uri="{FF2B5EF4-FFF2-40B4-BE49-F238E27FC236}">
                  <a16:creationId xmlns:a16="http://schemas.microsoft.com/office/drawing/2014/main" id="{9248F9B8-7177-D3C6-2FA1-D855D7106344}"/>
                </a:ext>
              </a:extLst>
            </p:cNvPr>
            <p:cNvSpPr/>
            <p:nvPr/>
          </p:nvSpPr>
          <p:spPr>
            <a:xfrm>
              <a:off x="692215" y="3865924"/>
              <a:ext cx="2386584" cy="722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4. Village / FPO Shock Radar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59" name="Shape 34">
              <a:extLst>
                <a:ext uri="{FF2B5EF4-FFF2-40B4-BE49-F238E27FC236}">
                  <a16:creationId xmlns:a16="http://schemas.microsoft.com/office/drawing/2014/main" id="{5903162A-971C-2AB3-854D-08088EB10288}"/>
                </a:ext>
              </a:extLst>
            </p:cNvPr>
            <p:cNvSpPr/>
            <p:nvPr/>
          </p:nvSpPr>
          <p:spPr>
            <a:xfrm>
              <a:off x="3119947" y="3833920"/>
              <a:ext cx="4297680" cy="78638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61" name="Text 35">
              <a:extLst>
                <a:ext uri="{FF2B5EF4-FFF2-40B4-BE49-F238E27FC236}">
                  <a16:creationId xmlns:a16="http://schemas.microsoft.com/office/drawing/2014/main" id="{6393DD9D-4B3F-FC4A-280C-A1F940D91790}"/>
                </a:ext>
              </a:extLst>
            </p:cNvPr>
            <p:cNvSpPr/>
            <p:nvPr/>
          </p:nvSpPr>
          <p:spPr>
            <a:xfrm>
              <a:off x="3161095" y="3865924"/>
              <a:ext cx="4215384" cy="722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Detects correlated risk across many enterprises in a location or sector.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63" name="Shape 36">
              <a:extLst>
                <a:ext uri="{FF2B5EF4-FFF2-40B4-BE49-F238E27FC236}">
                  <a16:creationId xmlns:a16="http://schemas.microsoft.com/office/drawing/2014/main" id="{1D859439-5E88-156B-DF5A-51BD406C8CCA}"/>
                </a:ext>
              </a:extLst>
            </p:cNvPr>
            <p:cNvSpPr/>
            <p:nvPr/>
          </p:nvSpPr>
          <p:spPr>
            <a:xfrm>
              <a:off x="7417627" y="3833920"/>
              <a:ext cx="4206240" cy="78638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21" name="Text 37">
              <a:extLst>
                <a:ext uri="{FF2B5EF4-FFF2-40B4-BE49-F238E27FC236}">
                  <a16:creationId xmlns:a16="http://schemas.microsoft.com/office/drawing/2014/main" id="{78EBE611-8203-805B-E8E4-075CC71A47AD}"/>
                </a:ext>
              </a:extLst>
            </p:cNvPr>
            <p:cNvSpPr/>
            <p:nvPr/>
          </p:nvSpPr>
          <p:spPr>
            <a:xfrm>
              <a:off x="7458775" y="3865924"/>
              <a:ext cx="4123944" cy="722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Supports group-level action such as bulk procurement or local advisory.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23" name="Shape 38">
              <a:extLst>
                <a:ext uri="{FF2B5EF4-FFF2-40B4-BE49-F238E27FC236}">
                  <a16:creationId xmlns:a16="http://schemas.microsoft.com/office/drawing/2014/main" id="{C5F85C35-C98A-04AD-2609-EF039F97B1CC}"/>
                </a:ext>
              </a:extLst>
            </p:cNvPr>
            <p:cNvSpPr/>
            <p:nvPr/>
          </p:nvSpPr>
          <p:spPr>
            <a:xfrm>
              <a:off x="651067" y="4620304"/>
              <a:ext cx="2468880" cy="7863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25" name="Text 39">
              <a:extLst>
                <a:ext uri="{FF2B5EF4-FFF2-40B4-BE49-F238E27FC236}">
                  <a16:creationId xmlns:a16="http://schemas.microsoft.com/office/drawing/2014/main" id="{AF3F9FAB-5F45-D11E-1751-CFECF3A46353}"/>
                </a:ext>
              </a:extLst>
            </p:cNvPr>
            <p:cNvSpPr/>
            <p:nvPr/>
          </p:nvSpPr>
          <p:spPr>
            <a:xfrm>
              <a:off x="692215" y="4652308"/>
              <a:ext cx="2386584" cy="722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5. Trust &amp; Confidence Passport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27" name="Shape 40">
              <a:extLst>
                <a:ext uri="{FF2B5EF4-FFF2-40B4-BE49-F238E27FC236}">
                  <a16:creationId xmlns:a16="http://schemas.microsoft.com/office/drawing/2014/main" id="{DE2D4356-4D7B-1675-6157-90FB01771B91}"/>
                </a:ext>
              </a:extLst>
            </p:cNvPr>
            <p:cNvSpPr/>
            <p:nvPr/>
          </p:nvSpPr>
          <p:spPr>
            <a:xfrm>
              <a:off x="3119947" y="4620304"/>
              <a:ext cx="4297680" cy="7863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29" name="Text 41">
              <a:extLst>
                <a:ext uri="{FF2B5EF4-FFF2-40B4-BE49-F238E27FC236}">
                  <a16:creationId xmlns:a16="http://schemas.microsoft.com/office/drawing/2014/main" id="{3907B736-C3D1-A693-539D-7FB356579D7F}"/>
                </a:ext>
              </a:extLst>
            </p:cNvPr>
            <p:cNvSpPr/>
            <p:nvPr/>
          </p:nvSpPr>
          <p:spPr>
            <a:xfrm>
              <a:off x="3161095" y="4652308"/>
              <a:ext cx="4215384" cy="722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Shows data quality, missing fields, forecast confidence and explanation drivers.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31" name="Shape 42">
              <a:extLst>
                <a:ext uri="{FF2B5EF4-FFF2-40B4-BE49-F238E27FC236}">
                  <a16:creationId xmlns:a16="http://schemas.microsoft.com/office/drawing/2014/main" id="{D4B3795D-8CFB-6CDE-AA98-6B6B47DB536C}"/>
                </a:ext>
              </a:extLst>
            </p:cNvPr>
            <p:cNvSpPr/>
            <p:nvPr/>
          </p:nvSpPr>
          <p:spPr>
            <a:xfrm>
              <a:off x="7417627" y="4620304"/>
              <a:ext cx="4206240" cy="7863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33" name="Text 43">
              <a:extLst>
                <a:ext uri="{FF2B5EF4-FFF2-40B4-BE49-F238E27FC236}">
                  <a16:creationId xmlns:a16="http://schemas.microsoft.com/office/drawing/2014/main" id="{D10F20DA-EBE4-F9E5-69B6-403E43613C14}"/>
                </a:ext>
              </a:extLst>
            </p:cNvPr>
            <p:cNvSpPr/>
            <p:nvPr/>
          </p:nvSpPr>
          <p:spPr>
            <a:xfrm>
              <a:off x="7458775" y="4652308"/>
              <a:ext cx="4123944" cy="722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Improves transparency and avoids blind trust in AI outputs.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</p:grpSp>
      <p:sp>
        <p:nvSpPr>
          <p:cNvPr id="336" name="Text 44">
            <a:extLst>
              <a:ext uri="{FF2B5EF4-FFF2-40B4-BE49-F238E27FC236}">
                <a16:creationId xmlns:a16="http://schemas.microsoft.com/office/drawing/2014/main" id="{81AAB083-8F87-5CAB-FFE4-AF06A1C06131}"/>
              </a:ext>
            </a:extLst>
          </p:cNvPr>
          <p:cNvSpPr/>
          <p:nvPr/>
        </p:nvSpPr>
        <p:spPr>
          <a:xfrm>
            <a:off x="-992478" y="438865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3B2E"/>
                </a:solidFill>
                <a:latin typeface="Playfair Display" panose="00000500000000000000" pitchFamily="2" charset="0"/>
              </a:rPr>
              <a:t>“We do not only predict risk — we calculate how to prevent it.”</a:t>
            </a:r>
            <a:endParaRPr lang="en-US" sz="1200" dirty="0">
              <a:latin typeface="Playfair Display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7CD49152-4E6C-D58B-E484-78B17D3B6B52}"/>
              </a:ext>
            </a:extLst>
          </p:cNvPr>
          <p:cNvSpPr/>
          <p:nvPr/>
        </p:nvSpPr>
        <p:spPr>
          <a:xfrm>
            <a:off x="2453640" y="310895"/>
            <a:ext cx="9875520" cy="4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3B2E"/>
                </a:solidFill>
                <a:latin typeface="Playfair Display" panose="00000500000000000000" pitchFamily="2" charset="0"/>
                <a:ea typeface="Aptos Display" pitchFamily="34" charset="-122"/>
                <a:cs typeface="Aptos Display" pitchFamily="34" charset="-120"/>
              </a:rPr>
              <a:t>End-to-End Process Flow</a:t>
            </a:r>
            <a:endParaRPr lang="en-US" sz="2400" dirty="0">
              <a:latin typeface="Playfair Display" panose="00000500000000000000" pitchFamily="2" charset="0"/>
            </a:endParaRPr>
          </a:p>
        </p:txBody>
      </p: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A428038D-E41A-11B4-6629-6C1164BC5A62}"/>
              </a:ext>
            </a:extLst>
          </p:cNvPr>
          <p:cNvGrpSpPr/>
          <p:nvPr/>
        </p:nvGrpSpPr>
        <p:grpSpPr>
          <a:xfrm>
            <a:off x="396949" y="786809"/>
            <a:ext cx="8413898" cy="3671777"/>
            <a:chOff x="347472" y="1188720"/>
            <a:chExt cx="11503152" cy="4828032"/>
          </a:xfrm>
        </p:grpSpPr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D219EAF5-FBB8-89CD-D3AC-D17EABFB3D7A}"/>
                </a:ext>
              </a:extLst>
            </p:cNvPr>
            <p:cNvSpPr/>
            <p:nvPr/>
          </p:nvSpPr>
          <p:spPr>
            <a:xfrm>
              <a:off x="347472" y="1188720"/>
              <a:ext cx="438912" cy="347472"/>
            </a:xfrm>
            <a:prstGeom prst="rect">
              <a:avLst/>
            </a:prstGeom>
            <a:solidFill>
              <a:srgbClr val="075C45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8586097C-3619-3729-5267-F9505121DA2F}"/>
                </a:ext>
              </a:extLst>
            </p:cNvPr>
            <p:cNvSpPr/>
            <p:nvPr/>
          </p:nvSpPr>
          <p:spPr>
            <a:xfrm>
              <a:off x="388620" y="1220724"/>
              <a:ext cx="356616" cy="283464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Sno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D8F35E97-8878-EF9B-012C-A56DCE4716F1}"/>
                </a:ext>
              </a:extLst>
            </p:cNvPr>
            <p:cNvSpPr/>
            <p:nvPr/>
          </p:nvSpPr>
          <p:spPr>
            <a:xfrm>
              <a:off x="786384" y="1188720"/>
              <a:ext cx="1645920" cy="34747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DE8EEA17-1183-C5BD-EA73-BEFE43090FD2}"/>
                </a:ext>
              </a:extLst>
            </p:cNvPr>
            <p:cNvSpPr/>
            <p:nvPr/>
          </p:nvSpPr>
          <p:spPr>
            <a:xfrm>
              <a:off x="827532" y="1220724"/>
              <a:ext cx="1563624" cy="28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Process stage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19" name="Shape 12">
              <a:extLst>
                <a:ext uri="{FF2B5EF4-FFF2-40B4-BE49-F238E27FC236}">
                  <a16:creationId xmlns:a16="http://schemas.microsoft.com/office/drawing/2014/main" id="{A18971D4-F782-5FDB-359E-AAA3E610B006}"/>
                </a:ext>
              </a:extLst>
            </p:cNvPr>
            <p:cNvSpPr/>
            <p:nvPr/>
          </p:nvSpPr>
          <p:spPr>
            <a:xfrm>
              <a:off x="2432304" y="1188720"/>
              <a:ext cx="2743200" cy="34747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1" name="Text 13">
              <a:extLst>
                <a:ext uri="{FF2B5EF4-FFF2-40B4-BE49-F238E27FC236}">
                  <a16:creationId xmlns:a16="http://schemas.microsoft.com/office/drawing/2014/main" id="{C9A18E72-68AA-E90E-897C-D463BE8FC98E}"/>
                </a:ext>
              </a:extLst>
            </p:cNvPr>
            <p:cNvSpPr/>
            <p:nvPr/>
          </p:nvSpPr>
          <p:spPr>
            <a:xfrm>
              <a:off x="2473452" y="1220724"/>
              <a:ext cx="2660904" cy="28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Inputs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23" name="Shape 14">
              <a:extLst>
                <a:ext uri="{FF2B5EF4-FFF2-40B4-BE49-F238E27FC236}">
                  <a16:creationId xmlns:a16="http://schemas.microsoft.com/office/drawing/2014/main" id="{AFFF05B2-E9C9-F32C-BC0C-90F0FAF40C0B}"/>
                </a:ext>
              </a:extLst>
            </p:cNvPr>
            <p:cNvSpPr/>
            <p:nvPr/>
          </p:nvSpPr>
          <p:spPr>
            <a:xfrm>
              <a:off x="5175504" y="1188720"/>
              <a:ext cx="2926080" cy="34747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7A537431-398D-0105-6C6E-396CB2365AB7}"/>
                </a:ext>
              </a:extLst>
            </p:cNvPr>
            <p:cNvSpPr/>
            <p:nvPr/>
          </p:nvSpPr>
          <p:spPr>
            <a:xfrm>
              <a:off x="5216652" y="1220724"/>
              <a:ext cx="2843784" cy="28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AI / Logic used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27" name="Shape 16">
              <a:extLst>
                <a:ext uri="{FF2B5EF4-FFF2-40B4-BE49-F238E27FC236}">
                  <a16:creationId xmlns:a16="http://schemas.microsoft.com/office/drawing/2014/main" id="{BD05D65E-36D7-A114-AC24-DD5AE13E5E99}"/>
                </a:ext>
              </a:extLst>
            </p:cNvPr>
            <p:cNvSpPr/>
            <p:nvPr/>
          </p:nvSpPr>
          <p:spPr>
            <a:xfrm>
              <a:off x="8101584" y="1188720"/>
              <a:ext cx="3749040" cy="34747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9" name="Text 17">
              <a:extLst>
                <a:ext uri="{FF2B5EF4-FFF2-40B4-BE49-F238E27FC236}">
                  <a16:creationId xmlns:a16="http://schemas.microsoft.com/office/drawing/2014/main" id="{2D43DC9D-E1E4-9C53-DD8F-D958E01B2AE0}"/>
                </a:ext>
              </a:extLst>
            </p:cNvPr>
            <p:cNvSpPr/>
            <p:nvPr/>
          </p:nvSpPr>
          <p:spPr>
            <a:xfrm>
              <a:off x="8142732" y="1220724"/>
              <a:ext cx="3666744" cy="28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Output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1" name="Shape 18">
              <a:extLst>
                <a:ext uri="{FF2B5EF4-FFF2-40B4-BE49-F238E27FC236}">
                  <a16:creationId xmlns:a16="http://schemas.microsoft.com/office/drawing/2014/main" id="{D1D5754F-FCEC-A64B-2B75-C2256BA1062B}"/>
                </a:ext>
              </a:extLst>
            </p:cNvPr>
            <p:cNvSpPr/>
            <p:nvPr/>
          </p:nvSpPr>
          <p:spPr>
            <a:xfrm>
              <a:off x="347472" y="1536192"/>
              <a:ext cx="438912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3" name="Text 19">
              <a:extLst>
                <a:ext uri="{FF2B5EF4-FFF2-40B4-BE49-F238E27FC236}">
                  <a16:creationId xmlns:a16="http://schemas.microsoft.com/office/drawing/2014/main" id="{73DE714C-E88E-0626-C76F-3B8B7CC18B4B}"/>
                </a:ext>
              </a:extLst>
            </p:cNvPr>
            <p:cNvSpPr/>
            <p:nvPr/>
          </p:nvSpPr>
          <p:spPr>
            <a:xfrm>
              <a:off x="388620" y="1568196"/>
              <a:ext cx="356616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1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5" name="Shape 20">
              <a:extLst>
                <a:ext uri="{FF2B5EF4-FFF2-40B4-BE49-F238E27FC236}">
                  <a16:creationId xmlns:a16="http://schemas.microsoft.com/office/drawing/2014/main" id="{B287493C-CB1A-6B6E-A6C5-76F48D757DE8}"/>
                </a:ext>
              </a:extLst>
            </p:cNvPr>
            <p:cNvSpPr/>
            <p:nvPr/>
          </p:nvSpPr>
          <p:spPr>
            <a:xfrm>
              <a:off x="786384" y="1536192"/>
              <a:ext cx="164592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7" name="Text 21">
              <a:extLst>
                <a:ext uri="{FF2B5EF4-FFF2-40B4-BE49-F238E27FC236}">
                  <a16:creationId xmlns:a16="http://schemas.microsoft.com/office/drawing/2014/main" id="{59713565-7DD1-5CA4-3D88-5B054744A19C}"/>
                </a:ext>
              </a:extLst>
            </p:cNvPr>
            <p:cNvSpPr/>
            <p:nvPr/>
          </p:nvSpPr>
          <p:spPr>
            <a:xfrm>
              <a:off x="827532" y="1568196"/>
              <a:ext cx="156362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Onboard enterprise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9" name="Shape 22">
              <a:extLst>
                <a:ext uri="{FF2B5EF4-FFF2-40B4-BE49-F238E27FC236}">
                  <a16:creationId xmlns:a16="http://schemas.microsoft.com/office/drawing/2014/main" id="{9E0D19CA-FD83-0906-52F6-388009766824}"/>
                </a:ext>
              </a:extLst>
            </p:cNvPr>
            <p:cNvSpPr/>
            <p:nvPr/>
          </p:nvSpPr>
          <p:spPr>
            <a:xfrm>
              <a:off x="2432304" y="1536192"/>
              <a:ext cx="274320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" name="Text 23">
              <a:extLst>
                <a:ext uri="{FF2B5EF4-FFF2-40B4-BE49-F238E27FC236}">
                  <a16:creationId xmlns:a16="http://schemas.microsoft.com/office/drawing/2014/main" id="{CE2D5D05-64AA-AF5F-B161-6E2B7E3A3A42}"/>
                </a:ext>
              </a:extLst>
            </p:cNvPr>
            <p:cNvSpPr/>
            <p:nvPr/>
          </p:nvSpPr>
          <p:spPr>
            <a:xfrm>
              <a:off x="2473452" y="1568196"/>
              <a:ext cx="26609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Sector, location, business type, loan/savings info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43" name="Shape 24">
              <a:extLst>
                <a:ext uri="{FF2B5EF4-FFF2-40B4-BE49-F238E27FC236}">
                  <a16:creationId xmlns:a16="http://schemas.microsoft.com/office/drawing/2014/main" id="{AA9AE85D-2593-20C3-F087-275DB8DF1BC9}"/>
                </a:ext>
              </a:extLst>
            </p:cNvPr>
            <p:cNvSpPr/>
            <p:nvPr/>
          </p:nvSpPr>
          <p:spPr>
            <a:xfrm>
              <a:off x="5175504" y="1536192"/>
              <a:ext cx="292608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5" name="Text 25">
              <a:extLst>
                <a:ext uri="{FF2B5EF4-FFF2-40B4-BE49-F238E27FC236}">
                  <a16:creationId xmlns:a16="http://schemas.microsoft.com/office/drawing/2014/main" id="{35C2BF42-A3BD-A6F5-52BC-9D9DD1718E6D}"/>
                </a:ext>
              </a:extLst>
            </p:cNvPr>
            <p:cNvSpPr/>
            <p:nvPr/>
          </p:nvSpPr>
          <p:spPr>
            <a:xfrm>
              <a:off x="5216652" y="1568196"/>
              <a:ext cx="284378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Data validation + profile template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47" name="Shape 26">
              <a:extLst>
                <a:ext uri="{FF2B5EF4-FFF2-40B4-BE49-F238E27FC236}">
                  <a16:creationId xmlns:a16="http://schemas.microsoft.com/office/drawing/2014/main" id="{E25EEF3A-F8C6-E128-CEC0-F52A2D04A34D}"/>
                </a:ext>
              </a:extLst>
            </p:cNvPr>
            <p:cNvSpPr/>
            <p:nvPr/>
          </p:nvSpPr>
          <p:spPr>
            <a:xfrm>
              <a:off x="8101584" y="1536192"/>
              <a:ext cx="374904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9" name="Text 27">
              <a:extLst>
                <a:ext uri="{FF2B5EF4-FFF2-40B4-BE49-F238E27FC236}">
                  <a16:creationId xmlns:a16="http://schemas.microsoft.com/office/drawing/2014/main" id="{950C42FA-9B93-8A90-3318-C9E2D9459AE4}"/>
                </a:ext>
              </a:extLst>
            </p:cNvPr>
            <p:cNvSpPr/>
            <p:nvPr/>
          </p:nvSpPr>
          <p:spPr>
            <a:xfrm>
              <a:off x="8142732" y="1568196"/>
              <a:ext cx="366674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Enterprise profile and baseline risk record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51" name="Shape 28">
              <a:extLst>
                <a:ext uri="{FF2B5EF4-FFF2-40B4-BE49-F238E27FC236}">
                  <a16:creationId xmlns:a16="http://schemas.microsoft.com/office/drawing/2014/main" id="{B4C105CD-ECE8-992A-8EC2-F3E44D73F6BA}"/>
                </a:ext>
              </a:extLst>
            </p:cNvPr>
            <p:cNvSpPr/>
            <p:nvPr/>
          </p:nvSpPr>
          <p:spPr>
            <a:xfrm>
              <a:off x="347472" y="2176272"/>
              <a:ext cx="438912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3" name="Text 29">
              <a:extLst>
                <a:ext uri="{FF2B5EF4-FFF2-40B4-BE49-F238E27FC236}">
                  <a16:creationId xmlns:a16="http://schemas.microsoft.com/office/drawing/2014/main" id="{066C5A28-9C85-555D-91A4-648AE83A2A32}"/>
                </a:ext>
              </a:extLst>
            </p:cNvPr>
            <p:cNvSpPr/>
            <p:nvPr/>
          </p:nvSpPr>
          <p:spPr>
            <a:xfrm>
              <a:off x="388620" y="2208276"/>
              <a:ext cx="356616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2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55" name="Shape 30">
              <a:extLst>
                <a:ext uri="{FF2B5EF4-FFF2-40B4-BE49-F238E27FC236}">
                  <a16:creationId xmlns:a16="http://schemas.microsoft.com/office/drawing/2014/main" id="{67551D62-6F8E-FCD3-AEB6-A1B8E9C17909}"/>
                </a:ext>
              </a:extLst>
            </p:cNvPr>
            <p:cNvSpPr/>
            <p:nvPr/>
          </p:nvSpPr>
          <p:spPr>
            <a:xfrm>
              <a:off x="786384" y="2176272"/>
              <a:ext cx="164592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7" name="Text 31">
              <a:extLst>
                <a:ext uri="{FF2B5EF4-FFF2-40B4-BE49-F238E27FC236}">
                  <a16:creationId xmlns:a16="http://schemas.microsoft.com/office/drawing/2014/main" id="{EE52EDB2-8BC4-4C2C-3F28-C179C42A1315}"/>
                </a:ext>
              </a:extLst>
            </p:cNvPr>
            <p:cNvSpPr/>
            <p:nvPr/>
          </p:nvSpPr>
          <p:spPr>
            <a:xfrm>
              <a:off x="827532" y="2208276"/>
              <a:ext cx="156362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Capture transactions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59" name="Shape 32">
              <a:extLst>
                <a:ext uri="{FF2B5EF4-FFF2-40B4-BE49-F238E27FC236}">
                  <a16:creationId xmlns:a16="http://schemas.microsoft.com/office/drawing/2014/main" id="{73B6CE0C-9BDC-CB94-960B-575F0236D998}"/>
                </a:ext>
              </a:extLst>
            </p:cNvPr>
            <p:cNvSpPr/>
            <p:nvPr/>
          </p:nvSpPr>
          <p:spPr>
            <a:xfrm>
              <a:off x="2432304" y="2176272"/>
              <a:ext cx="274320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61" name="Text 33">
              <a:extLst>
                <a:ext uri="{FF2B5EF4-FFF2-40B4-BE49-F238E27FC236}">
                  <a16:creationId xmlns:a16="http://schemas.microsoft.com/office/drawing/2014/main" id="{A25674BE-1B3D-AA82-3871-B9AF2446BA5D}"/>
                </a:ext>
              </a:extLst>
            </p:cNvPr>
            <p:cNvSpPr/>
            <p:nvPr/>
          </p:nvSpPr>
          <p:spPr>
            <a:xfrm>
              <a:off x="2473452" y="2208276"/>
              <a:ext cx="2661348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Income, expenses, stock purchase, repayments, UPI proxy aggregates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63" name="Shape 34">
              <a:extLst>
                <a:ext uri="{FF2B5EF4-FFF2-40B4-BE49-F238E27FC236}">
                  <a16:creationId xmlns:a16="http://schemas.microsoft.com/office/drawing/2014/main" id="{9BF060D1-CE72-117A-2243-48F921251287}"/>
                </a:ext>
              </a:extLst>
            </p:cNvPr>
            <p:cNvSpPr/>
            <p:nvPr/>
          </p:nvSpPr>
          <p:spPr>
            <a:xfrm>
              <a:off x="5175504" y="2176272"/>
              <a:ext cx="292608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21" name="Text 35">
              <a:extLst>
                <a:ext uri="{FF2B5EF4-FFF2-40B4-BE49-F238E27FC236}">
                  <a16:creationId xmlns:a16="http://schemas.microsoft.com/office/drawing/2014/main" id="{992FBB56-67DC-F351-3810-4905C5491A41}"/>
                </a:ext>
              </a:extLst>
            </p:cNvPr>
            <p:cNvSpPr/>
            <p:nvPr/>
          </p:nvSpPr>
          <p:spPr>
            <a:xfrm>
              <a:off x="5216652" y="2208276"/>
              <a:ext cx="284378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Offline sync + anomaly checks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23" name="Shape 36">
              <a:extLst>
                <a:ext uri="{FF2B5EF4-FFF2-40B4-BE49-F238E27FC236}">
                  <a16:creationId xmlns:a16="http://schemas.microsoft.com/office/drawing/2014/main" id="{CF59E14C-F261-BD0C-C945-108CE1883C81}"/>
                </a:ext>
              </a:extLst>
            </p:cNvPr>
            <p:cNvSpPr/>
            <p:nvPr/>
          </p:nvSpPr>
          <p:spPr>
            <a:xfrm>
              <a:off x="8101584" y="2176272"/>
              <a:ext cx="374904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25" name="Text 37">
              <a:extLst>
                <a:ext uri="{FF2B5EF4-FFF2-40B4-BE49-F238E27FC236}">
                  <a16:creationId xmlns:a16="http://schemas.microsoft.com/office/drawing/2014/main" id="{36171974-8959-EEF2-7518-B7DEF15098DA}"/>
                </a:ext>
              </a:extLst>
            </p:cNvPr>
            <p:cNvSpPr/>
            <p:nvPr/>
          </p:nvSpPr>
          <p:spPr>
            <a:xfrm>
              <a:off x="8142732" y="2208276"/>
              <a:ext cx="366674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Clean monthly cash-flow ledger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27" name="Shape 38">
              <a:extLst>
                <a:ext uri="{FF2B5EF4-FFF2-40B4-BE49-F238E27FC236}">
                  <a16:creationId xmlns:a16="http://schemas.microsoft.com/office/drawing/2014/main" id="{68BB9443-D585-8175-6782-49907BF23E5D}"/>
                </a:ext>
              </a:extLst>
            </p:cNvPr>
            <p:cNvSpPr/>
            <p:nvPr/>
          </p:nvSpPr>
          <p:spPr>
            <a:xfrm>
              <a:off x="347472" y="2816352"/>
              <a:ext cx="438912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29" name="Text 39">
              <a:extLst>
                <a:ext uri="{FF2B5EF4-FFF2-40B4-BE49-F238E27FC236}">
                  <a16:creationId xmlns:a16="http://schemas.microsoft.com/office/drawing/2014/main" id="{CDFFD283-5FFC-E100-B554-3076538845CD}"/>
                </a:ext>
              </a:extLst>
            </p:cNvPr>
            <p:cNvSpPr/>
            <p:nvPr/>
          </p:nvSpPr>
          <p:spPr>
            <a:xfrm>
              <a:off x="388620" y="2848356"/>
              <a:ext cx="356616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3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31" name="Shape 40">
              <a:extLst>
                <a:ext uri="{FF2B5EF4-FFF2-40B4-BE49-F238E27FC236}">
                  <a16:creationId xmlns:a16="http://schemas.microsoft.com/office/drawing/2014/main" id="{83FEB638-629E-2E72-C62E-16C0F4A1CCD9}"/>
                </a:ext>
              </a:extLst>
            </p:cNvPr>
            <p:cNvSpPr/>
            <p:nvPr/>
          </p:nvSpPr>
          <p:spPr>
            <a:xfrm>
              <a:off x="786384" y="2816352"/>
              <a:ext cx="164592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33" name="Text 41">
              <a:extLst>
                <a:ext uri="{FF2B5EF4-FFF2-40B4-BE49-F238E27FC236}">
                  <a16:creationId xmlns:a16="http://schemas.microsoft.com/office/drawing/2014/main" id="{E8A18875-E155-9290-AFB9-46A4A68BDFD7}"/>
                </a:ext>
              </a:extLst>
            </p:cNvPr>
            <p:cNvSpPr/>
            <p:nvPr/>
          </p:nvSpPr>
          <p:spPr>
            <a:xfrm>
              <a:off x="827532" y="2848356"/>
              <a:ext cx="156362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Add external signals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35" name="Shape 42">
              <a:extLst>
                <a:ext uri="{FF2B5EF4-FFF2-40B4-BE49-F238E27FC236}">
                  <a16:creationId xmlns:a16="http://schemas.microsoft.com/office/drawing/2014/main" id="{0E854284-D5F2-9694-5FCB-BF0190ADB3FD}"/>
                </a:ext>
              </a:extLst>
            </p:cNvPr>
            <p:cNvSpPr/>
            <p:nvPr/>
          </p:nvSpPr>
          <p:spPr>
            <a:xfrm>
              <a:off x="2432304" y="2816352"/>
              <a:ext cx="274320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37" name="Text 43">
              <a:extLst>
                <a:ext uri="{FF2B5EF4-FFF2-40B4-BE49-F238E27FC236}">
                  <a16:creationId xmlns:a16="http://schemas.microsoft.com/office/drawing/2014/main" id="{895AB14F-4927-D2BA-D131-A69122C3C9E7}"/>
                </a:ext>
              </a:extLst>
            </p:cNvPr>
            <p:cNvSpPr/>
            <p:nvPr/>
          </p:nvSpPr>
          <p:spPr>
            <a:xfrm>
              <a:off x="2473452" y="2848356"/>
              <a:ext cx="26609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Rainfall, temperature, commodity/raw-material prices, demand seasonality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39" name="Shape 44">
              <a:extLst>
                <a:ext uri="{FF2B5EF4-FFF2-40B4-BE49-F238E27FC236}">
                  <a16:creationId xmlns:a16="http://schemas.microsoft.com/office/drawing/2014/main" id="{D1CC16AA-FEDE-0998-722A-5D51F398D531}"/>
                </a:ext>
              </a:extLst>
            </p:cNvPr>
            <p:cNvSpPr/>
            <p:nvPr/>
          </p:nvSpPr>
          <p:spPr>
            <a:xfrm>
              <a:off x="5175504" y="2816352"/>
              <a:ext cx="292608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41" name="Text 45">
              <a:extLst>
                <a:ext uri="{FF2B5EF4-FFF2-40B4-BE49-F238E27FC236}">
                  <a16:creationId xmlns:a16="http://schemas.microsoft.com/office/drawing/2014/main" id="{A1BA19D8-8A9B-ABDC-DED5-0307802EBC6F}"/>
                </a:ext>
              </a:extLst>
            </p:cNvPr>
            <p:cNvSpPr/>
            <p:nvPr/>
          </p:nvSpPr>
          <p:spPr>
            <a:xfrm>
              <a:off x="5216652" y="2848356"/>
              <a:ext cx="284378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Sector mapping + shock indexing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43" name="Shape 46">
              <a:extLst>
                <a:ext uri="{FF2B5EF4-FFF2-40B4-BE49-F238E27FC236}">
                  <a16:creationId xmlns:a16="http://schemas.microsoft.com/office/drawing/2014/main" id="{49DF23D8-F3E5-DC33-DDBC-7415D7059089}"/>
                </a:ext>
              </a:extLst>
            </p:cNvPr>
            <p:cNvSpPr/>
            <p:nvPr/>
          </p:nvSpPr>
          <p:spPr>
            <a:xfrm>
              <a:off x="8101584" y="2816352"/>
              <a:ext cx="374904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45" name="Text 47">
              <a:extLst>
                <a:ext uri="{FF2B5EF4-FFF2-40B4-BE49-F238E27FC236}">
                  <a16:creationId xmlns:a16="http://schemas.microsoft.com/office/drawing/2014/main" id="{788907EE-4239-E3E1-483C-FF41035CCC4B}"/>
                </a:ext>
              </a:extLst>
            </p:cNvPr>
            <p:cNvSpPr/>
            <p:nvPr/>
          </p:nvSpPr>
          <p:spPr>
            <a:xfrm>
              <a:off x="8142732" y="2848356"/>
              <a:ext cx="366674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Market-climate risk features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47" name="Shape 48">
              <a:extLst>
                <a:ext uri="{FF2B5EF4-FFF2-40B4-BE49-F238E27FC236}">
                  <a16:creationId xmlns:a16="http://schemas.microsoft.com/office/drawing/2014/main" id="{E16109DA-A176-2493-4EBA-343250203FF9}"/>
                </a:ext>
              </a:extLst>
            </p:cNvPr>
            <p:cNvSpPr/>
            <p:nvPr/>
          </p:nvSpPr>
          <p:spPr>
            <a:xfrm>
              <a:off x="347472" y="3456432"/>
              <a:ext cx="438912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49" name="Text 49">
              <a:extLst>
                <a:ext uri="{FF2B5EF4-FFF2-40B4-BE49-F238E27FC236}">
                  <a16:creationId xmlns:a16="http://schemas.microsoft.com/office/drawing/2014/main" id="{925FD960-8F06-E9DB-92B0-3A1E40FCDFCA}"/>
                </a:ext>
              </a:extLst>
            </p:cNvPr>
            <p:cNvSpPr/>
            <p:nvPr/>
          </p:nvSpPr>
          <p:spPr>
            <a:xfrm>
              <a:off x="388620" y="3488436"/>
              <a:ext cx="356616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4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51" name="Shape 50">
              <a:extLst>
                <a:ext uri="{FF2B5EF4-FFF2-40B4-BE49-F238E27FC236}">
                  <a16:creationId xmlns:a16="http://schemas.microsoft.com/office/drawing/2014/main" id="{711F4FCD-5151-9E1F-9026-EF65DACC1BB6}"/>
                </a:ext>
              </a:extLst>
            </p:cNvPr>
            <p:cNvSpPr/>
            <p:nvPr/>
          </p:nvSpPr>
          <p:spPr>
            <a:xfrm>
              <a:off x="786384" y="3456432"/>
              <a:ext cx="164592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53" name="Text 51">
              <a:extLst>
                <a:ext uri="{FF2B5EF4-FFF2-40B4-BE49-F238E27FC236}">
                  <a16:creationId xmlns:a16="http://schemas.microsoft.com/office/drawing/2014/main" id="{C9179212-2B0C-F928-5E54-A76ABA50F0F8}"/>
                </a:ext>
              </a:extLst>
            </p:cNvPr>
            <p:cNvSpPr/>
            <p:nvPr/>
          </p:nvSpPr>
          <p:spPr>
            <a:xfrm>
              <a:off x="827532" y="3488436"/>
              <a:ext cx="156362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Forecast cash flow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55" name="Shape 52">
              <a:extLst>
                <a:ext uri="{FF2B5EF4-FFF2-40B4-BE49-F238E27FC236}">
                  <a16:creationId xmlns:a16="http://schemas.microsoft.com/office/drawing/2014/main" id="{C65C4251-096D-7642-10A9-E323F8C502C1}"/>
                </a:ext>
              </a:extLst>
            </p:cNvPr>
            <p:cNvSpPr/>
            <p:nvPr/>
          </p:nvSpPr>
          <p:spPr>
            <a:xfrm>
              <a:off x="2432304" y="3456432"/>
              <a:ext cx="274320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57" name="Text 53">
              <a:extLst>
                <a:ext uri="{FF2B5EF4-FFF2-40B4-BE49-F238E27FC236}">
                  <a16:creationId xmlns:a16="http://schemas.microsoft.com/office/drawing/2014/main" id="{E618F15F-C1CA-EBC2-E0E9-A94CDE5C1F26}"/>
                </a:ext>
              </a:extLst>
            </p:cNvPr>
            <p:cNvSpPr/>
            <p:nvPr/>
          </p:nvSpPr>
          <p:spPr>
            <a:xfrm>
              <a:off x="2473452" y="3488436"/>
              <a:ext cx="26609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Ledger + proxy signals + seasonality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61" name="Shape 54">
              <a:extLst>
                <a:ext uri="{FF2B5EF4-FFF2-40B4-BE49-F238E27FC236}">
                  <a16:creationId xmlns:a16="http://schemas.microsoft.com/office/drawing/2014/main" id="{67D07567-4960-B1C2-7B71-C63AA692AD86}"/>
                </a:ext>
              </a:extLst>
            </p:cNvPr>
            <p:cNvSpPr/>
            <p:nvPr/>
          </p:nvSpPr>
          <p:spPr>
            <a:xfrm>
              <a:off x="5175504" y="3456432"/>
              <a:ext cx="292608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63" name="Text 55">
              <a:extLst>
                <a:ext uri="{FF2B5EF4-FFF2-40B4-BE49-F238E27FC236}">
                  <a16:creationId xmlns:a16="http://schemas.microsoft.com/office/drawing/2014/main" id="{6D1123AC-1788-96C4-BDAF-CB0E27DF9946}"/>
                </a:ext>
              </a:extLst>
            </p:cNvPr>
            <p:cNvSpPr/>
            <p:nvPr/>
          </p:nvSpPr>
          <p:spPr>
            <a:xfrm>
              <a:off x="5216652" y="3488436"/>
              <a:ext cx="284378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Quantile regression / XGBoost forecast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65" name="Shape 56">
              <a:extLst>
                <a:ext uri="{FF2B5EF4-FFF2-40B4-BE49-F238E27FC236}">
                  <a16:creationId xmlns:a16="http://schemas.microsoft.com/office/drawing/2014/main" id="{0C87F3AA-7EE8-3BA5-79BF-97746F23EAFE}"/>
                </a:ext>
              </a:extLst>
            </p:cNvPr>
            <p:cNvSpPr/>
            <p:nvPr/>
          </p:nvSpPr>
          <p:spPr>
            <a:xfrm>
              <a:off x="8101584" y="3456432"/>
              <a:ext cx="374904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67" name="Text 57">
              <a:extLst>
                <a:ext uri="{FF2B5EF4-FFF2-40B4-BE49-F238E27FC236}">
                  <a16:creationId xmlns:a16="http://schemas.microsoft.com/office/drawing/2014/main" id="{A7BE745B-31BC-934C-DDDE-A273C48E75A3}"/>
                </a:ext>
              </a:extLst>
            </p:cNvPr>
            <p:cNvSpPr/>
            <p:nvPr/>
          </p:nvSpPr>
          <p:spPr>
            <a:xfrm>
              <a:off x="8142731" y="3488437"/>
              <a:ext cx="3687903" cy="5760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3–6</a:t>
              </a:r>
              <a:r>
                <a:rPr lang="en-US" sz="1050" dirty="0">
                  <a:solidFill>
                    <a:srgbClr val="1B2420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month forecast with confidence band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69" name="Shape 58">
              <a:extLst>
                <a:ext uri="{FF2B5EF4-FFF2-40B4-BE49-F238E27FC236}">
                  <a16:creationId xmlns:a16="http://schemas.microsoft.com/office/drawing/2014/main" id="{8FE4E780-4C0E-797E-372D-AEDEF2962236}"/>
                </a:ext>
              </a:extLst>
            </p:cNvPr>
            <p:cNvSpPr/>
            <p:nvPr/>
          </p:nvSpPr>
          <p:spPr>
            <a:xfrm>
              <a:off x="347472" y="4096512"/>
              <a:ext cx="438912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71" name="Text 59">
              <a:extLst>
                <a:ext uri="{FF2B5EF4-FFF2-40B4-BE49-F238E27FC236}">
                  <a16:creationId xmlns:a16="http://schemas.microsoft.com/office/drawing/2014/main" id="{CD9E8971-A57C-A51C-686E-36AD879B72ED}"/>
                </a:ext>
              </a:extLst>
            </p:cNvPr>
            <p:cNvSpPr/>
            <p:nvPr/>
          </p:nvSpPr>
          <p:spPr>
            <a:xfrm>
              <a:off x="388620" y="4128516"/>
              <a:ext cx="356616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5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73" name="Shape 60">
              <a:extLst>
                <a:ext uri="{FF2B5EF4-FFF2-40B4-BE49-F238E27FC236}">
                  <a16:creationId xmlns:a16="http://schemas.microsoft.com/office/drawing/2014/main" id="{A8AB69DB-A707-5601-453F-B6C67ECF4EE7}"/>
                </a:ext>
              </a:extLst>
            </p:cNvPr>
            <p:cNvSpPr/>
            <p:nvPr/>
          </p:nvSpPr>
          <p:spPr>
            <a:xfrm>
              <a:off x="786384" y="4096512"/>
              <a:ext cx="164592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75" name="Text 61">
              <a:extLst>
                <a:ext uri="{FF2B5EF4-FFF2-40B4-BE49-F238E27FC236}">
                  <a16:creationId xmlns:a16="http://schemas.microsoft.com/office/drawing/2014/main" id="{7D112F03-866D-9138-22C0-C82322354DD3}"/>
                </a:ext>
              </a:extLst>
            </p:cNvPr>
            <p:cNvSpPr/>
            <p:nvPr/>
          </p:nvSpPr>
          <p:spPr>
            <a:xfrm>
              <a:off x="827532" y="4128516"/>
              <a:ext cx="156362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Flag risk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77" name="Shape 62">
              <a:extLst>
                <a:ext uri="{FF2B5EF4-FFF2-40B4-BE49-F238E27FC236}">
                  <a16:creationId xmlns:a16="http://schemas.microsoft.com/office/drawing/2014/main" id="{0F4D6342-5D02-C81B-A5E6-6BC76F6732D0}"/>
                </a:ext>
              </a:extLst>
            </p:cNvPr>
            <p:cNvSpPr/>
            <p:nvPr/>
          </p:nvSpPr>
          <p:spPr>
            <a:xfrm>
              <a:off x="2432304" y="4096512"/>
              <a:ext cx="274320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79" name="Text 63">
              <a:extLst>
                <a:ext uri="{FF2B5EF4-FFF2-40B4-BE49-F238E27FC236}">
                  <a16:creationId xmlns:a16="http://schemas.microsoft.com/office/drawing/2014/main" id="{48CA77A6-5548-FC5B-B28B-D38FA94626BB}"/>
                </a:ext>
              </a:extLst>
            </p:cNvPr>
            <p:cNvSpPr/>
            <p:nvPr/>
          </p:nvSpPr>
          <p:spPr>
            <a:xfrm>
              <a:off x="2473452" y="4128516"/>
              <a:ext cx="26609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Forecast gap, repayment timing, shock index, balance trend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81" name="Shape 64">
              <a:extLst>
                <a:ext uri="{FF2B5EF4-FFF2-40B4-BE49-F238E27FC236}">
                  <a16:creationId xmlns:a16="http://schemas.microsoft.com/office/drawing/2014/main" id="{9A24B819-7104-59E3-D787-0346066FC74E}"/>
                </a:ext>
              </a:extLst>
            </p:cNvPr>
            <p:cNvSpPr/>
            <p:nvPr/>
          </p:nvSpPr>
          <p:spPr>
            <a:xfrm>
              <a:off x="5175504" y="4096512"/>
              <a:ext cx="292608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83" name="Text 65">
              <a:extLst>
                <a:ext uri="{FF2B5EF4-FFF2-40B4-BE49-F238E27FC236}">
                  <a16:creationId xmlns:a16="http://schemas.microsoft.com/office/drawing/2014/main" id="{55F6D9C2-7176-81F6-15F4-8A97F4ABA1F8}"/>
                </a:ext>
              </a:extLst>
            </p:cNvPr>
            <p:cNvSpPr/>
            <p:nvPr/>
          </p:nvSpPr>
          <p:spPr>
            <a:xfrm>
              <a:off x="5216652" y="4128516"/>
              <a:ext cx="284378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Risk classifier + SHAP explanation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85" name="Shape 66">
              <a:extLst>
                <a:ext uri="{FF2B5EF4-FFF2-40B4-BE49-F238E27FC236}">
                  <a16:creationId xmlns:a16="http://schemas.microsoft.com/office/drawing/2014/main" id="{A882E0F7-15C0-C8C2-D01A-8040B40FBE12}"/>
                </a:ext>
              </a:extLst>
            </p:cNvPr>
            <p:cNvSpPr/>
            <p:nvPr/>
          </p:nvSpPr>
          <p:spPr>
            <a:xfrm>
              <a:off x="8101584" y="4096512"/>
              <a:ext cx="374904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87" name="Text 67">
              <a:extLst>
                <a:ext uri="{FF2B5EF4-FFF2-40B4-BE49-F238E27FC236}">
                  <a16:creationId xmlns:a16="http://schemas.microsoft.com/office/drawing/2014/main" id="{83040A48-5C6F-55B5-5D74-9A830EFF4921}"/>
                </a:ext>
              </a:extLst>
            </p:cNvPr>
            <p:cNvSpPr/>
            <p:nvPr/>
          </p:nvSpPr>
          <p:spPr>
            <a:xfrm>
              <a:off x="8142732" y="4128516"/>
              <a:ext cx="366674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Low/Moderate/High flag with top causes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89" name="Shape 68">
              <a:extLst>
                <a:ext uri="{FF2B5EF4-FFF2-40B4-BE49-F238E27FC236}">
                  <a16:creationId xmlns:a16="http://schemas.microsoft.com/office/drawing/2014/main" id="{2C6B6B7A-3AF7-BA03-BB4E-12E3F2C4282C}"/>
                </a:ext>
              </a:extLst>
            </p:cNvPr>
            <p:cNvSpPr/>
            <p:nvPr/>
          </p:nvSpPr>
          <p:spPr>
            <a:xfrm>
              <a:off x="347472" y="4736592"/>
              <a:ext cx="438912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1" name="Text 69">
              <a:extLst>
                <a:ext uri="{FF2B5EF4-FFF2-40B4-BE49-F238E27FC236}">
                  <a16:creationId xmlns:a16="http://schemas.microsoft.com/office/drawing/2014/main" id="{21EA920B-DA60-FC06-BDDD-6271A40198B3}"/>
                </a:ext>
              </a:extLst>
            </p:cNvPr>
            <p:cNvSpPr/>
            <p:nvPr/>
          </p:nvSpPr>
          <p:spPr>
            <a:xfrm>
              <a:off x="388620" y="4768596"/>
              <a:ext cx="356616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6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93" name="Shape 70">
              <a:extLst>
                <a:ext uri="{FF2B5EF4-FFF2-40B4-BE49-F238E27FC236}">
                  <a16:creationId xmlns:a16="http://schemas.microsoft.com/office/drawing/2014/main" id="{0D0C7B8F-D789-D50A-BF21-E5703BB6E538}"/>
                </a:ext>
              </a:extLst>
            </p:cNvPr>
            <p:cNvSpPr/>
            <p:nvPr/>
          </p:nvSpPr>
          <p:spPr>
            <a:xfrm>
              <a:off x="786384" y="4736592"/>
              <a:ext cx="164592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5" name="Text 71">
              <a:extLst>
                <a:ext uri="{FF2B5EF4-FFF2-40B4-BE49-F238E27FC236}">
                  <a16:creationId xmlns:a16="http://schemas.microsoft.com/office/drawing/2014/main" id="{FBE19192-68AC-AAE0-EF90-643B7C5BC7F7}"/>
                </a:ext>
              </a:extLst>
            </p:cNvPr>
            <p:cNvSpPr/>
            <p:nvPr/>
          </p:nvSpPr>
          <p:spPr>
            <a:xfrm>
              <a:off x="827532" y="4768596"/>
              <a:ext cx="156362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Recommend rescue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97" name="Shape 72">
              <a:extLst>
                <a:ext uri="{FF2B5EF4-FFF2-40B4-BE49-F238E27FC236}">
                  <a16:creationId xmlns:a16="http://schemas.microsoft.com/office/drawing/2014/main" id="{E3029F00-648C-98A0-0E3B-08D752D52461}"/>
                </a:ext>
              </a:extLst>
            </p:cNvPr>
            <p:cNvSpPr/>
            <p:nvPr/>
          </p:nvSpPr>
          <p:spPr>
            <a:xfrm>
              <a:off x="2432304" y="4736592"/>
              <a:ext cx="274320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9" name="Text 73">
              <a:extLst>
                <a:ext uri="{FF2B5EF4-FFF2-40B4-BE49-F238E27FC236}">
                  <a16:creationId xmlns:a16="http://schemas.microsoft.com/office/drawing/2014/main" id="{2792DBD9-058C-1C0B-317A-6A5975C7BAD1}"/>
                </a:ext>
              </a:extLst>
            </p:cNvPr>
            <p:cNvSpPr/>
            <p:nvPr/>
          </p:nvSpPr>
          <p:spPr>
            <a:xfrm>
              <a:off x="2473452" y="4768596"/>
              <a:ext cx="26609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Risk causes + available interventions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401" name="Shape 74">
              <a:extLst>
                <a:ext uri="{FF2B5EF4-FFF2-40B4-BE49-F238E27FC236}">
                  <a16:creationId xmlns:a16="http://schemas.microsoft.com/office/drawing/2014/main" id="{11D2F318-8F1E-50E8-6D27-D58BEC7D784B}"/>
                </a:ext>
              </a:extLst>
            </p:cNvPr>
            <p:cNvSpPr/>
            <p:nvPr/>
          </p:nvSpPr>
          <p:spPr>
            <a:xfrm>
              <a:off x="5175504" y="4736592"/>
              <a:ext cx="292608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03" name="Text 75">
              <a:extLst>
                <a:ext uri="{FF2B5EF4-FFF2-40B4-BE49-F238E27FC236}">
                  <a16:creationId xmlns:a16="http://schemas.microsoft.com/office/drawing/2014/main" id="{733A679D-7F27-CBE9-1232-70D419CA0CA4}"/>
                </a:ext>
              </a:extLst>
            </p:cNvPr>
            <p:cNvSpPr/>
            <p:nvPr/>
          </p:nvSpPr>
          <p:spPr>
            <a:xfrm>
              <a:off x="5216652" y="4768596"/>
              <a:ext cx="284378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Scenario simulator + optimization rules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405" name="Shape 76">
              <a:extLst>
                <a:ext uri="{FF2B5EF4-FFF2-40B4-BE49-F238E27FC236}">
                  <a16:creationId xmlns:a16="http://schemas.microsoft.com/office/drawing/2014/main" id="{0F3A5D52-4A6B-9AA2-9321-C65A9A59A9C0}"/>
                </a:ext>
              </a:extLst>
            </p:cNvPr>
            <p:cNvSpPr/>
            <p:nvPr/>
          </p:nvSpPr>
          <p:spPr>
            <a:xfrm>
              <a:off x="8101584" y="4736592"/>
              <a:ext cx="374904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07" name="Text 77">
              <a:extLst>
                <a:ext uri="{FF2B5EF4-FFF2-40B4-BE49-F238E27FC236}">
                  <a16:creationId xmlns:a16="http://schemas.microsoft.com/office/drawing/2014/main" id="{48CE9D3C-C06D-FD1D-0944-997B8DEB2927}"/>
                </a:ext>
              </a:extLst>
            </p:cNvPr>
            <p:cNvSpPr/>
            <p:nvPr/>
          </p:nvSpPr>
          <p:spPr>
            <a:xfrm>
              <a:off x="8142732" y="4768596"/>
              <a:ext cx="366674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Minimum intervention plan and priority list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409" name="Shape 78">
              <a:extLst>
                <a:ext uri="{FF2B5EF4-FFF2-40B4-BE49-F238E27FC236}">
                  <a16:creationId xmlns:a16="http://schemas.microsoft.com/office/drawing/2014/main" id="{FFD6FCB9-7B0C-813B-704B-97A7238A4F1C}"/>
                </a:ext>
              </a:extLst>
            </p:cNvPr>
            <p:cNvSpPr/>
            <p:nvPr/>
          </p:nvSpPr>
          <p:spPr>
            <a:xfrm>
              <a:off x="347472" y="5376672"/>
              <a:ext cx="438912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1" name="Text 79">
              <a:extLst>
                <a:ext uri="{FF2B5EF4-FFF2-40B4-BE49-F238E27FC236}">
                  <a16:creationId xmlns:a16="http://schemas.microsoft.com/office/drawing/2014/main" id="{B7FE71DD-44E1-8800-D1F6-EC86E8375589}"/>
                </a:ext>
              </a:extLst>
            </p:cNvPr>
            <p:cNvSpPr/>
            <p:nvPr/>
          </p:nvSpPr>
          <p:spPr>
            <a:xfrm>
              <a:off x="388620" y="5408676"/>
              <a:ext cx="356616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7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413" name="Shape 80">
              <a:extLst>
                <a:ext uri="{FF2B5EF4-FFF2-40B4-BE49-F238E27FC236}">
                  <a16:creationId xmlns:a16="http://schemas.microsoft.com/office/drawing/2014/main" id="{A29A39C0-5963-9721-48A5-9CF2183A849E}"/>
                </a:ext>
              </a:extLst>
            </p:cNvPr>
            <p:cNvSpPr/>
            <p:nvPr/>
          </p:nvSpPr>
          <p:spPr>
            <a:xfrm>
              <a:off x="786384" y="5376672"/>
              <a:ext cx="164592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5" name="Text 81">
              <a:extLst>
                <a:ext uri="{FF2B5EF4-FFF2-40B4-BE49-F238E27FC236}">
                  <a16:creationId xmlns:a16="http://schemas.microsoft.com/office/drawing/2014/main" id="{A5AFB973-C54E-BB8F-A308-D55BFDB8FC42}"/>
                </a:ext>
              </a:extLst>
            </p:cNvPr>
            <p:cNvSpPr/>
            <p:nvPr/>
          </p:nvSpPr>
          <p:spPr>
            <a:xfrm>
              <a:off x="827532" y="5408676"/>
              <a:ext cx="156362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Track outcome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417" name="Shape 82">
              <a:extLst>
                <a:ext uri="{FF2B5EF4-FFF2-40B4-BE49-F238E27FC236}">
                  <a16:creationId xmlns:a16="http://schemas.microsoft.com/office/drawing/2014/main" id="{588031BB-A92A-F105-A850-9C4B6BF9EF11}"/>
                </a:ext>
              </a:extLst>
            </p:cNvPr>
            <p:cNvSpPr/>
            <p:nvPr/>
          </p:nvSpPr>
          <p:spPr>
            <a:xfrm>
              <a:off x="2432304" y="5376672"/>
              <a:ext cx="274320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9" name="Text 83">
              <a:extLst>
                <a:ext uri="{FF2B5EF4-FFF2-40B4-BE49-F238E27FC236}">
                  <a16:creationId xmlns:a16="http://schemas.microsoft.com/office/drawing/2014/main" id="{104C7E36-2619-19C1-C455-59DDDED39848}"/>
                </a:ext>
              </a:extLst>
            </p:cNvPr>
            <p:cNvSpPr/>
            <p:nvPr/>
          </p:nvSpPr>
          <p:spPr>
            <a:xfrm>
              <a:off x="2473452" y="5408676"/>
              <a:ext cx="26609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Officer action, repayment, enterprise response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421" name="Shape 84">
              <a:extLst>
                <a:ext uri="{FF2B5EF4-FFF2-40B4-BE49-F238E27FC236}">
                  <a16:creationId xmlns:a16="http://schemas.microsoft.com/office/drawing/2014/main" id="{59876B33-4F85-801B-7707-CB223999DB77}"/>
                </a:ext>
              </a:extLst>
            </p:cNvPr>
            <p:cNvSpPr/>
            <p:nvPr/>
          </p:nvSpPr>
          <p:spPr>
            <a:xfrm>
              <a:off x="5175504" y="5376672"/>
              <a:ext cx="292608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23" name="Text 85">
              <a:extLst>
                <a:ext uri="{FF2B5EF4-FFF2-40B4-BE49-F238E27FC236}">
                  <a16:creationId xmlns:a16="http://schemas.microsoft.com/office/drawing/2014/main" id="{E5BC5E37-8077-6736-31A5-50E575CDB78D}"/>
                </a:ext>
              </a:extLst>
            </p:cNvPr>
            <p:cNvSpPr/>
            <p:nvPr/>
          </p:nvSpPr>
          <p:spPr>
            <a:xfrm>
              <a:off x="5216652" y="5408676"/>
              <a:ext cx="284378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Feedback learning loop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425" name="Shape 86">
              <a:extLst>
                <a:ext uri="{FF2B5EF4-FFF2-40B4-BE49-F238E27FC236}">
                  <a16:creationId xmlns:a16="http://schemas.microsoft.com/office/drawing/2014/main" id="{EAEEE5AD-8E4A-7C97-879E-92897BD8A221}"/>
                </a:ext>
              </a:extLst>
            </p:cNvPr>
            <p:cNvSpPr/>
            <p:nvPr/>
          </p:nvSpPr>
          <p:spPr>
            <a:xfrm>
              <a:off x="8101584" y="5376672"/>
              <a:ext cx="374904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27" name="Text 87">
              <a:extLst>
                <a:ext uri="{FF2B5EF4-FFF2-40B4-BE49-F238E27FC236}">
                  <a16:creationId xmlns:a16="http://schemas.microsoft.com/office/drawing/2014/main" id="{21DB9147-F1EF-64B5-C384-67CDA6A32762}"/>
                </a:ext>
              </a:extLst>
            </p:cNvPr>
            <p:cNvSpPr/>
            <p:nvPr/>
          </p:nvSpPr>
          <p:spPr>
            <a:xfrm>
              <a:off x="8142732" y="5408676"/>
              <a:ext cx="366674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Improved future predictions and impact evidence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4"/>
          <p:cNvSpPr txBox="1">
            <a:spLocks noGrp="1"/>
          </p:cNvSpPr>
          <p:nvPr>
            <p:ph type="title"/>
          </p:nvPr>
        </p:nvSpPr>
        <p:spPr>
          <a:xfrm>
            <a:off x="836878" y="18618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500" b="1" dirty="0">
                <a:solidFill>
                  <a:srgbClr val="063B2E"/>
                </a:solidFill>
                <a:latin typeface="Playfair Display" panose="00000500000000000000" pitchFamily="2" charset="0"/>
                <a:ea typeface="Aptos Display" pitchFamily="34" charset="-122"/>
                <a:cs typeface="Aptos Display" pitchFamily="34" charset="-120"/>
              </a:rPr>
              <a:t>Data Layer and Privacy-by-Design</a:t>
            </a:r>
            <a:endParaRPr lang="en-US" sz="2500" dirty="0">
              <a:latin typeface="Playfair Display" panose="00000500000000000000" pitchFamily="2" charset="0"/>
            </a:endParaRPr>
          </a:p>
        </p:txBody>
      </p: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9AAE189A-B0B6-E038-0C85-6CEC9BB6720C}"/>
              </a:ext>
            </a:extLst>
          </p:cNvPr>
          <p:cNvGrpSpPr/>
          <p:nvPr/>
        </p:nvGrpSpPr>
        <p:grpSpPr>
          <a:xfrm>
            <a:off x="1021178" y="758881"/>
            <a:ext cx="7519700" cy="3950208"/>
            <a:chOff x="594360" y="1234440"/>
            <a:chExt cx="10972800" cy="3950208"/>
          </a:xfrm>
        </p:grpSpPr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1C0EFBD3-E1C1-DAB8-BF25-3FED3750F04E}"/>
                </a:ext>
              </a:extLst>
            </p:cNvPr>
            <p:cNvSpPr/>
            <p:nvPr/>
          </p:nvSpPr>
          <p:spPr>
            <a:xfrm>
              <a:off x="594360" y="1234440"/>
              <a:ext cx="196596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9" name="Text 9">
              <a:extLst>
                <a:ext uri="{FF2B5EF4-FFF2-40B4-BE49-F238E27FC236}">
                  <a16:creationId xmlns:a16="http://schemas.microsoft.com/office/drawing/2014/main" id="{748ED688-70CF-E652-925C-338046B6CAC1}"/>
                </a:ext>
              </a:extLst>
            </p:cNvPr>
            <p:cNvSpPr/>
            <p:nvPr/>
          </p:nvSpPr>
          <p:spPr>
            <a:xfrm>
              <a:off x="635508" y="1266444"/>
              <a:ext cx="188366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Data category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645B2AAA-3C0E-E8B8-89B9-000DCFD9839A}"/>
                </a:ext>
              </a:extLst>
            </p:cNvPr>
            <p:cNvSpPr/>
            <p:nvPr/>
          </p:nvSpPr>
          <p:spPr>
            <a:xfrm>
              <a:off x="2560320" y="1234440"/>
              <a:ext cx="274320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D15F5E0E-C1DD-0606-AD81-70DC3DF2EC04}"/>
                </a:ext>
              </a:extLst>
            </p:cNvPr>
            <p:cNvSpPr/>
            <p:nvPr/>
          </p:nvSpPr>
          <p:spPr>
            <a:xfrm>
              <a:off x="2601468" y="1266444"/>
              <a:ext cx="266090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Examples captured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4799F4E0-B02E-60D1-0751-79731DA4D643}"/>
                </a:ext>
              </a:extLst>
            </p:cNvPr>
            <p:cNvSpPr/>
            <p:nvPr/>
          </p:nvSpPr>
          <p:spPr>
            <a:xfrm>
              <a:off x="5303520" y="1234440"/>
              <a:ext cx="310896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D067A9A3-609B-A1B6-0A91-4832C3BACA89}"/>
                </a:ext>
              </a:extLst>
            </p:cNvPr>
            <p:cNvSpPr/>
            <p:nvPr/>
          </p:nvSpPr>
          <p:spPr>
            <a:xfrm>
              <a:off x="5344668" y="1266444"/>
              <a:ext cx="302666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Purpose in model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90725D95-FA7D-1C28-9B8C-41826243DDB6}"/>
                </a:ext>
              </a:extLst>
            </p:cNvPr>
            <p:cNvSpPr/>
            <p:nvPr/>
          </p:nvSpPr>
          <p:spPr>
            <a:xfrm>
              <a:off x="8412480" y="1234440"/>
              <a:ext cx="315468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06DFE8AE-38F1-01D5-B087-0A4D49F8FCD6}"/>
                </a:ext>
              </a:extLst>
            </p:cNvPr>
            <p:cNvSpPr/>
            <p:nvPr/>
          </p:nvSpPr>
          <p:spPr>
            <a:xfrm>
              <a:off x="8453628" y="1266444"/>
              <a:ext cx="30723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Privacy handling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9E24CC19-1160-3C42-B846-3F2B6B43E25E}"/>
                </a:ext>
              </a:extLst>
            </p:cNvPr>
            <p:cNvSpPr/>
            <p:nvPr/>
          </p:nvSpPr>
          <p:spPr>
            <a:xfrm>
              <a:off x="594360" y="1618488"/>
              <a:ext cx="196596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8F7C93-D334-A787-C1B1-805E969C2748}"/>
                </a:ext>
              </a:extLst>
            </p:cNvPr>
            <p:cNvSpPr/>
            <p:nvPr/>
          </p:nvSpPr>
          <p:spPr>
            <a:xfrm>
              <a:off x="635508" y="1650492"/>
              <a:ext cx="188366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Financial records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27" name="Shape 18">
              <a:extLst>
                <a:ext uri="{FF2B5EF4-FFF2-40B4-BE49-F238E27FC236}">
                  <a16:creationId xmlns:a16="http://schemas.microsoft.com/office/drawing/2014/main" id="{5EFD4F30-D147-DC38-AA66-5901DF11FD7C}"/>
                </a:ext>
              </a:extLst>
            </p:cNvPr>
            <p:cNvSpPr/>
            <p:nvPr/>
          </p:nvSpPr>
          <p:spPr>
            <a:xfrm>
              <a:off x="2560320" y="1618488"/>
              <a:ext cx="274320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F9497C45-FB09-E8F4-2687-D5C9852065E3}"/>
                </a:ext>
              </a:extLst>
            </p:cNvPr>
            <p:cNvSpPr/>
            <p:nvPr/>
          </p:nvSpPr>
          <p:spPr>
            <a:xfrm>
              <a:off x="2601468" y="1650492"/>
              <a:ext cx="266090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Savings, loan balance, repayments, account balance if available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31" name="Shape 20">
              <a:extLst>
                <a:ext uri="{FF2B5EF4-FFF2-40B4-BE49-F238E27FC236}">
                  <a16:creationId xmlns:a16="http://schemas.microsoft.com/office/drawing/2014/main" id="{E96A348B-1367-75C1-4ACA-13E6C8CF6084}"/>
                </a:ext>
              </a:extLst>
            </p:cNvPr>
            <p:cNvSpPr/>
            <p:nvPr/>
          </p:nvSpPr>
          <p:spPr>
            <a:xfrm>
              <a:off x="5303520" y="1618488"/>
              <a:ext cx="310896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3" name="Text 21">
              <a:extLst>
                <a:ext uri="{FF2B5EF4-FFF2-40B4-BE49-F238E27FC236}">
                  <a16:creationId xmlns:a16="http://schemas.microsoft.com/office/drawing/2014/main" id="{166E5826-A047-7F4C-4E3A-5015C2A4A9EA}"/>
                </a:ext>
              </a:extLst>
            </p:cNvPr>
            <p:cNvSpPr/>
            <p:nvPr/>
          </p:nvSpPr>
          <p:spPr>
            <a:xfrm>
              <a:off x="5344668" y="1650492"/>
              <a:ext cx="302666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Baseline repayment capacity and liquidity trend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35" name="Shape 22">
              <a:extLst>
                <a:ext uri="{FF2B5EF4-FFF2-40B4-BE49-F238E27FC236}">
                  <a16:creationId xmlns:a16="http://schemas.microsoft.com/office/drawing/2014/main" id="{422CFC9B-AF8F-E71F-B1AD-C6F0A1A2EEAC}"/>
                </a:ext>
              </a:extLst>
            </p:cNvPr>
            <p:cNvSpPr/>
            <p:nvPr/>
          </p:nvSpPr>
          <p:spPr>
            <a:xfrm>
              <a:off x="8412480" y="1618488"/>
              <a:ext cx="315468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7" name="Text 23">
              <a:extLst>
                <a:ext uri="{FF2B5EF4-FFF2-40B4-BE49-F238E27FC236}">
                  <a16:creationId xmlns:a16="http://schemas.microsoft.com/office/drawing/2014/main" id="{4B34835F-F30E-9BB1-99EF-90B82E940CC4}"/>
                </a:ext>
              </a:extLst>
            </p:cNvPr>
            <p:cNvSpPr/>
            <p:nvPr/>
          </p:nvSpPr>
          <p:spPr>
            <a:xfrm>
              <a:off x="8453628" y="1650492"/>
              <a:ext cx="307238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Consent-based; minimal fields only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39" name="Shape 24">
              <a:extLst>
                <a:ext uri="{FF2B5EF4-FFF2-40B4-BE49-F238E27FC236}">
                  <a16:creationId xmlns:a16="http://schemas.microsoft.com/office/drawing/2014/main" id="{A59E3EBE-4A83-57CC-E73D-938B6CA7A45A}"/>
                </a:ext>
              </a:extLst>
            </p:cNvPr>
            <p:cNvSpPr/>
            <p:nvPr/>
          </p:nvSpPr>
          <p:spPr>
            <a:xfrm>
              <a:off x="594360" y="2331720"/>
              <a:ext cx="1965960" cy="71323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" name="Text 25">
              <a:extLst>
                <a:ext uri="{FF2B5EF4-FFF2-40B4-BE49-F238E27FC236}">
                  <a16:creationId xmlns:a16="http://schemas.microsoft.com/office/drawing/2014/main" id="{C1F2F629-4DFB-98F4-DB66-3A3745BBE17F}"/>
                </a:ext>
              </a:extLst>
            </p:cNvPr>
            <p:cNvSpPr/>
            <p:nvPr/>
          </p:nvSpPr>
          <p:spPr>
            <a:xfrm>
              <a:off x="635508" y="2363724"/>
              <a:ext cx="188366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Digital payment proxies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43" name="Shape 26">
              <a:extLst>
                <a:ext uri="{FF2B5EF4-FFF2-40B4-BE49-F238E27FC236}">
                  <a16:creationId xmlns:a16="http://schemas.microsoft.com/office/drawing/2014/main" id="{006BCC50-8E74-E42D-2672-D1C54CB097A3}"/>
                </a:ext>
              </a:extLst>
            </p:cNvPr>
            <p:cNvSpPr/>
            <p:nvPr/>
          </p:nvSpPr>
          <p:spPr>
            <a:xfrm>
              <a:off x="2560320" y="2331720"/>
              <a:ext cx="2743200" cy="71323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5" name="Text 27">
              <a:extLst>
                <a:ext uri="{FF2B5EF4-FFF2-40B4-BE49-F238E27FC236}">
                  <a16:creationId xmlns:a16="http://schemas.microsoft.com/office/drawing/2014/main" id="{4B4D4775-71D6-2F8E-D899-C356B798859F}"/>
                </a:ext>
              </a:extLst>
            </p:cNvPr>
            <p:cNvSpPr/>
            <p:nvPr/>
          </p:nvSpPr>
          <p:spPr>
            <a:xfrm>
              <a:off x="2601468" y="2363724"/>
              <a:ext cx="266090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UPI inflow/outflow trend, transaction count, frequency, seasonality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47" name="Shape 28">
              <a:extLst>
                <a:ext uri="{FF2B5EF4-FFF2-40B4-BE49-F238E27FC236}">
                  <a16:creationId xmlns:a16="http://schemas.microsoft.com/office/drawing/2014/main" id="{DB482F06-9805-28E5-1281-2BE032B13BB9}"/>
                </a:ext>
              </a:extLst>
            </p:cNvPr>
            <p:cNvSpPr/>
            <p:nvPr/>
          </p:nvSpPr>
          <p:spPr>
            <a:xfrm>
              <a:off x="5303520" y="2331720"/>
              <a:ext cx="3108960" cy="71323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9" name="Text 29">
              <a:extLst>
                <a:ext uri="{FF2B5EF4-FFF2-40B4-BE49-F238E27FC236}">
                  <a16:creationId xmlns:a16="http://schemas.microsoft.com/office/drawing/2014/main" id="{C5DB5434-B4B5-FC0F-283F-D988FADEFBA5}"/>
                </a:ext>
              </a:extLst>
            </p:cNvPr>
            <p:cNvSpPr/>
            <p:nvPr/>
          </p:nvSpPr>
          <p:spPr>
            <a:xfrm>
              <a:off x="5344668" y="2363724"/>
              <a:ext cx="302666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Sales momentum and business activity pattern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51" name="Shape 30">
              <a:extLst>
                <a:ext uri="{FF2B5EF4-FFF2-40B4-BE49-F238E27FC236}">
                  <a16:creationId xmlns:a16="http://schemas.microsoft.com/office/drawing/2014/main" id="{453300F0-BF88-CF7D-A68F-25BA5A921325}"/>
                </a:ext>
              </a:extLst>
            </p:cNvPr>
            <p:cNvSpPr/>
            <p:nvPr/>
          </p:nvSpPr>
          <p:spPr>
            <a:xfrm>
              <a:off x="8412480" y="2331720"/>
              <a:ext cx="3154680" cy="71323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3" name="Text 31">
              <a:extLst>
                <a:ext uri="{FF2B5EF4-FFF2-40B4-BE49-F238E27FC236}">
                  <a16:creationId xmlns:a16="http://schemas.microsoft.com/office/drawing/2014/main" id="{21B5056F-C7DB-C5A4-7C9B-56AC1767183D}"/>
                </a:ext>
              </a:extLst>
            </p:cNvPr>
            <p:cNvSpPr/>
            <p:nvPr/>
          </p:nvSpPr>
          <p:spPr>
            <a:xfrm>
              <a:off x="8453628" y="2363724"/>
              <a:ext cx="307238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Aggregated values; no payer/payee personal details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55" name="Shape 32">
              <a:extLst>
                <a:ext uri="{FF2B5EF4-FFF2-40B4-BE49-F238E27FC236}">
                  <a16:creationId xmlns:a16="http://schemas.microsoft.com/office/drawing/2014/main" id="{8A75BBE6-7716-2979-C684-41B8AFE425EE}"/>
                </a:ext>
              </a:extLst>
            </p:cNvPr>
            <p:cNvSpPr/>
            <p:nvPr/>
          </p:nvSpPr>
          <p:spPr>
            <a:xfrm>
              <a:off x="594360" y="3044952"/>
              <a:ext cx="196596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7" name="Text 33">
              <a:extLst>
                <a:ext uri="{FF2B5EF4-FFF2-40B4-BE49-F238E27FC236}">
                  <a16:creationId xmlns:a16="http://schemas.microsoft.com/office/drawing/2014/main" id="{70CFFB80-E93F-0AF7-75D9-2E5E30584EC4}"/>
                </a:ext>
              </a:extLst>
            </p:cNvPr>
            <p:cNvSpPr/>
            <p:nvPr/>
          </p:nvSpPr>
          <p:spPr>
            <a:xfrm>
              <a:off x="635508" y="3076956"/>
              <a:ext cx="188366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Market intelligence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59" name="Shape 34">
              <a:extLst>
                <a:ext uri="{FF2B5EF4-FFF2-40B4-BE49-F238E27FC236}">
                  <a16:creationId xmlns:a16="http://schemas.microsoft.com/office/drawing/2014/main" id="{55C92C96-600A-3B1B-98F2-3CE5BA362954}"/>
                </a:ext>
              </a:extLst>
            </p:cNvPr>
            <p:cNvSpPr/>
            <p:nvPr/>
          </p:nvSpPr>
          <p:spPr>
            <a:xfrm>
              <a:off x="2560320" y="3044952"/>
              <a:ext cx="274320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61" name="Text 35">
              <a:extLst>
                <a:ext uri="{FF2B5EF4-FFF2-40B4-BE49-F238E27FC236}">
                  <a16:creationId xmlns:a16="http://schemas.microsoft.com/office/drawing/2014/main" id="{7BA8F9DF-59B0-4B2B-D52B-1EEF4CCC8779}"/>
                </a:ext>
              </a:extLst>
            </p:cNvPr>
            <p:cNvSpPr/>
            <p:nvPr/>
          </p:nvSpPr>
          <p:spPr>
            <a:xfrm>
              <a:off x="2601468" y="3076956"/>
              <a:ext cx="266090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Commodity price, input/raw material cost, local demand seasonality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63" name="Shape 36">
              <a:extLst>
                <a:ext uri="{FF2B5EF4-FFF2-40B4-BE49-F238E27FC236}">
                  <a16:creationId xmlns:a16="http://schemas.microsoft.com/office/drawing/2014/main" id="{F9C27745-856B-F5B1-BE06-4B3C645C6349}"/>
                </a:ext>
              </a:extLst>
            </p:cNvPr>
            <p:cNvSpPr/>
            <p:nvPr/>
          </p:nvSpPr>
          <p:spPr>
            <a:xfrm>
              <a:off x="5303520" y="3044952"/>
              <a:ext cx="310896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21" name="Text 37">
              <a:extLst>
                <a:ext uri="{FF2B5EF4-FFF2-40B4-BE49-F238E27FC236}">
                  <a16:creationId xmlns:a16="http://schemas.microsoft.com/office/drawing/2014/main" id="{2952DB10-F2B8-1E1B-207B-09FC9A437AE0}"/>
                </a:ext>
              </a:extLst>
            </p:cNvPr>
            <p:cNvSpPr/>
            <p:nvPr/>
          </p:nvSpPr>
          <p:spPr>
            <a:xfrm>
              <a:off x="5344668" y="3076956"/>
              <a:ext cx="302666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Detect stress from price or demand shocks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323" name="Shape 38">
              <a:extLst>
                <a:ext uri="{FF2B5EF4-FFF2-40B4-BE49-F238E27FC236}">
                  <a16:creationId xmlns:a16="http://schemas.microsoft.com/office/drawing/2014/main" id="{EFA0B064-529D-B370-3DB1-65ADAB0AA974}"/>
                </a:ext>
              </a:extLst>
            </p:cNvPr>
            <p:cNvSpPr/>
            <p:nvPr/>
          </p:nvSpPr>
          <p:spPr>
            <a:xfrm>
              <a:off x="8412480" y="3044952"/>
              <a:ext cx="315468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25" name="Text 39">
              <a:extLst>
                <a:ext uri="{FF2B5EF4-FFF2-40B4-BE49-F238E27FC236}">
                  <a16:creationId xmlns:a16="http://schemas.microsoft.com/office/drawing/2014/main" id="{32C832D7-9602-3478-4AB3-ACB9D3EF881F}"/>
                </a:ext>
              </a:extLst>
            </p:cNvPr>
            <p:cNvSpPr/>
            <p:nvPr/>
          </p:nvSpPr>
          <p:spPr>
            <a:xfrm>
              <a:off x="8453628" y="3076956"/>
              <a:ext cx="307238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Public/sector-level data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327" name="Shape 40">
              <a:extLst>
                <a:ext uri="{FF2B5EF4-FFF2-40B4-BE49-F238E27FC236}">
                  <a16:creationId xmlns:a16="http://schemas.microsoft.com/office/drawing/2014/main" id="{2D53141E-9217-65CB-C8E3-2CFC48E8BAEC}"/>
                </a:ext>
              </a:extLst>
            </p:cNvPr>
            <p:cNvSpPr/>
            <p:nvPr/>
          </p:nvSpPr>
          <p:spPr>
            <a:xfrm>
              <a:off x="594360" y="3758184"/>
              <a:ext cx="1965960" cy="71323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29" name="Text 41">
              <a:extLst>
                <a:ext uri="{FF2B5EF4-FFF2-40B4-BE49-F238E27FC236}">
                  <a16:creationId xmlns:a16="http://schemas.microsoft.com/office/drawing/2014/main" id="{8D075DD3-ECA5-4671-903D-5526A3A101AC}"/>
                </a:ext>
              </a:extLst>
            </p:cNvPr>
            <p:cNvSpPr/>
            <p:nvPr/>
          </p:nvSpPr>
          <p:spPr>
            <a:xfrm>
              <a:off x="635508" y="3790188"/>
              <a:ext cx="188366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Climate signals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331" name="Shape 42">
              <a:extLst>
                <a:ext uri="{FF2B5EF4-FFF2-40B4-BE49-F238E27FC236}">
                  <a16:creationId xmlns:a16="http://schemas.microsoft.com/office/drawing/2014/main" id="{17C172CC-2642-CFA7-BE81-7984C3FDE923}"/>
                </a:ext>
              </a:extLst>
            </p:cNvPr>
            <p:cNvSpPr/>
            <p:nvPr/>
          </p:nvSpPr>
          <p:spPr>
            <a:xfrm>
              <a:off x="2560320" y="3758184"/>
              <a:ext cx="2743200" cy="71323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33" name="Text 43">
              <a:extLst>
                <a:ext uri="{FF2B5EF4-FFF2-40B4-BE49-F238E27FC236}">
                  <a16:creationId xmlns:a16="http://schemas.microsoft.com/office/drawing/2014/main" id="{775772BE-0B0E-B0C7-7DE1-461131950FC3}"/>
                </a:ext>
              </a:extLst>
            </p:cNvPr>
            <p:cNvSpPr/>
            <p:nvPr/>
          </p:nvSpPr>
          <p:spPr>
            <a:xfrm>
              <a:off x="2601468" y="3790188"/>
              <a:ext cx="266090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Rainfall deficit/excess, temperature anomaly, drought/flood risk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335" name="Shape 44">
              <a:extLst>
                <a:ext uri="{FF2B5EF4-FFF2-40B4-BE49-F238E27FC236}">
                  <a16:creationId xmlns:a16="http://schemas.microsoft.com/office/drawing/2014/main" id="{00715EB7-C471-3EE0-607F-CCBF6CBDE0FA}"/>
                </a:ext>
              </a:extLst>
            </p:cNvPr>
            <p:cNvSpPr/>
            <p:nvPr/>
          </p:nvSpPr>
          <p:spPr>
            <a:xfrm>
              <a:off x="5303520" y="3758184"/>
              <a:ext cx="3108960" cy="71323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37" name="Text 45">
              <a:extLst>
                <a:ext uri="{FF2B5EF4-FFF2-40B4-BE49-F238E27FC236}">
                  <a16:creationId xmlns:a16="http://schemas.microsoft.com/office/drawing/2014/main" id="{40DB1982-9C46-F8F5-47B5-A3C1BA2D0F59}"/>
                </a:ext>
              </a:extLst>
            </p:cNvPr>
            <p:cNvSpPr/>
            <p:nvPr/>
          </p:nvSpPr>
          <p:spPr>
            <a:xfrm>
              <a:off x="5344668" y="3790188"/>
              <a:ext cx="302666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Predict income/expense disruptions by sector/location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339" name="Shape 46">
              <a:extLst>
                <a:ext uri="{FF2B5EF4-FFF2-40B4-BE49-F238E27FC236}">
                  <a16:creationId xmlns:a16="http://schemas.microsoft.com/office/drawing/2014/main" id="{3478BDA9-E637-A3B0-4170-F77280DCA336}"/>
                </a:ext>
              </a:extLst>
            </p:cNvPr>
            <p:cNvSpPr/>
            <p:nvPr/>
          </p:nvSpPr>
          <p:spPr>
            <a:xfrm>
              <a:off x="8412480" y="3758184"/>
              <a:ext cx="3154680" cy="71323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41" name="Text 47">
              <a:extLst>
                <a:ext uri="{FF2B5EF4-FFF2-40B4-BE49-F238E27FC236}">
                  <a16:creationId xmlns:a16="http://schemas.microsoft.com/office/drawing/2014/main" id="{84586975-C413-F945-E242-AE9681F19A65}"/>
                </a:ext>
              </a:extLst>
            </p:cNvPr>
            <p:cNvSpPr/>
            <p:nvPr/>
          </p:nvSpPr>
          <p:spPr>
            <a:xfrm>
              <a:off x="8453628" y="3790188"/>
              <a:ext cx="307238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Location-level only; no personal data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343" name="Shape 48">
              <a:extLst>
                <a:ext uri="{FF2B5EF4-FFF2-40B4-BE49-F238E27FC236}">
                  <a16:creationId xmlns:a16="http://schemas.microsoft.com/office/drawing/2014/main" id="{C6FE58AA-D742-966C-8A66-BD257D45A7A0}"/>
                </a:ext>
              </a:extLst>
            </p:cNvPr>
            <p:cNvSpPr/>
            <p:nvPr/>
          </p:nvSpPr>
          <p:spPr>
            <a:xfrm>
              <a:off x="594360" y="4471416"/>
              <a:ext cx="196596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45" name="Text 49">
              <a:extLst>
                <a:ext uri="{FF2B5EF4-FFF2-40B4-BE49-F238E27FC236}">
                  <a16:creationId xmlns:a16="http://schemas.microsoft.com/office/drawing/2014/main" id="{D3ED5DFC-0837-1054-03E2-FD90A58119C7}"/>
                </a:ext>
              </a:extLst>
            </p:cNvPr>
            <p:cNvSpPr/>
            <p:nvPr/>
          </p:nvSpPr>
          <p:spPr>
            <a:xfrm>
              <a:off x="635508" y="4503420"/>
              <a:ext cx="188366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Field officer observations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347" name="Shape 50">
              <a:extLst>
                <a:ext uri="{FF2B5EF4-FFF2-40B4-BE49-F238E27FC236}">
                  <a16:creationId xmlns:a16="http://schemas.microsoft.com/office/drawing/2014/main" id="{397BFC92-601A-4824-98FF-3AAE70FD5C2D}"/>
                </a:ext>
              </a:extLst>
            </p:cNvPr>
            <p:cNvSpPr/>
            <p:nvPr/>
          </p:nvSpPr>
          <p:spPr>
            <a:xfrm>
              <a:off x="2560320" y="4471416"/>
              <a:ext cx="274320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49" name="Text 51">
              <a:extLst>
                <a:ext uri="{FF2B5EF4-FFF2-40B4-BE49-F238E27FC236}">
                  <a16:creationId xmlns:a16="http://schemas.microsoft.com/office/drawing/2014/main" id="{15A319A5-0889-1985-2A44-A2B80C6CA806}"/>
                </a:ext>
              </a:extLst>
            </p:cNvPr>
            <p:cNvSpPr/>
            <p:nvPr/>
          </p:nvSpPr>
          <p:spPr>
            <a:xfrm>
              <a:off x="2601468" y="4503420"/>
              <a:ext cx="266090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Stock level, business continuity, repayment difficulty, event notes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351" name="Shape 52">
              <a:extLst>
                <a:ext uri="{FF2B5EF4-FFF2-40B4-BE49-F238E27FC236}">
                  <a16:creationId xmlns:a16="http://schemas.microsoft.com/office/drawing/2014/main" id="{3665DE85-C83B-522B-AD11-AF764B8012DD}"/>
                </a:ext>
              </a:extLst>
            </p:cNvPr>
            <p:cNvSpPr/>
            <p:nvPr/>
          </p:nvSpPr>
          <p:spPr>
            <a:xfrm>
              <a:off x="5303520" y="4471416"/>
              <a:ext cx="310896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53" name="Text 53">
              <a:extLst>
                <a:ext uri="{FF2B5EF4-FFF2-40B4-BE49-F238E27FC236}">
                  <a16:creationId xmlns:a16="http://schemas.microsoft.com/office/drawing/2014/main" id="{E0ED204A-F782-0DE4-F76E-DC07F503758B}"/>
                </a:ext>
              </a:extLst>
            </p:cNvPr>
            <p:cNvSpPr/>
            <p:nvPr/>
          </p:nvSpPr>
          <p:spPr>
            <a:xfrm>
              <a:off x="5344668" y="4503420"/>
              <a:ext cx="302666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Human verification and model correction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355" name="Shape 54">
              <a:extLst>
                <a:ext uri="{FF2B5EF4-FFF2-40B4-BE49-F238E27FC236}">
                  <a16:creationId xmlns:a16="http://schemas.microsoft.com/office/drawing/2014/main" id="{B4D328FF-F9C1-D7AB-4857-F77498467FEE}"/>
                </a:ext>
              </a:extLst>
            </p:cNvPr>
            <p:cNvSpPr/>
            <p:nvPr/>
          </p:nvSpPr>
          <p:spPr>
            <a:xfrm>
              <a:off x="8412480" y="4471416"/>
              <a:ext cx="3154680" cy="7132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57" name="Text 55">
              <a:extLst>
                <a:ext uri="{FF2B5EF4-FFF2-40B4-BE49-F238E27FC236}">
                  <a16:creationId xmlns:a16="http://schemas.microsoft.com/office/drawing/2014/main" id="{B6C19A7B-BE04-ACCA-4283-00DA29741ABA}"/>
                </a:ext>
              </a:extLst>
            </p:cNvPr>
            <p:cNvSpPr/>
            <p:nvPr/>
          </p:nvSpPr>
          <p:spPr>
            <a:xfrm>
              <a:off x="8453628" y="4503420"/>
              <a:ext cx="307238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Role-based access with audit logs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5"/>
          <p:cNvSpPr txBox="1">
            <a:spLocks noGrp="1"/>
          </p:cNvSpPr>
          <p:nvPr>
            <p:ph type="title"/>
          </p:nvPr>
        </p:nvSpPr>
        <p:spPr>
          <a:xfrm>
            <a:off x="720996" y="30620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500" b="1" dirty="0">
                <a:solidFill>
                  <a:srgbClr val="063B2E"/>
                </a:solidFill>
                <a:latin typeface="Playfair Display" panose="00000500000000000000" pitchFamily="2" charset="0"/>
                <a:ea typeface="Aptos Display" pitchFamily="34" charset="-122"/>
                <a:cs typeface="Aptos Display" pitchFamily="34" charset="-120"/>
              </a:rPr>
              <a:t>Enterprise Onboarding Flow</a:t>
            </a:r>
            <a:endParaRPr lang="en-US" sz="2500" dirty="0">
              <a:latin typeface="Playfair Display" panose="00000500000000000000" pitchFamily="2" charset="0"/>
            </a:endParaRPr>
          </a:p>
        </p:txBody>
      </p: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DE96E4FB-6C16-8949-2FFC-9063C1B2A362}"/>
              </a:ext>
            </a:extLst>
          </p:cNvPr>
          <p:cNvGrpSpPr/>
          <p:nvPr/>
        </p:nvGrpSpPr>
        <p:grpSpPr>
          <a:xfrm>
            <a:off x="533400" y="1043496"/>
            <a:ext cx="8077200" cy="3611880"/>
            <a:chOff x="685800" y="2057400"/>
            <a:chExt cx="10744200" cy="3611880"/>
          </a:xfrm>
        </p:grpSpPr>
        <p:sp>
          <p:nvSpPr>
            <p:cNvPr id="5" name="Shape 8">
              <a:extLst>
                <a:ext uri="{FF2B5EF4-FFF2-40B4-BE49-F238E27FC236}">
                  <a16:creationId xmlns:a16="http://schemas.microsoft.com/office/drawing/2014/main" id="{6CAA5105-69F6-8D46-6BE2-82BF350385E0}"/>
                </a:ext>
              </a:extLst>
            </p:cNvPr>
            <p:cNvSpPr/>
            <p:nvPr/>
          </p:nvSpPr>
          <p:spPr>
            <a:xfrm>
              <a:off x="2286000" y="2807208"/>
              <a:ext cx="228600" cy="0"/>
            </a:xfrm>
            <a:prstGeom prst="line">
              <a:avLst/>
            </a:prstGeom>
            <a:noFill/>
            <a:ln w="19050">
              <a:solidFill>
                <a:srgbClr val="0A7A5C"/>
              </a:solidFill>
              <a:prstDash val="solid"/>
              <a:headEnd type="none"/>
              <a:tailEnd type="triangle"/>
            </a:ln>
          </p:spPr>
        </p:sp>
        <p:sp>
          <p:nvSpPr>
            <p:cNvPr id="7" name="Shape 9">
              <a:extLst>
                <a:ext uri="{FF2B5EF4-FFF2-40B4-BE49-F238E27FC236}">
                  <a16:creationId xmlns:a16="http://schemas.microsoft.com/office/drawing/2014/main" id="{9674EEA4-DF3F-F2D9-8CFB-2AE02457FA67}"/>
                </a:ext>
              </a:extLst>
            </p:cNvPr>
            <p:cNvSpPr/>
            <p:nvPr/>
          </p:nvSpPr>
          <p:spPr>
            <a:xfrm>
              <a:off x="4114800" y="2807208"/>
              <a:ext cx="228600" cy="0"/>
            </a:xfrm>
            <a:prstGeom prst="line">
              <a:avLst/>
            </a:prstGeom>
            <a:noFill/>
            <a:ln w="19050">
              <a:solidFill>
                <a:srgbClr val="0A7A5C"/>
              </a:solidFill>
              <a:prstDash val="solid"/>
              <a:headEnd type="none"/>
              <a:tailEnd type="triangle"/>
            </a:ln>
          </p:spPr>
        </p:sp>
        <p:sp>
          <p:nvSpPr>
            <p:cNvPr id="9" name="Shape 10">
              <a:extLst>
                <a:ext uri="{FF2B5EF4-FFF2-40B4-BE49-F238E27FC236}">
                  <a16:creationId xmlns:a16="http://schemas.microsoft.com/office/drawing/2014/main" id="{6A4CA8C2-69E1-A280-0A8E-68BE7598815B}"/>
                </a:ext>
              </a:extLst>
            </p:cNvPr>
            <p:cNvSpPr/>
            <p:nvPr/>
          </p:nvSpPr>
          <p:spPr>
            <a:xfrm>
              <a:off x="5943600" y="2807208"/>
              <a:ext cx="228600" cy="0"/>
            </a:xfrm>
            <a:prstGeom prst="line">
              <a:avLst/>
            </a:prstGeom>
            <a:noFill/>
            <a:ln w="19050">
              <a:solidFill>
                <a:srgbClr val="0A7A5C"/>
              </a:solidFill>
              <a:prstDash val="solid"/>
              <a:headEnd type="none"/>
              <a:tailEnd type="triangle"/>
            </a:ln>
          </p:spPr>
        </p:sp>
        <p:sp>
          <p:nvSpPr>
            <p:cNvPr id="11" name="Shape 11">
              <a:extLst>
                <a:ext uri="{FF2B5EF4-FFF2-40B4-BE49-F238E27FC236}">
                  <a16:creationId xmlns:a16="http://schemas.microsoft.com/office/drawing/2014/main" id="{D9C1D256-7A12-4A13-93C8-579AE65FADFD}"/>
                </a:ext>
              </a:extLst>
            </p:cNvPr>
            <p:cNvSpPr/>
            <p:nvPr/>
          </p:nvSpPr>
          <p:spPr>
            <a:xfrm>
              <a:off x="7772400" y="2807208"/>
              <a:ext cx="228600" cy="0"/>
            </a:xfrm>
            <a:prstGeom prst="line">
              <a:avLst/>
            </a:prstGeom>
            <a:noFill/>
            <a:ln w="19050">
              <a:solidFill>
                <a:srgbClr val="0A7A5C"/>
              </a:solidFill>
              <a:prstDash val="solid"/>
              <a:headEnd type="none"/>
              <a:tailEnd type="triangle"/>
            </a:ln>
          </p:spPr>
        </p:sp>
        <p:sp>
          <p:nvSpPr>
            <p:cNvPr id="13" name="Shape 12">
              <a:extLst>
                <a:ext uri="{FF2B5EF4-FFF2-40B4-BE49-F238E27FC236}">
                  <a16:creationId xmlns:a16="http://schemas.microsoft.com/office/drawing/2014/main" id="{C048F9EB-54CE-6682-F4ED-09C17A85DFD9}"/>
                </a:ext>
              </a:extLst>
            </p:cNvPr>
            <p:cNvSpPr/>
            <p:nvPr/>
          </p:nvSpPr>
          <p:spPr>
            <a:xfrm>
              <a:off x="9601200" y="2807208"/>
              <a:ext cx="228600" cy="0"/>
            </a:xfrm>
            <a:prstGeom prst="line">
              <a:avLst/>
            </a:prstGeom>
            <a:noFill/>
            <a:ln w="19050">
              <a:solidFill>
                <a:srgbClr val="0A7A5C"/>
              </a:solidFill>
              <a:prstDash val="solid"/>
              <a:headEnd type="none"/>
              <a:tailEnd type="triangle"/>
            </a:ln>
          </p:spPr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0196AF57-CC56-8BDF-1355-A362D3317C73}"/>
                </a:ext>
              </a:extLst>
            </p:cNvPr>
            <p:cNvSpPr/>
            <p:nvPr/>
          </p:nvSpPr>
          <p:spPr>
            <a:xfrm>
              <a:off x="685800" y="2057400"/>
              <a:ext cx="1600200" cy="1261872"/>
            </a:xfrm>
            <a:prstGeom prst="roundRect">
              <a:avLst>
                <a:gd name="adj" fmla="val 5797"/>
              </a:avLst>
            </a:prstGeom>
            <a:solidFill>
              <a:srgbClr val="DDF6EA"/>
            </a:solidFill>
            <a:ln w="9525">
              <a:solidFill>
                <a:srgbClr val="0A7A5C"/>
              </a:solidFill>
              <a:prstDash val="solid"/>
            </a:ln>
          </p:spPr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375C10F4-7854-3C93-5FEF-2E03F072F0BB}"/>
                </a:ext>
              </a:extLst>
            </p:cNvPr>
            <p:cNvSpPr/>
            <p:nvPr/>
          </p:nvSpPr>
          <p:spPr>
            <a:xfrm>
              <a:off x="795528" y="2212848"/>
              <a:ext cx="274320" cy="274320"/>
            </a:xfrm>
            <a:prstGeom prst="rect">
              <a:avLst/>
            </a:prstGeom>
            <a:solidFill>
              <a:srgbClr val="0A7A5C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layfair Display" panose="00000500000000000000" pitchFamily="2" charset="0"/>
                </a:rPr>
                <a:t>1</a:t>
              </a:r>
              <a:endParaRPr lang="en-US" sz="1200" dirty="0">
                <a:latin typeface="Playfair Display" panose="00000500000000000000" pitchFamily="2" charset="0"/>
              </a:endParaRPr>
            </a:p>
          </p:txBody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6406BA05-DF44-FB72-163F-7B05D3F853C4}"/>
                </a:ext>
              </a:extLst>
            </p:cNvPr>
            <p:cNvSpPr/>
            <p:nvPr/>
          </p:nvSpPr>
          <p:spPr>
            <a:xfrm>
              <a:off x="1124712" y="2212848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140" b="1" dirty="0">
                  <a:solidFill>
                    <a:srgbClr val="063B2E"/>
                  </a:solidFill>
                  <a:latin typeface="Playfair Display" panose="00000500000000000000" pitchFamily="2" charset="0"/>
                </a:rPr>
                <a:t>Register</a:t>
              </a:r>
              <a:endParaRPr lang="en-US" sz="1140" dirty="0">
                <a:latin typeface="Playfair Display" panose="00000500000000000000" pitchFamily="2" charset="0"/>
              </a:endParaRPr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3CC8CAC0-DD6A-AEAE-C95C-D6E7D3885297}"/>
                </a:ext>
              </a:extLst>
            </p:cNvPr>
            <p:cNvSpPr/>
            <p:nvPr/>
          </p:nvSpPr>
          <p:spPr>
            <a:xfrm>
              <a:off x="813816" y="2615184"/>
              <a:ext cx="1344168" cy="5029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70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Name optional ID, sector, village, SHG/FPO link</a:t>
              </a:r>
              <a:endParaRPr lang="en-US" sz="870" dirty="0">
                <a:latin typeface="Playfair Display" panose="00000500000000000000" pitchFamily="2" charset="0"/>
              </a:endParaRPr>
            </a:p>
          </p:txBody>
        </p:sp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39F7D631-7455-2DD3-A454-8621C6CF297B}"/>
                </a:ext>
              </a:extLst>
            </p:cNvPr>
            <p:cNvSpPr/>
            <p:nvPr/>
          </p:nvSpPr>
          <p:spPr>
            <a:xfrm>
              <a:off x="2514600" y="2057400"/>
              <a:ext cx="1600200" cy="1261872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9525">
              <a:solidFill>
                <a:srgbClr val="0A7A5C"/>
              </a:solidFill>
              <a:prstDash val="solid"/>
            </a:ln>
          </p:spPr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ED52167F-50D8-F48F-B05E-7E92088B2B37}"/>
                </a:ext>
              </a:extLst>
            </p:cNvPr>
            <p:cNvSpPr/>
            <p:nvPr/>
          </p:nvSpPr>
          <p:spPr>
            <a:xfrm>
              <a:off x="2624328" y="2212848"/>
              <a:ext cx="274320" cy="274320"/>
            </a:xfrm>
            <a:prstGeom prst="rect">
              <a:avLst/>
            </a:prstGeom>
            <a:solidFill>
              <a:srgbClr val="0A7A5C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layfair Display" panose="00000500000000000000" pitchFamily="2" charset="0"/>
                </a:rPr>
                <a:t>2</a:t>
              </a:r>
              <a:endParaRPr lang="en-US" sz="1200" dirty="0">
                <a:latin typeface="Playfair Display" panose="00000500000000000000" pitchFamily="2" charset="0"/>
              </a:endParaRPr>
            </a:p>
          </p:txBody>
        </p:sp>
        <p:sp>
          <p:nvSpPr>
            <p:cNvPr id="27" name="Text 19">
              <a:extLst>
                <a:ext uri="{FF2B5EF4-FFF2-40B4-BE49-F238E27FC236}">
                  <a16:creationId xmlns:a16="http://schemas.microsoft.com/office/drawing/2014/main" id="{1807AC88-03E4-0702-1243-82196D33F681}"/>
                </a:ext>
              </a:extLst>
            </p:cNvPr>
            <p:cNvSpPr/>
            <p:nvPr/>
          </p:nvSpPr>
          <p:spPr>
            <a:xfrm>
              <a:off x="2953512" y="2212848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0000" lnSpcReduction="20000"/>
            </a:bodyPr>
            <a:lstStyle/>
            <a:p>
              <a:pPr marL="0" indent="0">
                <a:buNone/>
              </a:pPr>
              <a:r>
                <a:rPr lang="en-US" sz="1140" b="1" dirty="0">
                  <a:solidFill>
                    <a:srgbClr val="063B2E"/>
                  </a:solidFill>
                  <a:latin typeface="Playfair Display" panose="00000500000000000000" pitchFamily="2" charset="0"/>
                </a:rPr>
                <a:t>Business profile</a:t>
              </a:r>
              <a:endParaRPr lang="en-US" sz="1140" dirty="0">
                <a:latin typeface="Playfair Display" panose="00000500000000000000" pitchFamily="2" charset="0"/>
              </a:endParaRPr>
            </a:p>
          </p:txBody>
        </p:sp>
        <p:sp>
          <p:nvSpPr>
            <p:cNvPr id="29" name="Text 20">
              <a:extLst>
                <a:ext uri="{FF2B5EF4-FFF2-40B4-BE49-F238E27FC236}">
                  <a16:creationId xmlns:a16="http://schemas.microsoft.com/office/drawing/2014/main" id="{85C47C23-2329-EAD9-E6AC-C1B707CEA979}"/>
                </a:ext>
              </a:extLst>
            </p:cNvPr>
            <p:cNvSpPr/>
            <p:nvPr/>
          </p:nvSpPr>
          <p:spPr>
            <a:xfrm>
              <a:off x="2642616" y="2615184"/>
              <a:ext cx="1344168" cy="5029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70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Income cycle, product type, cost drivers</a:t>
              </a:r>
              <a:endParaRPr lang="en-US" sz="870" dirty="0">
                <a:latin typeface="Playfair Display" panose="00000500000000000000" pitchFamily="2" charset="0"/>
              </a:endParaRPr>
            </a:p>
          </p:txBody>
        </p:sp>
        <p:sp>
          <p:nvSpPr>
            <p:cNvPr id="31" name="Shape 21">
              <a:extLst>
                <a:ext uri="{FF2B5EF4-FFF2-40B4-BE49-F238E27FC236}">
                  <a16:creationId xmlns:a16="http://schemas.microsoft.com/office/drawing/2014/main" id="{1EAF30D1-8806-5A26-6EFA-6F73344F1E3E}"/>
                </a:ext>
              </a:extLst>
            </p:cNvPr>
            <p:cNvSpPr/>
            <p:nvPr/>
          </p:nvSpPr>
          <p:spPr>
            <a:xfrm>
              <a:off x="4343400" y="2057400"/>
              <a:ext cx="1600200" cy="1261872"/>
            </a:xfrm>
            <a:prstGeom prst="roundRect">
              <a:avLst>
                <a:gd name="adj" fmla="val 5797"/>
              </a:avLst>
            </a:prstGeom>
            <a:solidFill>
              <a:srgbClr val="DDF6EA"/>
            </a:solidFill>
            <a:ln w="9525">
              <a:solidFill>
                <a:srgbClr val="0A7A5C"/>
              </a:solidFill>
              <a:prstDash val="solid"/>
            </a:ln>
          </p:spPr>
        </p:sp>
        <p:sp>
          <p:nvSpPr>
            <p:cNvPr id="33" name="Text 22">
              <a:extLst>
                <a:ext uri="{FF2B5EF4-FFF2-40B4-BE49-F238E27FC236}">
                  <a16:creationId xmlns:a16="http://schemas.microsoft.com/office/drawing/2014/main" id="{646B8243-968C-B8FD-6207-0AFAC3D591E0}"/>
                </a:ext>
              </a:extLst>
            </p:cNvPr>
            <p:cNvSpPr/>
            <p:nvPr/>
          </p:nvSpPr>
          <p:spPr>
            <a:xfrm>
              <a:off x="4453128" y="2212848"/>
              <a:ext cx="274320" cy="274320"/>
            </a:xfrm>
            <a:prstGeom prst="rect">
              <a:avLst/>
            </a:prstGeom>
            <a:solidFill>
              <a:srgbClr val="0A7A5C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layfair Display" panose="00000500000000000000" pitchFamily="2" charset="0"/>
                </a:rPr>
                <a:t>3</a:t>
              </a:r>
              <a:endParaRPr lang="en-US" sz="1200" dirty="0">
                <a:latin typeface="Playfair Display" panose="00000500000000000000" pitchFamily="2" charset="0"/>
              </a:endParaRPr>
            </a:p>
          </p:txBody>
        </p:sp>
        <p:sp>
          <p:nvSpPr>
            <p:cNvPr id="35" name="Text 23">
              <a:extLst>
                <a:ext uri="{FF2B5EF4-FFF2-40B4-BE49-F238E27FC236}">
                  <a16:creationId xmlns:a16="http://schemas.microsoft.com/office/drawing/2014/main" id="{ABC51E49-3693-6BEF-E25A-3AFF47E98174}"/>
                </a:ext>
              </a:extLst>
            </p:cNvPr>
            <p:cNvSpPr/>
            <p:nvPr/>
          </p:nvSpPr>
          <p:spPr>
            <a:xfrm>
              <a:off x="4782312" y="2212848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0000" lnSpcReduction="20000"/>
            </a:bodyPr>
            <a:lstStyle/>
            <a:p>
              <a:pPr marL="0" indent="0">
                <a:buNone/>
              </a:pPr>
              <a:r>
                <a:rPr lang="en-US" sz="1140" b="1" dirty="0">
                  <a:solidFill>
                    <a:srgbClr val="063B2E"/>
                  </a:solidFill>
                  <a:latin typeface="Playfair Display" panose="00000500000000000000" pitchFamily="2" charset="0"/>
                </a:rPr>
                <a:t>Loan &amp; savings</a:t>
              </a:r>
              <a:endParaRPr lang="en-US" sz="1140" dirty="0">
                <a:latin typeface="Playfair Display" panose="00000500000000000000" pitchFamily="2" charset="0"/>
              </a:endParaRPr>
            </a:p>
          </p:txBody>
        </p:sp>
        <p:sp>
          <p:nvSpPr>
            <p:cNvPr id="37" name="Text 24">
              <a:extLst>
                <a:ext uri="{FF2B5EF4-FFF2-40B4-BE49-F238E27FC236}">
                  <a16:creationId xmlns:a16="http://schemas.microsoft.com/office/drawing/2014/main" id="{5FA5BD5E-7CF3-91D6-3764-38E0FDDAF93E}"/>
                </a:ext>
              </a:extLst>
            </p:cNvPr>
            <p:cNvSpPr/>
            <p:nvPr/>
          </p:nvSpPr>
          <p:spPr>
            <a:xfrm>
              <a:off x="4471416" y="2615184"/>
              <a:ext cx="1344168" cy="5029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70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Loan balance, instalment date, savings buffer</a:t>
              </a:r>
              <a:endParaRPr lang="en-US" sz="870" dirty="0">
                <a:latin typeface="Playfair Display" panose="00000500000000000000" pitchFamily="2" charset="0"/>
              </a:endParaRPr>
            </a:p>
          </p:txBody>
        </p:sp>
        <p:sp>
          <p:nvSpPr>
            <p:cNvPr id="39" name="Shape 25">
              <a:extLst>
                <a:ext uri="{FF2B5EF4-FFF2-40B4-BE49-F238E27FC236}">
                  <a16:creationId xmlns:a16="http://schemas.microsoft.com/office/drawing/2014/main" id="{D3B3B630-C7CD-324C-3932-54716D4F0067}"/>
                </a:ext>
              </a:extLst>
            </p:cNvPr>
            <p:cNvSpPr/>
            <p:nvPr/>
          </p:nvSpPr>
          <p:spPr>
            <a:xfrm>
              <a:off x="6172200" y="2057400"/>
              <a:ext cx="1600200" cy="1261872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9525">
              <a:solidFill>
                <a:srgbClr val="0A7A5C"/>
              </a:solidFill>
              <a:prstDash val="solid"/>
            </a:ln>
          </p:spPr>
        </p:sp>
        <p:sp>
          <p:nvSpPr>
            <p:cNvPr id="41" name="Text 26">
              <a:extLst>
                <a:ext uri="{FF2B5EF4-FFF2-40B4-BE49-F238E27FC236}">
                  <a16:creationId xmlns:a16="http://schemas.microsoft.com/office/drawing/2014/main" id="{3820F238-B7FB-233D-C340-2071F3BDAE28}"/>
                </a:ext>
              </a:extLst>
            </p:cNvPr>
            <p:cNvSpPr/>
            <p:nvPr/>
          </p:nvSpPr>
          <p:spPr>
            <a:xfrm>
              <a:off x="6281928" y="2212848"/>
              <a:ext cx="274320" cy="274320"/>
            </a:xfrm>
            <a:prstGeom prst="rect">
              <a:avLst/>
            </a:prstGeom>
            <a:solidFill>
              <a:srgbClr val="0A7A5C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layfair Display" panose="00000500000000000000" pitchFamily="2" charset="0"/>
                </a:rPr>
                <a:t>4</a:t>
              </a:r>
              <a:endParaRPr lang="en-US" sz="1200" dirty="0">
                <a:latin typeface="Playfair Display" panose="00000500000000000000" pitchFamily="2" charset="0"/>
              </a:endParaRPr>
            </a:p>
          </p:txBody>
        </p:sp>
        <p:sp>
          <p:nvSpPr>
            <p:cNvPr id="43" name="Text 27">
              <a:extLst>
                <a:ext uri="{FF2B5EF4-FFF2-40B4-BE49-F238E27FC236}">
                  <a16:creationId xmlns:a16="http://schemas.microsoft.com/office/drawing/2014/main" id="{8699A5D8-6947-FB71-C65D-E345A7F0F9A4}"/>
                </a:ext>
              </a:extLst>
            </p:cNvPr>
            <p:cNvSpPr/>
            <p:nvPr/>
          </p:nvSpPr>
          <p:spPr>
            <a:xfrm>
              <a:off x="6611112" y="2212848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0000" lnSpcReduction="20000"/>
            </a:bodyPr>
            <a:lstStyle/>
            <a:p>
              <a:pPr marL="0" indent="0">
                <a:buNone/>
              </a:pPr>
              <a:r>
                <a:rPr lang="en-US" sz="1140" b="1" dirty="0">
                  <a:solidFill>
                    <a:srgbClr val="063B2E"/>
                  </a:solidFill>
                  <a:latin typeface="Playfair Display" panose="00000500000000000000" pitchFamily="2" charset="0"/>
                </a:rPr>
                <a:t>Monthly ledger</a:t>
              </a:r>
              <a:endParaRPr lang="en-US" sz="1140" dirty="0">
                <a:latin typeface="Playfair Display" panose="00000500000000000000" pitchFamily="2" charset="0"/>
              </a:endParaRPr>
            </a:p>
          </p:txBody>
        </p:sp>
        <p:sp>
          <p:nvSpPr>
            <p:cNvPr id="45" name="Text 28">
              <a:extLst>
                <a:ext uri="{FF2B5EF4-FFF2-40B4-BE49-F238E27FC236}">
                  <a16:creationId xmlns:a16="http://schemas.microsoft.com/office/drawing/2014/main" id="{04B8D914-F649-5DB0-9B78-B4D7E772E13B}"/>
                </a:ext>
              </a:extLst>
            </p:cNvPr>
            <p:cNvSpPr/>
            <p:nvPr/>
          </p:nvSpPr>
          <p:spPr>
            <a:xfrm>
              <a:off x="6300216" y="2615184"/>
              <a:ext cx="1344168" cy="5029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70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Sales, expenses, stock purchase, repayments</a:t>
              </a:r>
              <a:endParaRPr lang="en-US" sz="870" dirty="0">
                <a:latin typeface="Playfair Display" panose="00000500000000000000" pitchFamily="2" charset="0"/>
              </a:endParaRPr>
            </a:p>
          </p:txBody>
        </p:sp>
        <p:sp>
          <p:nvSpPr>
            <p:cNvPr id="47" name="Shape 29">
              <a:extLst>
                <a:ext uri="{FF2B5EF4-FFF2-40B4-BE49-F238E27FC236}">
                  <a16:creationId xmlns:a16="http://schemas.microsoft.com/office/drawing/2014/main" id="{CAC23FD1-270D-7726-F2FA-E0525D90763D}"/>
                </a:ext>
              </a:extLst>
            </p:cNvPr>
            <p:cNvSpPr/>
            <p:nvPr/>
          </p:nvSpPr>
          <p:spPr>
            <a:xfrm>
              <a:off x="8001000" y="2057400"/>
              <a:ext cx="1600200" cy="1261872"/>
            </a:xfrm>
            <a:prstGeom prst="roundRect">
              <a:avLst>
                <a:gd name="adj" fmla="val 5797"/>
              </a:avLst>
            </a:prstGeom>
            <a:solidFill>
              <a:srgbClr val="DDF6EA"/>
            </a:solidFill>
            <a:ln w="9525">
              <a:solidFill>
                <a:srgbClr val="0A7A5C"/>
              </a:solidFill>
              <a:prstDash val="solid"/>
            </a:ln>
          </p:spPr>
        </p:sp>
        <p:sp>
          <p:nvSpPr>
            <p:cNvPr id="49" name="Text 30">
              <a:extLst>
                <a:ext uri="{FF2B5EF4-FFF2-40B4-BE49-F238E27FC236}">
                  <a16:creationId xmlns:a16="http://schemas.microsoft.com/office/drawing/2014/main" id="{ABEBA2B7-8734-0457-0467-C8384A11821A}"/>
                </a:ext>
              </a:extLst>
            </p:cNvPr>
            <p:cNvSpPr/>
            <p:nvPr/>
          </p:nvSpPr>
          <p:spPr>
            <a:xfrm>
              <a:off x="8110728" y="2212848"/>
              <a:ext cx="274320" cy="274320"/>
            </a:xfrm>
            <a:prstGeom prst="rect">
              <a:avLst/>
            </a:prstGeom>
            <a:solidFill>
              <a:srgbClr val="0A7A5C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layfair Display" panose="00000500000000000000" pitchFamily="2" charset="0"/>
                </a:rPr>
                <a:t>5</a:t>
              </a:r>
              <a:endParaRPr lang="en-US" sz="1200" dirty="0">
                <a:latin typeface="Playfair Display" panose="00000500000000000000" pitchFamily="2" charset="0"/>
              </a:endParaRPr>
            </a:p>
          </p:txBody>
        </p:sp>
        <p:sp>
          <p:nvSpPr>
            <p:cNvPr id="51" name="Text 31">
              <a:extLst>
                <a:ext uri="{FF2B5EF4-FFF2-40B4-BE49-F238E27FC236}">
                  <a16:creationId xmlns:a16="http://schemas.microsoft.com/office/drawing/2014/main" id="{2360EC46-6FD8-1FBF-32A5-6EE55B6D1DC1}"/>
                </a:ext>
              </a:extLst>
            </p:cNvPr>
            <p:cNvSpPr/>
            <p:nvPr/>
          </p:nvSpPr>
          <p:spPr>
            <a:xfrm>
              <a:off x="8439912" y="2212848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>
                <a:buNone/>
              </a:pPr>
              <a:r>
                <a:rPr lang="en-US" sz="1140" b="1" dirty="0">
                  <a:solidFill>
                    <a:srgbClr val="063B2E"/>
                  </a:solidFill>
                  <a:latin typeface="Playfair Display" panose="00000500000000000000" pitchFamily="2" charset="0"/>
                </a:rPr>
                <a:t>Sync signals</a:t>
              </a:r>
              <a:endParaRPr lang="en-US" sz="1140" dirty="0">
                <a:latin typeface="Playfair Display" panose="00000500000000000000" pitchFamily="2" charset="0"/>
              </a:endParaRPr>
            </a:p>
          </p:txBody>
        </p:sp>
        <p:sp>
          <p:nvSpPr>
            <p:cNvPr id="53" name="Text 32">
              <a:extLst>
                <a:ext uri="{FF2B5EF4-FFF2-40B4-BE49-F238E27FC236}">
                  <a16:creationId xmlns:a16="http://schemas.microsoft.com/office/drawing/2014/main" id="{F3DF42BA-2CB3-6254-E2DE-037A61721EBC}"/>
                </a:ext>
              </a:extLst>
            </p:cNvPr>
            <p:cNvSpPr/>
            <p:nvPr/>
          </p:nvSpPr>
          <p:spPr>
            <a:xfrm>
              <a:off x="8129016" y="2615184"/>
              <a:ext cx="1344168" cy="5029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70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Market, weather, sector trend linked automatically</a:t>
              </a:r>
              <a:endParaRPr lang="en-US" sz="870" dirty="0">
                <a:latin typeface="Playfair Display" panose="00000500000000000000" pitchFamily="2" charset="0"/>
              </a:endParaRPr>
            </a:p>
          </p:txBody>
        </p:sp>
        <p:sp>
          <p:nvSpPr>
            <p:cNvPr id="55" name="Shape 33">
              <a:extLst>
                <a:ext uri="{FF2B5EF4-FFF2-40B4-BE49-F238E27FC236}">
                  <a16:creationId xmlns:a16="http://schemas.microsoft.com/office/drawing/2014/main" id="{BD2E3DD6-635A-A5A7-DB32-272DE2CB810F}"/>
                </a:ext>
              </a:extLst>
            </p:cNvPr>
            <p:cNvSpPr/>
            <p:nvPr/>
          </p:nvSpPr>
          <p:spPr>
            <a:xfrm>
              <a:off x="9829800" y="2057400"/>
              <a:ext cx="1600200" cy="1261872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9525">
              <a:solidFill>
                <a:srgbClr val="0A7A5C"/>
              </a:solidFill>
              <a:prstDash val="solid"/>
            </a:ln>
          </p:spPr>
        </p:sp>
        <p:sp>
          <p:nvSpPr>
            <p:cNvPr id="57" name="Text 34">
              <a:extLst>
                <a:ext uri="{FF2B5EF4-FFF2-40B4-BE49-F238E27FC236}">
                  <a16:creationId xmlns:a16="http://schemas.microsoft.com/office/drawing/2014/main" id="{151C53E7-D073-A0FE-2C84-B1C4766276F1}"/>
                </a:ext>
              </a:extLst>
            </p:cNvPr>
            <p:cNvSpPr/>
            <p:nvPr/>
          </p:nvSpPr>
          <p:spPr>
            <a:xfrm>
              <a:off x="9939528" y="2212848"/>
              <a:ext cx="274320" cy="274320"/>
            </a:xfrm>
            <a:prstGeom prst="rect">
              <a:avLst/>
            </a:prstGeom>
            <a:solidFill>
              <a:srgbClr val="0A7A5C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layfair Display" panose="00000500000000000000" pitchFamily="2" charset="0"/>
                </a:rPr>
                <a:t>6</a:t>
              </a:r>
              <a:endParaRPr lang="en-US" sz="1200" dirty="0">
                <a:latin typeface="Playfair Display" panose="00000500000000000000" pitchFamily="2" charset="0"/>
              </a:endParaRPr>
            </a:p>
          </p:txBody>
        </p:sp>
        <p:sp>
          <p:nvSpPr>
            <p:cNvPr id="59" name="Text 35">
              <a:extLst>
                <a:ext uri="{FF2B5EF4-FFF2-40B4-BE49-F238E27FC236}">
                  <a16:creationId xmlns:a16="http://schemas.microsoft.com/office/drawing/2014/main" id="{664EE8EC-99DE-6960-8CB9-022BD4D8D510}"/>
                </a:ext>
              </a:extLst>
            </p:cNvPr>
            <p:cNvSpPr/>
            <p:nvPr/>
          </p:nvSpPr>
          <p:spPr>
            <a:xfrm>
              <a:off x="10268712" y="2212848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0000" lnSpcReduction="20000"/>
            </a:bodyPr>
            <a:lstStyle/>
            <a:p>
              <a:pPr marL="0" indent="0">
                <a:buNone/>
              </a:pPr>
              <a:r>
                <a:rPr lang="en-US" sz="1140" b="1" dirty="0">
                  <a:solidFill>
                    <a:srgbClr val="063B2E"/>
                  </a:solidFill>
                  <a:latin typeface="Playfair Display" panose="00000500000000000000" pitchFamily="2" charset="0"/>
                </a:rPr>
                <a:t>Baseline score</a:t>
              </a:r>
              <a:endParaRPr lang="en-US" sz="1140" dirty="0">
                <a:latin typeface="Playfair Display" panose="00000500000000000000" pitchFamily="2" charset="0"/>
              </a:endParaRPr>
            </a:p>
          </p:txBody>
        </p:sp>
        <p:sp>
          <p:nvSpPr>
            <p:cNvPr id="61" name="Text 36">
              <a:extLst>
                <a:ext uri="{FF2B5EF4-FFF2-40B4-BE49-F238E27FC236}">
                  <a16:creationId xmlns:a16="http://schemas.microsoft.com/office/drawing/2014/main" id="{E53A360D-1618-DB07-8D1E-5FEC718285FC}"/>
                </a:ext>
              </a:extLst>
            </p:cNvPr>
            <p:cNvSpPr/>
            <p:nvPr/>
          </p:nvSpPr>
          <p:spPr>
            <a:xfrm>
              <a:off x="9957816" y="2615184"/>
              <a:ext cx="1344168" cy="5029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70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First forecast + risk confidence created</a:t>
              </a:r>
              <a:endParaRPr lang="en-US" sz="870" dirty="0">
                <a:latin typeface="Playfair Display" panose="00000500000000000000" pitchFamily="2" charset="0"/>
              </a:endParaRPr>
            </a:p>
          </p:txBody>
        </p:sp>
        <p:sp>
          <p:nvSpPr>
            <p:cNvPr id="63" name="Shape 37">
              <a:extLst>
                <a:ext uri="{FF2B5EF4-FFF2-40B4-BE49-F238E27FC236}">
                  <a16:creationId xmlns:a16="http://schemas.microsoft.com/office/drawing/2014/main" id="{E7D0CF94-E25B-A239-E19A-F44C85DEDBE1}"/>
                </a:ext>
              </a:extLst>
            </p:cNvPr>
            <p:cNvSpPr/>
            <p:nvPr/>
          </p:nvSpPr>
          <p:spPr>
            <a:xfrm>
              <a:off x="960120" y="4069080"/>
              <a:ext cx="2926080" cy="283464"/>
            </a:xfrm>
            <a:prstGeom prst="rect">
              <a:avLst/>
            </a:prstGeom>
            <a:solidFill>
              <a:srgbClr val="063B2E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21" name="Text 38">
              <a:extLst>
                <a:ext uri="{FF2B5EF4-FFF2-40B4-BE49-F238E27FC236}">
                  <a16:creationId xmlns:a16="http://schemas.microsoft.com/office/drawing/2014/main" id="{38712729-5BEF-4797-2018-9A8501D1D991}"/>
                </a:ext>
              </a:extLst>
            </p:cNvPr>
            <p:cNvSpPr/>
            <p:nvPr/>
          </p:nvSpPr>
          <p:spPr>
            <a:xfrm>
              <a:off x="1001268" y="4101084"/>
              <a:ext cx="284378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Offline-first design choice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23" name="Shape 39">
              <a:extLst>
                <a:ext uri="{FF2B5EF4-FFF2-40B4-BE49-F238E27FC236}">
                  <a16:creationId xmlns:a16="http://schemas.microsoft.com/office/drawing/2014/main" id="{33E862CD-C294-DB28-D1B6-7D968FAE8794}"/>
                </a:ext>
              </a:extLst>
            </p:cNvPr>
            <p:cNvSpPr/>
            <p:nvPr/>
          </p:nvSpPr>
          <p:spPr>
            <a:xfrm>
              <a:off x="3886200" y="4069080"/>
              <a:ext cx="7269480" cy="283464"/>
            </a:xfrm>
            <a:prstGeom prst="rect">
              <a:avLst/>
            </a:prstGeom>
            <a:solidFill>
              <a:srgbClr val="063B2E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25" name="Text 40">
              <a:extLst>
                <a:ext uri="{FF2B5EF4-FFF2-40B4-BE49-F238E27FC236}">
                  <a16:creationId xmlns:a16="http://schemas.microsoft.com/office/drawing/2014/main" id="{89AA2891-628C-47A0-BC3F-6271F70D1682}"/>
                </a:ext>
              </a:extLst>
            </p:cNvPr>
            <p:cNvSpPr/>
            <p:nvPr/>
          </p:nvSpPr>
          <p:spPr>
            <a:xfrm>
              <a:off x="3927348" y="4101084"/>
              <a:ext cx="718718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Why it is required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27" name="Shape 41">
              <a:extLst>
                <a:ext uri="{FF2B5EF4-FFF2-40B4-BE49-F238E27FC236}">
                  <a16:creationId xmlns:a16="http://schemas.microsoft.com/office/drawing/2014/main" id="{D2ADB013-E862-FDC3-6957-699DA972E160}"/>
                </a:ext>
              </a:extLst>
            </p:cNvPr>
            <p:cNvSpPr/>
            <p:nvPr/>
          </p:nvSpPr>
          <p:spPr>
            <a:xfrm>
              <a:off x="960120" y="4352544"/>
              <a:ext cx="292608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29" name="Text 42">
              <a:extLst>
                <a:ext uri="{FF2B5EF4-FFF2-40B4-BE49-F238E27FC236}">
                  <a16:creationId xmlns:a16="http://schemas.microsoft.com/office/drawing/2014/main" id="{0F41D94E-8CEC-DFD7-1425-F2CF89265F4D}"/>
                </a:ext>
              </a:extLst>
            </p:cNvPr>
            <p:cNvSpPr/>
            <p:nvPr/>
          </p:nvSpPr>
          <p:spPr>
            <a:xfrm>
              <a:off x="1001268" y="4384548"/>
              <a:ext cx="2843784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Local device storage</a:t>
              </a:r>
              <a:endParaRPr lang="en-US" sz="940" dirty="0">
                <a:latin typeface="Playfair Display" panose="00000500000000000000" pitchFamily="2" charset="0"/>
              </a:endParaRPr>
            </a:p>
          </p:txBody>
        </p:sp>
        <p:sp>
          <p:nvSpPr>
            <p:cNvPr id="331" name="Shape 43">
              <a:extLst>
                <a:ext uri="{FF2B5EF4-FFF2-40B4-BE49-F238E27FC236}">
                  <a16:creationId xmlns:a16="http://schemas.microsoft.com/office/drawing/2014/main" id="{ED2646A5-9E62-08F4-CF06-8CA14DAD8A02}"/>
                </a:ext>
              </a:extLst>
            </p:cNvPr>
            <p:cNvSpPr/>
            <p:nvPr/>
          </p:nvSpPr>
          <p:spPr>
            <a:xfrm>
              <a:off x="3886200" y="4352544"/>
              <a:ext cx="726948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33" name="Text 44">
              <a:extLst>
                <a:ext uri="{FF2B5EF4-FFF2-40B4-BE49-F238E27FC236}">
                  <a16:creationId xmlns:a16="http://schemas.microsoft.com/office/drawing/2014/main" id="{FD200B54-354A-A51F-6D5D-D855CC4CA4F4}"/>
                </a:ext>
              </a:extLst>
            </p:cNvPr>
            <p:cNvSpPr/>
            <p:nvPr/>
          </p:nvSpPr>
          <p:spPr>
            <a:xfrm>
              <a:off x="3927348" y="4384548"/>
              <a:ext cx="7187184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Field officer can complete data entry even without network.</a:t>
              </a:r>
              <a:endParaRPr lang="en-US" sz="940" dirty="0">
                <a:latin typeface="Playfair Display" panose="00000500000000000000" pitchFamily="2" charset="0"/>
              </a:endParaRPr>
            </a:p>
          </p:txBody>
        </p:sp>
        <p:sp>
          <p:nvSpPr>
            <p:cNvPr id="335" name="Shape 45">
              <a:extLst>
                <a:ext uri="{FF2B5EF4-FFF2-40B4-BE49-F238E27FC236}">
                  <a16:creationId xmlns:a16="http://schemas.microsoft.com/office/drawing/2014/main" id="{515815A6-755E-414D-B932-3BB4FC004242}"/>
                </a:ext>
              </a:extLst>
            </p:cNvPr>
            <p:cNvSpPr/>
            <p:nvPr/>
          </p:nvSpPr>
          <p:spPr>
            <a:xfrm>
              <a:off x="960120" y="4681728"/>
              <a:ext cx="2926080" cy="32918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37" name="Text 46">
              <a:extLst>
                <a:ext uri="{FF2B5EF4-FFF2-40B4-BE49-F238E27FC236}">
                  <a16:creationId xmlns:a16="http://schemas.microsoft.com/office/drawing/2014/main" id="{4345BF2D-BB4E-DE58-C00A-138B3F342999}"/>
                </a:ext>
              </a:extLst>
            </p:cNvPr>
            <p:cNvSpPr/>
            <p:nvPr/>
          </p:nvSpPr>
          <p:spPr>
            <a:xfrm>
              <a:off x="1001268" y="4713732"/>
              <a:ext cx="2843784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Background sync</a:t>
              </a:r>
              <a:endParaRPr lang="en-US" sz="940" dirty="0">
                <a:latin typeface="Playfair Display" panose="00000500000000000000" pitchFamily="2" charset="0"/>
              </a:endParaRPr>
            </a:p>
          </p:txBody>
        </p:sp>
        <p:sp>
          <p:nvSpPr>
            <p:cNvPr id="339" name="Shape 47">
              <a:extLst>
                <a:ext uri="{FF2B5EF4-FFF2-40B4-BE49-F238E27FC236}">
                  <a16:creationId xmlns:a16="http://schemas.microsoft.com/office/drawing/2014/main" id="{84FD2BED-28AB-C982-8940-B1ADEE67CBF6}"/>
                </a:ext>
              </a:extLst>
            </p:cNvPr>
            <p:cNvSpPr/>
            <p:nvPr/>
          </p:nvSpPr>
          <p:spPr>
            <a:xfrm>
              <a:off x="3886200" y="4681728"/>
              <a:ext cx="7269480" cy="32918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41" name="Text 48">
              <a:extLst>
                <a:ext uri="{FF2B5EF4-FFF2-40B4-BE49-F238E27FC236}">
                  <a16:creationId xmlns:a16="http://schemas.microsoft.com/office/drawing/2014/main" id="{923C7319-98B0-2E73-23E6-235CDFA616D3}"/>
                </a:ext>
              </a:extLst>
            </p:cNvPr>
            <p:cNvSpPr/>
            <p:nvPr/>
          </p:nvSpPr>
          <p:spPr>
            <a:xfrm>
              <a:off x="3927348" y="4713732"/>
              <a:ext cx="7187184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Data uploads automatically when connectivity returns.</a:t>
              </a:r>
              <a:endParaRPr lang="en-US" sz="940" dirty="0">
                <a:latin typeface="Playfair Display" panose="00000500000000000000" pitchFamily="2" charset="0"/>
              </a:endParaRPr>
            </a:p>
          </p:txBody>
        </p:sp>
        <p:sp>
          <p:nvSpPr>
            <p:cNvPr id="343" name="Shape 49">
              <a:extLst>
                <a:ext uri="{FF2B5EF4-FFF2-40B4-BE49-F238E27FC236}">
                  <a16:creationId xmlns:a16="http://schemas.microsoft.com/office/drawing/2014/main" id="{BDF50735-DF4F-D07B-D1A1-384E18FE7C07}"/>
                </a:ext>
              </a:extLst>
            </p:cNvPr>
            <p:cNvSpPr/>
            <p:nvPr/>
          </p:nvSpPr>
          <p:spPr>
            <a:xfrm>
              <a:off x="960120" y="5010912"/>
              <a:ext cx="292608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45" name="Text 50">
              <a:extLst>
                <a:ext uri="{FF2B5EF4-FFF2-40B4-BE49-F238E27FC236}">
                  <a16:creationId xmlns:a16="http://schemas.microsoft.com/office/drawing/2014/main" id="{7239312F-D168-E26F-D3FA-C87A5F2BC13F}"/>
                </a:ext>
              </a:extLst>
            </p:cNvPr>
            <p:cNvSpPr/>
            <p:nvPr/>
          </p:nvSpPr>
          <p:spPr>
            <a:xfrm>
              <a:off x="1001268" y="5042916"/>
              <a:ext cx="2843784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Voice / regional language entry</a:t>
              </a:r>
              <a:endParaRPr lang="en-US" sz="940" dirty="0">
                <a:latin typeface="Playfair Display" panose="00000500000000000000" pitchFamily="2" charset="0"/>
              </a:endParaRPr>
            </a:p>
          </p:txBody>
        </p:sp>
        <p:sp>
          <p:nvSpPr>
            <p:cNvPr id="347" name="Shape 51">
              <a:extLst>
                <a:ext uri="{FF2B5EF4-FFF2-40B4-BE49-F238E27FC236}">
                  <a16:creationId xmlns:a16="http://schemas.microsoft.com/office/drawing/2014/main" id="{23590600-74DA-0FCB-7773-B1CB0F97C284}"/>
                </a:ext>
              </a:extLst>
            </p:cNvPr>
            <p:cNvSpPr/>
            <p:nvPr/>
          </p:nvSpPr>
          <p:spPr>
            <a:xfrm>
              <a:off x="3886200" y="5010912"/>
              <a:ext cx="726948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49" name="Text 52">
              <a:extLst>
                <a:ext uri="{FF2B5EF4-FFF2-40B4-BE49-F238E27FC236}">
                  <a16:creationId xmlns:a16="http://schemas.microsoft.com/office/drawing/2014/main" id="{2EE25C3C-B382-8689-11BD-D9770E41D456}"/>
                </a:ext>
              </a:extLst>
            </p:cNvPr>
            <p:cNvSpPr/>
            <p:nvPr/>
          </p:nvSpPr>
          <p:spPr>
            <a:xfrm>
              <a:off x="3927348" y="5042916"/>
              <a:ext cx="7187184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Supports entrepreneurs who are not comfortable with typed English forms.</a:t>
              </a:r>
              <a:endParaRPr lang="en-US" sz="940" dirty="0">
                <a:latin typeface="Playfair Display" panose="00000500000000000000" pitchFamily="2" charset="0"/>
              </a:endParaRPr>
            </a:p>
          </p:txBody>
        </p:sp>
        <p:sp>
          <p:nvSpPr>
            <p:cNvPr id="351" name="Shape 53">
              <a:extLst>
                <a:ext uri="{FF2B5EF4-FFF2-40B4-BE49-F238E27FC236}">
                  <a16:creationId xmlns:a16="http://schemas.microsoft.com/office/drawing/2014/main" id="{D4E4A136-5A79-7A7A-B56B-BB09F8281C0E}"/>
                </a:ext>
              </a:extLst>
            </p:cNvPr>
            <p:cNvSpPr/>
            <p:nvPr/>
          </p:nvSpPr>
          <p:spPr>
            <a:xfrm>
              <a:off x="960120" y="5340096"/>
              <a:ext cx="2926080" cy="32918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53" name="Text 54">
              <a:extLst>
                <a:ext uri="{FF2B5EF4-FFF2-40B4-BE49-F238E27FC236}">
                  <a16:creationId xmlns:a16="http://schemas.microsoft.com/office/drawing/2014/main" id="{A830C6D8-43B7-11CA-86DC-5A2368DCCD1A}"/>
                </a:ext>
              </a:extLst>
            </p:cNvPr>
            <p:cNvSpPr/>
            <p:nvPr/>
          </p:nvSpPr>
          <p:spPr>
            <a:xfrm>
              <a:off x="1001268" y="5372100"/>
              <a:ext cx="2843784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Validation prompts</a:t>
              </a:r>
              <a:endParaRPr lang="en-US" sz="940" dirty="0">
                <a:latin typeface="Playfair Display" panose="00000500000000000000" pitchFamily="2" charset="0"/>
              </a:endParaRPr>
            </a:p>
          </p:txBody>
        </p:sp>
        <p:sp>
          <p:nvSpPr>
            <p:cNvPr id="355" name="Shape 55">
              <a:extLst>
                <a:ext uri="{FF2B5EF4-FFF2-40B4-BE49-F238E27FC236}">
                  <a16:creationId xmlns:a16="http://schemas.microsoft.com/office/drawing/2014/main" id="{7C6C7BD1-EC20-1DE2-0642-B53395451F21}"/>
                </a:ext>
              </a:extLst>
            </p:cNvPr>
            <p:cNvSpPr/>
            <p:nvPr/>
          </p:nvSpPr>
          <p:spPr>
            <a:xfrm>
              <a:off x="3886200" y="5340096"/>
              <a:ext cx="7269480" cy="32918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57" name="Text 56">
              <a:extLst>
                <a:ext uri="{FF2B5EF4-FFF2-40B4-BE49-F238E27FC236}">
                  <a16:creationId xmlns:a16="http://schemas.microsoft.com/office/drawing/2014/main" id="{3EE84DB8-CEC7-B9B3-F242-39AFC70910E2}"/>
                </a:ext>
              </a:extLst>
            </p:cNvPr>
            <p:cNvSpPr/>
            <p:nvPr/>
          </p:nvSpPr>
          <p:spPr>
            <a:xfrm>
              <a:off x="3927348" y="5372100"/>
              <a:ext cx="7187184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Reduces wrong entries such as negative expenses, missing repayment dates or inconsistent values.</a:t>
              </a:r>
              <a:endParaRPr lang="en-US" sz="940" dirty="0">
                <a:latin typeface="Playfair Display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>
          <a:extLst>
            <a:ext uri="{FF2B5EF4-FFF2-40B4-BE49-F238E27FC236}">
              <a16:creationId xmlns:a16="http://schemas.microsoft.com/office/drawing/2014/main" id="{C99BF379-2162-7570-1E1F-8CB6A2BB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roup 500">
            <a:extLst>
              <a:ext uri="{FF2B5EF4-FFF2-40B4-BE49-F238E27FC236}">
                <a16:creationId xmlns:a16="http://schemas.microsoft.com/office/drawing/2014/main" id="{3A21FC15-2C9D-7F3D-AF4C-627A2372865D}"/>
              </a:ext>
            </a:extLst>
          </p:cNvPr>
          <p:cNvGrpSpPr/>
          <p:nvPr/>
        </p:nvGrpSpPr>
        <p:grpSpPr>
          <a:xfrm>
            <a:off x="1122786" y="323939"/>
            <a:ext cx="7024240" cy="6483061"/>
            <a:chOff x="502920" y="164317"/>
            <a:chExt cx="11608508" cy="648306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8A9457-60BB-2DC2-4532-DA8D7E38E963}"/>
                </a:ext>
              </a:extLst>
            </p:cNvPr>
            <p:cNvSpPr txBox="1"/>
            <p:nvPr/>
          </p:nvSpPr>
          <p:spPr>
            <a:xfrm>
              <a:off x="3150308" y="164317"/>
              <a:ext cx="8961120" cy="406265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2400" b="1">
                  <a:solidFill>
                    <a:srgbClr val="063B2E"/>
                  </a:solidFill>
                </a:defRPr>
              </a:pPr>
              <a:r>
                <a:rPr dirty="0">
                  <a:latin typeface="Playfair Display" panose="00000500000000000000" pitchFamily="2" charset="0"/>
                </a:rPr>
                <a:t>Solution in One View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CDAF54-D44A-AAC0-278C-AFB5BCAF6C9C}"/>
                </a:ext>
              </a:extLst>
            </p:cNvPr>
            <p:cNvSpPr txBox="1"/>
            <p:nvPr/>
          </p:nvSpPr>
          <p:spPr>
            <a:xfrm>
              <a:off x="530352" y="676656"/>
              <a:ext cx="9875520" cy="363176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1060" b="0">
                  <a:solidFill>
                    <a:srgbClr val="59736A"/>
                  </a:solidFill>
                </a:defRPr>
              </a:pPr>
              <a:r>
                <a:rPr dirty="0">
                  <a:latin typeface="Playfair Display" panose="00000500000000000000" pitchFamily="2" charset="0"/>
                </a:rPr>
                <a:t>RKV </a:t>
              </a:r>
              <a:r>
                <a:rPr dirty="0" err="1">
                  <a:latin typeface="Playfair Display" panose="00000500000000000000" pitchFamily="2" charset="0"/>
                </a:rPr>
                <a:t>ResiNidhi</a:t>
              </a:r>
              <a:r>
                <a:rPr dirty="0">
                  <a:latin typeface="Playfair Display" panose="00000500000000000000" pitchFamily="2" charset="0"/>
                </a:rPr>
                <a:t> AI converts fragmented rural signals into cash-flow forecasts, risk explanations and practical rescue actions.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066E830-1A67-C557-AB90-E551DBD3C08A}"/>
                </a:ext>
              </a:extLst>
            </p:cNvPr>
            <p:cNvSpPr txBox="1"/>
            <p:nvPr/>
          </p:nvSpPr>
          <p:spPr>
            <a:xfrm>
              <a:off x="594360" y="1188720"/>
              <a:ext cx="2651759" cy="206210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110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INPUT SIGNALS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622002-7174-1006-2FDC-80637632F765}"/>
                </a:ext>
              </a:extLst>
            </p:cNvPr>
            <p:cNvSpPr txBox="1"/>
            <p:nvPr/>
          </p:nvSpPr>
          <p:spPr>
            <a:xfrm>
              <a:off x="4206240" y="1188720"/>
              <a:ext cx="3840480" cy="206210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110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AI INTELLIGENCE CORE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09956C6-1360-011D-BEC2-F5DD629EB90F}"/>
                </a:ext>
              </a:extLst>
            </p:cNvPr>
            <p:cNvSpPr txBox="1"/>
            <p:nvPr/>
          </p:nvSpPr>
          <p:spPr>
            <a:xfrm>
              <a:off x="8869679" y="1188720"/>
              <a:ext cx="2606039" cy="206210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110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DECISION OUTPUTS</a:t>
              </a:r>
            </a:p>
          </p:txBody>
        </p:sp>
        <p:sp>
          <p:nvSpPr>
            <p:cNvPr id="30" name="Right Arrow 12">
              <a:extLst>
                <a:ext uri="{FF2B5EF4-FFF2-40B4-BE49-F238E27FC236}">
                  <a16:creationId xmlns:a16="http://schemas.microsoft.com/office/drawing/2014/main" id="{AF8BF555-0452-A75A-6DF5-077C58866581}"/>
                </a:ext>
              </a:extLst>
            </p:cNvPr>
            <p:cNvSpPr/>
            <p:nvPr/>
          </p:nvSpPr>
          <p:spPr>
            <a:xfrm>
              <a:off x="3502152" y="1901952"/>
              <a:ext cx="475487" cy="109728"/>
            </a:xfrm>
            <a:prstGeom prst="rightArrow">
              <a:avLst/>
            </a:prstGeom>
            <a:solidFill>
              <a:srgbClr val="0A7A5C"/>
            </a:solidFill>
            <a:ln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4" name="Right Arrow 13">
              <a:extLst>
                <a:ext uri="{FF2B5EF4-FFF2-40B4-BE49-F238E27FC236}">
                  <a16:creationId xmlns:a16="http://schemas.microsoft.com/office/drawing/2014/main" id="{073F697A-F55E-9F33-6922-8B0E6747C44A}"/>
                </a:ext>
              </a:extLst>
            </p:cNvPr>
            <p:cNvSpPr/>
            <p:nvPr/>
          </p:nvSpPr>
          <p:spPr>
            <a:xfrm>
              <a:off x="8211312" y="1901952"/>
              <a:ext cx="475487" cy="109728"/>
            </a:xfrm>
            <a:prstGeom prst="rightArrow">
              <a:avLst/>
            </a:prstGeom>
            <a:solidFill>
              <a:srgbClr val="0A7A5C"/>
            </a:solidFill>
            <a:ln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8" name="Right Arrow 14">
              <a:extLst>
                <a:ext uri="{FF2B5EF4-FFF2-40B4-BE49-F238E27FC236}">
                  <a16:creationId xmlns:a16="http://schemas.microsoft.com/office/drawing/2014/main" id="{E6191597-A68C-5B1F-C3AD-A049BBB42B59}"/>
                </a:ext>
              </a:extLst>
            </p:cNvPr>
            <p:cNvSpPr/>
            <p:nvPr/>
          </p:nvSpPr>
          <p:spPr>
            <a:xfrm>
              <a:off x="3502152" y="2834640"/>
              <a:ext cx="475487" cy="109728"/>
            </a:xfrm>
            <a:prstGeom prst="rightArrow">
              <a:avLst/>
            </a:prstGeom>
            <a:solidFill>
              <a:srgbClr val="0A7A5C"/>
            </a:solidFill>
            <a:ln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2" name="Right Arrow 15">
              <a:extLst>
                <a:ext uri="{FF2B5EF4-FFF2-40B4-BE49-F238E27FC236}">
                  <a16:creationId xmlns:a16="http://schemas.microsoft.com/office/drawing/2014/main" id="{03E26A93-46FB-3AE5-C2A5-10F5C70287A6}"/>
                </a:ext>
              </a:extLst>
            </p:cNvPr>
            <p:cNvSpPr/>
            <p:nvPr/>
          </p:nvSpPr>
          <p:spPr>
            <a:xfrm>
              <a:off x="8211312" y="2834640"/>
              <a:ext cx="475487" cy="109728"/>
            </a:xfrm>
            <a:prstGeom prst="rightArrow">
              <a:avLst/>
            </a:prstGeom>
            <a:solidFill>
              <a:srgbClr val="0A7A5C"/>
            </a:solidFill>
            <a:ln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6" name="Right Arrow 16">
              <a:extLst>
                <a:ext uri="{FF2B5EF4-FFF2-40B4-BE49-F238E27FC236}">
                  <a16:creationId xmlns:a16="http://schemas.microsoft.com/office/drawing/2014/main" id="{FF79AFF2-CC65-BAE1-2293-B2B7B0CDDE79}"/>
                </a:ext>
              </a:extLst>
            </p:cNvPr>
            <p:cNvSpPr/>
            <p:nvPr/>
          </p:nvSpPr>
          <p:spPr>
            <a:xfrm>
              <a:off x="3502152" y="3767328"/>
              <a:ext cx="475487" cy="109728"/>
            </a:xfrm>
            <a:prstGeom prst="rightArrow">
              <a:avLst/>
            </a:prstGeom>
            <a:solidFill>
              <a:srgbClr val="0A7A5C"/>
            </a:solidFill>
            <a:ln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50" name="Right Arrow 17">
              <a:extLst>
                <a:ext uri="{FF2B5EF4-FFF2-40B4-BE49-F238E27FC236}">
                  <a16:creationId xmlns:a16="http://schemas.microsoft.com/office/drawing/2014/main" id="{260C4CBA-5B69-03D4-0B58-62C9618F3294}"/>
                </a:ext>
              </a:extLst>
            </p:cNvPr>
            <p:cNvSpPr/>
            <p:nvPr/>
          </p:nvSpPr>
          <p:spPr>
            <a:xfrm>
              <a:off x="8211312" y="3767328"/>
              <a:ext cx="475487" cy="109728"/>
            </a:xfrm>
            <a:prstGeom prst="rightArrow">
              <a:avLst/>
            </a:prstGeom>
            <a:solidFill>
              <a:srgbClr val="0A7A5C"/>
            </a:solidFill>
            <a:ln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62" name="Rounded Rectangle 20">
              <a:extLst>
                <a:ext uri="{FF2B5EF4-FFF2-40B4-BE49-F238E27FC236}">
                  <a16:creationId xmlns:a16="http://schemas.microsoft.com/office/drawing/2014/main" id="{F606BB28-E799-4D33-C8E9-3BE2932E49DC}"/>
                </a:ext>
              </a:extLst>
            </p:cNvPr>
            <p:cNvSpPr/>
            <p:nvPr/>
          </p:nvSpPr>
          <p:spPr>
            <a:xfrm>
              <a:off x="502920" y="1547605"/>
              <a:ext cx="2971801" cy="8046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FE2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728F188E-20C0-ADAA-C390-8D7C036F2616}"/>
                </a:ext>
              </a:extLst>
            </p:cNvPr>
            <p:cNvSpPr/>
            <p:nvPr/>
          </p:nvSpPr>
          <p:spPr>
            <a:xfrm>
              <a:off x="502920" y="1554480"/>
              <a:ext cx="73152" cy="804672"/>
            </a:xfrm>
            <a:prstGeom prst="rect">
              <a:avLst/>
            </a:prstGeom>
            <a:solidFill>
              <a:srgbClr val="0A7A5C"/>
            </a:solidFill>
            <a:ln w="12700"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E9CDA566-1EB8-7D9B-8444-188ADD52FC8C}"/>
                </a:ext>
              </a:extLst>
            </p:cNvPr>
            <p:cNvSpPr txBox="1"/>
            <p:nvPr/>
          </p:nvSpPr>
          <p:spPr>
            <a:xfrm>
              <a:off x="649225" y="1636776"/>
              <a:ext cx="2743200" cy="227755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124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Enterprise Records</a:t>
              </a:r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82CE0EA4-8772-5935-E86E-CA44AAC780AF}"/>
                </a:ext>
              </a:extLst>
            </p:cNvPr>
            <p:cNvSpPr/>
            <p:nvPr/>
          </p:nvSpPr>
          <p:spPr>
            <a:xfrm>
              <a:off x="667512" y="1988820"/>
              <a:ext cx="64008" cy="64008"/>
            </a:xfrm>
            <a:prstGeom prst="ellipse">
              <a:avLst/>
            </a:prstGeom>
            <a:solidFill>
              <a:srgbClr val="0A7A5C"/>
            </a:solidFill>
            <a:ln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A7444474-5D1F-2B6C-61D8-C308524D1C2E}"/>
                </a:ext>
              </a:extLst>
            </p:cNvPr>
            <p:cNvSpPr txBox="1"/>
            <p:nvPr/>
          </p:nvSpPr>
          <p:spPr>
            <a:xfrm>
              <a:off x="777239" y="1920240"/>
              <a:ext cx="2560321" cy="170688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869" b="0">
                  <a:solidFill>
                    <a:srgbClr val="1E2E29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income, expenses, savings</a:t>
              </a:r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2A9170F3-CD4C-F8D8-1402-A92D897D2393}"/>
                </a:ext>
              </a:extLst>
            </p:cNvPr>
            <p:cNvSpPr/>
            <p:nvPr/>
          </p:nvSpPr>
          <p:spPr>
            <a:xfrm flipV="1">
              <a:off x="667513" y="2164192"/>
              <a:ext cx="75557" cy="80660"/>
            </a:xfrm>
            <a:prstGeom prst="ellipse">
              <a:avLst/>
            </a:prstGeom>
            <a:solidFill>
              <a:srgbClr val="0A7A5C"/>
            </a:solidFill>
            <a:ln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BB2D0471-EB1C-16EE-0828-B9FFCD62AEE5}"/>
                </a:ext>
              </a:extLst>
            </p:cNvPr>
            <p:cNvSpPr txBox="1"/>
            <p:nvPr/>
          </p:nvSpPr>
          <p:spPr>
            <a:xfrm>
              <a:off x="777239" y="2121270"/>
              <a:ext cx="2560321" cy="170688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869" b="0">
                  <a:solidFill>
                    <a:srgbClr val="1E2E29"/>
                  </a:solidFill>
                </a:defRPr>
              </a:pPr>
              <a:r>
                <a:rPr dirty="0">
                  <a:latin typeface="Playfair Display" panose="00000500000000000000" pitchFamily="2" charset="0"/>
                </a:rPr>
                <a:t>loan, repayment, balance</a:t>
              </a:r>
            </a:p>
          </p:txBody>
        </p:sp>
        <p:sp>
          <p:nvSpPr>
            <p:cNvPr id="346" name="Rounded Rectangle 27">
              <a:extLst>
                <a:ext uri="{FF2B5EF4-FFF2-40B4-BE49-F238E27FC236}">
                  <a16:creationId xmlns:a16="http://schemas.microsoft.com/office/drawing/2014/main" id="{8D12BD6A-E198-3696-BBE0-8941A6DD9244}"/>
                </a:ext>
              </a:extLst>
            </p:cNvPr>
            <p:cNvSpPr/>
            <p:nvPr/>
          </p:nvSpPr>
          <p:spPr>
            <a:xfrm>
              <a:off x="502920" y="2487168"/>
              <a:ext cx="2971800" cy="8046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FE2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3236184D-106E-C048-55E8-9D474EC62292}"/>
                </a:ext>
              </a:extLst>
            </p:cNvPr>
            <p:cNvSpPr/>
            <p:nvPr/>
          </p:nvSpPr>
          <p:spPr>
            <a:xfrm>
              <a:off x="502920" y="2487168"/>
              <a:ext cx="73152" cy="804672"/>
            </a:xfrm>
            <a:prstGeom prst="rect">
              <a:avLst/>
            </a:prstGeom>
            <a:solidFill>
              <a:srgbClr val="2F78B7"/>
            </a:solidFill>
            <a:ln w="12700">
              <a:solidFill>
                <a:srgbClr val="2F78B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3309D4B4-0A9D-7239-CE8C-3065B8727E47}"/>
                </a:ext>
              </a:extLst>
            </p:cNvPr>
            <p:cNvSpPr txBox="1"/>
            <p:nvPr/>
          </p:nvSpPr>
          <p:spPr>
            <a:xfrm>
              <a:off x="649225" y="2569464"/>
              <a:ext cx="2743200" cy="198516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1240" b="1">
                  <a:solidFill>
                    <a:srgbClr val="063B2E"/>
                  </a:solidFill>
                </a:defRPr>
              </a:pPr>
              <a:r>
                <a:rPr sz="1050" dirty="0">
                  <a:latin typeface="Playfair Display" panose="00000500000000000000" pitchFamily="2" charset="0"/>
                </a:rPr>
                <a:t>Digital Payment Proxies</a:t>
              </a:r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A7DEA02C-5352-FA0A-968A-0E1844E4F960}"/>
                </a:ext>
              </a:extLst>
            </p:cNvPr>
            <p:cNvSpPr/>
            <p:nvPr/>
          </p:nvSpPr>
          <p:spPr>
            <a:xfrm>
              <a:off x="667512" y="2921508"/>
              <a:ext cx="64008" cy="64008"/>
            </a:xfrm>
            <a:prstGeom prst="ellipse">
              <a:avLst/>
            </a:prstGeom>
            <a:solidFill>
              <a:srgbClr val="2F78B7"/>
            </a:solidFill>
            <a:ln>
              <a:solidFill>
                <a:srgbClr val="2F78B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980E1758-69C6-F4C3-55A2-35A9015FE741}"/>
                </a:ext>
              </a:extLst>
            </p:cNvPr>
            <p:cNvSpPr txBox="1"/>
            <p:nvPr/>
          </p:nvSpPr>
          <p:spPr>
            <a:xfrm>
              <a:off x="788601" y="2791051"/>
              <a:ext cx="2560321" cy="170688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869" b="0">
                  <a:solidFill>
                    <a:srgbClr val="1E2E29"/>
                  </a:solidFill>
                </a:defRPr>
              </a:pPr>
              <a:r>
                <a:rPr dirty="0">
                  <a:latin typeface="Playfair Display" panose="00000500000000000000" pitchFamily="2" charset="0"/>
                </a:rPr>
                <a:t>UPI inflow / outflow trend</a:t>
              </a: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E29B2AE3-42A7-B7B3-AA9F-3E370CC32D05}"/>
                </a:ext>
              </a:extLst>
            </p:cNvPr>
            <p:cNvSpPr txBox="1"/>
            <p:nvPr/>
          </p:nvSpPr>
          <p:spPr>
            <a:xfrm>
              <a:off x="822688" y="2930205"/>
              <a:ext cx="2560321" cy="304442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869" b="0">
                  <a:solidFill>
                    <a:srgbClr val="1E2E29"/>
                  </a:solidFill>
                </a:defRPr>
              </a:pPr>
              <a:r>
                <a:rPr dirty="0">
                  <a:latin typeface="Playfair Display" panose="00000500000000000000" pitchFamily="2" charset="0"/>
                </a:rPr>
                <a:t>frequency, seasonality, delays</a:t>
              </a:r>
            </a:p>
          </p:txBody>
        </p:sp>
        <p:sp>
          <p:nvSpPr>
            <p:cNvPr id="367" name="Rounded Rectangle 34">
              <a:extLst>
                <a:ext uri="{FF2B5EF4-FFF2-40B4-BE49-F238E27FC236}">
                  <a16:creationId xmlns:a16="http://schemas.microsoft.com/office/drawing/2014/main" id="{5650B386-9045-5313-5B8F-3DE0D83D693F}"/>
                </a:ext>
              </a:extLst>
            </p:cNvPr>
            <p:cNvSpPr/>
            <p:nvPr/>
          </p:nvSpPr>
          <p:spPr>
            <a:xfrm>
              <a:off x="502920" y="3419856"/>
              <a:ext cx="2971800" cy="8046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FE2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F4F3D54A-2EBE-9430-7385-D10CA469DDD3}"/>
                </a:ext>
              </a:extLst>
            </p:cNvPr>
            <p:cNvSpPr/>
            <p:nvPr/>
          </p:nvSpPr>
          <p:spPr>
            <a:xfrm>
              <a:off x="502920" y="3419856"/>
              <a:ext cx="73152" cy="804672"/>
            </a:xfrm>
            <a:prstGeom prst="rect">
              <a:avLst/>
            </a:prstGeom>
            <a:solidFill>
              <a:srgbClr val="E88734"/>
            </a:solidFill>
            <a:ln w="12700">
              <a:solidFill>
                <a:srgbClr val="E887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27FD5CB3-EAFD-B421-E8BD-82E8DDC05A2B}"/>
                </a:ext>
              </a:extLst>
            </p:cNvPr>
            <p:cNvSpPr txBox="1"/>
            <p:nvPr/>
          </p:nvSpPr>
          <p:spPr>
            <a:xfrm>
              <a:off x="660586" y="3419650"/>
              <a:ext cx="2743200" cy="418576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1240" b="1">
                  <a:solidFill>
                    <a:srgbClr val="063B2E"/>
                  </a:solidFill>
                </a:defRPr>
              </a:pPr>
              <a:r>
                <a:rPr dirty="0">
                  <a:latin typeface="Playfair Display" panose="00000500000000000000" pitchFamily="2" charset="0"/>
                </a:rPr>
                <a:t>Market + Climate Signals</a:t>
              </a:r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04BE3C7A-327F-6EC9-9B59-B25875155EAF}"/>
                </a:ext>
              </a:extLst>
            </p:cNvPr>
            <p:cNvSpPr/>
            <p:nvPr/>
          </p:nvSpPr>
          <p:spPr>
            <a:xfrm>
              <a:off x="667512" y="3854196"/>
              <a:ext cx="64008" cy="64008"/>
            </a:xfrm>
            <a:prstGeom prst="ellipse">
              <a:avLst/>
            </a:prstGeom>
            <a:solidFill>
              <a:srgbClr val="E88734"/>
            </a:solidFill>
            <a:ln>
              <a:solidFill>
                <a:srgbClr val="E887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10FAA4C4-7C62-964C-7DD9-E0CAB119AEF4}"/>
                </a:ext>
              </a:extLst>
            </p:cNvPr>
            <p:cNvSpPr txBox="1"/>
            <p:nvPr/>
          </p:nvSpPr>
          <p:spPr>
            <a:xfrm>
              <a:off x="777239" y="3785616"/>
              <a:ext cx="2560321" cy="304442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869" b="0">
                  <a:solidFill>
                    <a:srgbClr val="1E2E29"/>
                  </a:solidFill>
                </a:defRPr>
              </a:pPr>
              <a:r>
                <a:rPr dirty="0">
                  <a:latin typeface="Playfair Display" panose="00000500000000000000" pitchFamily="2" charset="0"/>
                </a:rPr>
                <a:t>commodity / raw material prices</a:t>
              </a:r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8B0546D-9356-90CB-314B-1709D8519BC8}"/>
                </a:ext>
              </a:extLst>
            </p:cNvPr>
            <p:cNvSpPr/>
            <p:nvPr/>
          </p:nvSpPr>
          <p:spPr>
            <a:xfrm>
              <a:off x="667512" y="4110228"/>
              <a:ext cx="64008" cy="64008"/>
            </a:xfrm>
            <a:prstGeom prst="ellipse">
              <a:avLst/>
            </a:prstGeom>
            <a:solidFill>
              <a:srgbClr val="E88734"/>
            </a:solidFill>
            <a:ln>
              <a:solidFill>
                <a:srgbClr val="E887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A7661A8B-1659-6D6F-AC43-D3FFAAF1C542}"/>
                </a:ext>
              </a:extLst>
            </p:cNvPr>
            <p:cNvSpPr txBox="1"/>
            <p:nvPr/>
          </p:nvSpPr>
          <p:spPr>
            <a:xfrm>
              <a:off x="777239" y="4041648"/>
              <a:ext cx="2560321" cy="304442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869" b="0">
                  <a:solidFill>
                    <a:srgbClr val="1E2E29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rainfall, heat, local disruption</a:t>
              </a:r>
            </a:p>
          </p:txBody>
        </p:sp>
        <p:sp>
          <p:nvSpPr>
            <p:cNvPr id="382" name="Rounded Rectangle 41">
              <a:extLst>
                <a:ext uri="{FF2B5EF4-FFF2-40B4-BE49-F238E27FC236}">
                  <a16:creationId xmlns:a16="http://schemas.microsoft.com/office/drawing/2014/main" id="{E74A56C9-0AD3-5C14-ACFB-61950071045E}"/>
                </a:ext>
              </a:extLst>
            </p:cNvPr>
            <p:cNvSpPr/>
            <p:nvPr/>
          </p:nvSpPr>
          <p:spPr>
            <a:xfrm>
              <a:off x="8732520" y="1554480"/>
              <a:ext cx="2971800" cy="8046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FE2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2C6DD7AB-F86C-F514-249E-0E9A3877C690}"/>
                </a:ext>
              </a:extLst>
            </p:cNvPr>
            <p:cNvSpPr/>
            <p:nvPr/>
          </p:nvSpPr>
          <p:spPr>
            <a:xfrm>
              <a:off x="8732520" y="1554480"/>
              <a:ext cx="73152" cy="804672"/>
            </a:xfrm>
            <a:prstGeom prst="rect">
              <a:avLst/>
            </a:prstGeom>
            <a:solidFill>
              <a:srgbClr val="0A7A5C"/>
            </a:solidFill>
            <a:ln w="12700"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AF81C016-EC16-6FB1-57BE-6511A963962B}"/>
                </a:ext>
              </a:extLst>
            </p:cNvPr>
            <p:cNvSpPr txBox="1"/>
            <p:nvPr/>
          </p:nvSpPr>
          <p:spPr>
            <a:xfrm>
              <a:off x="8878823" y="1636776"/>
              <a:ext cx="2743200" cy="227755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124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For Micro Enterprise</a:t>
              </a:r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10032576-D288-DA1E-3692-EA779C047C74}"/>
                </a:ext>
              </a:extLst>
            </p:cNvPr>
            <p:cNvSpPr/>
            <p:nvPr/>
          </p:nvSpPr>
          <p:spPr>
            <a:xfrm>
              <a:off x="8897112" y="1988820"/>
              <a:ext cx="64008" cy="64008"/>
            </a:xfrm>
            <a:prstGeom prst="ellipse">
              <a:avLst/>
            </a:prstGeom>
            <a:solidFill>
              <a:srgbClr val="0A7A5C"/>
            </a:solidFill>
            <a:ln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A721F550-19C9-3E22-3571-A99F36077367}"/>
                </a:ext>
              </a:extLst>
            </p:cNvPr>
            <p:cNvSpPr txBox="1"/>
            <p:nvPr/>
          </p:nvSpPr>
          <p:spPr>
            <a:xfrm>
              <a:off x="9006840" y="1920240"/>
              <a:ext cx="2560321" cy="170688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869" b="0">
                  <a:solidFill>
                    <a:srgbClr val="1E2E29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simple alert in local language</a:t>
              </a:r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E9B7E9C6-2E4D-26E3-307C-80802D31A382}"/>
                </a:ext>
              </a:extLst>
            </p:cNvPr>
            <p:cNvSpPr/>
            <p:nvPr/>
          </p:nvSpPr>
          <p:spPr>
            <a:xfrm>
              <a:off x="8897112" y="2244852"/>
              <a:ext cx="64008" cy="64008"/>
            </a:xfrm>
            <a:prstGeom prst="ellipse">
              <a:avLst/>
            </a:prstGeom>
            <a:solidFill>
              <a:srgbClr val="0A7A5C"/>
            </a:solidFill>
            <a:ln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A298C51B-3ABF-8BF6-74CC-6452F46AEE65}"/>
                </a:ext>
              </a:extLst>
            </p:cNvPr>
            <p:cNvSpPr txBox="1"/>
            <p:nvPr/>
          </p:nvSpPr>
          <p:spPr>
            <a:xfrm>
              <a:off x="9006840" y="2176272"/>
              <a:ext cx="2560321" cy="170688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869" b="0">
                  <a:solidFill>
                    <a:srgbClr val="1E2E29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voice guidance + action steps</a:t>
              </a:r>
            </a:p>
          </p:txBody>
        </p:sp>
        <p:sp>
          <p:nvSpPr>
            <p:cNvPr id="396" name="Rounded Rectangle 48">
              <a:extLst>
                <a:ext uri="{FF2B5EF4-FFF2-40B4-BE49-F238E27FC236}">
                  <a16:creationId xmlns:a16="http://schemas.microsoft.com/office/drawing/2014/main" id="{7FC979DF-EF24-90EA-3F46-905D690D5DBD}"/>
                </a:ext>
              </a:extLst>
            </p:cNvPr>
            <p:cNvSpPr/>
            <p:nvPr/>
          </p:nvSpPr>
          <p:spPr>
            <a:xfrm>
              <a:off x="8732520" y="2487168"/>
              <a:ext cx="2971800" cy="8046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FE2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65163362-2767-9CB0-9467-FB35759997D1}"/>
                </a:ext>
              </a:extLst>
            </p:cNvPr>
            <p:cNvSpPr/>
            <p:nvPr/>
          </p:nvSpPr>
          <p:spPr>
            <a:xfrm>
              <a:off x="8732520" y="2487168"/>
              <a:ext cx="73152" cy="804672"/>
            </a:xfrm>
            <a:prstGeom prst="rect">
              <a:avLst/>
            </a:prstGeom>
            <a:solidFill>
              <a:srgbClr val="2F78B7"/>
            </a:solidFill>
            <a:ln w="12700">
              <a:solidFill>
                <a:srgbClr val="2F78B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700E287A-66B9-6805-6244-7EB451D321F6}"/>
                </a:ext>
              </a:extLst>
            </p:cNvPr>
            <p:cNvSpPr txBox="1"/>
            <p:nvPr/>
          </p:nvSpPr>
          <p:spPr>
            <a:xfrm>
              <a:off x="8878823" y="2569464"/>
              <a:ext cx="2743200" cy="227755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124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For Field Officer</a:t>
              </a:r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67120B94-875D-55D3-AB22-38C800354F1F}"/>
                </a:ext>
              </a:extLst>
            </p:cNvPr>
            <p:cNvSpPr/>
            <p:nvPr/>
          </p:nvSpPr>
          <p:spPr>
            <a:xfrm>
              <a:off x="8897112" y="2921508"/>
              <a:ext cx="64008" cy="64008"/>
            </a:xfrm>
            <a:prstGeom prst="ellipse">
              <a:avLst/>
            </a:prstGeom>
            <a:solidFill>
              <a:srgbClr val="2F78B7"/>
            </a:solidFill>
            <a:ln>
              <a:solidFill>
                <a:srgbClr val="2F78B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A41AB7E9-141A-D482-FAFB-B5058B433336}"/>
                </a:ext>
              </a:extLst>
            </p:cNvPr>
            <p:cNvSpPr txBox="1"/>
            <p:nvPr/>
          </p:nvSpPr>
          <p:spPr>
            <a:xfrm>
              <a:off x="9006840" y="2852928"/>
              <a:ext cx="2560321" cy="170688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869" b="0">
                  <a:solidFill>
                    <a:srgbClr val="1E2E29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portfolio risk ranking</a:t>
              </a:r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6F0ABFBF-441C-0551-EBAF-6EBDC1B28C0A}"/>
                </a:ext>
              </a:extLst>
            </p:cNvPr>
            <p:cNvSpPr/>
            <p:nvPr/>
          </p:nvSpPr>
          <p:spPr>
            <a:xfrm>
              <a:off x="8897112" y="3177540"/>
              <a:ext cx="64008" cy="64008"/>
            </a:xfrm>
            <a:prstGeom prst="ellipse">
              <a:avLst/>
            </a:prstGeom>
            <a:solidFill>
              <a:srgbClr val="2F78B7"/>
            </a:solidFill>
            <a:ln>
              <a:solidFill>
                <a:srgbClr val="2F78B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0919968E-16A5-4F8F-8690-FB532538E6C7}"/>
                </a:ext>
              </a:extLst>
            </p:cNvPr>
            <p:cNvSpPr txBox="1"/>
            <p:nvPr/>
          </p:nvSpPr>
          <p:spPr>
            <a:xfrm>
              <a:off x="9006840" y="3108960"/>
              <a:ext cx="2560321" cy="170688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869" b="0">
                  <a:solidFill>
                    <a:srgbClr val="1E2E29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profile + rescue options</a:t>
              </a:r>
            </a:p>
          </p:txBody>
        </p:sp>
        <p:sp>
          <p:nvSpPr>
            <p:cNvPr id="410" name="Rounded Rectangle 55">
              <a:extLst>
                <a:ext uri="{FF2B5EF4-FFF2-40B4-BE49-F238E27FC236}">
                  <a16:creationId xmlns:a16="http://schemas.microsoft.com/office/drawing/2014/main" id="{6A58025C-9912-60D7-FF4F-840BB2FC90B5}"/>
                </a:ext>
              </a:extLst>
            </p:cNvPr>
            <p:cNvSpPr/>
            <p:nvPr/>
          </p:nvSpPr>
          <p:spPr>
            <a:xfrm>
              <a:off x="8732520" y="3419856"/>
              <a:ext cx="2971800" cy="8046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FE2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18D17C74-7815-7ED4-CB61-B25875793547}"/>
                </a:ext>
              </a:extLst>
            </p:cNvPr>
            <p:cNvSpPr/>
            <p:nvPr/>
          </p:nvSpPr>
          <p:spPr>
            <a:xfrm>
              <a:off x="8732520" y="3419856"/>
              <a:ext cx="73152" cy="804672"/>
            </a:xfrm>
            <a:prstGeom prst="rect">
              <a:avLst/>
            </a:prstGeom>
            <a:solidFill>
              <a:srgbClr val="E88734"/>
            </a:solidFill>
            <a:ln w="12700">
              <a:solidFill>
                <a:srgbClr val="E887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BFB7F4F5-2E5E-374E-A2D5-C79EE1EF3C15}"/>
                </a:ext>
              </a:extLst>
            </p:cNvPr>
            <p:cNvSpPr txBox="1"/>
            <p:nvPr/>
          </p:nvSpPr>
          <p:spPr>
            <a:xfrm>
              <a:off x="8878823" y="3502152"/>
              <a:ext cx="2743200" cy="227755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124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For NABARD / Bank</a:t>
              </a:r>
            </a:p>
          </p:txBody>
        </p:sp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F87B2A7E-DF54-690E-9361-3208F2C0A840}"/>
                </a:ext>
              </a:extLst>
            </p:cNvPr>
            <p:cNvSpPr/>
            <p:nvPr/>
          </p:nvSpPr>
          <p:spPr>
            <a:xfrm>
              <a:off x="8897112" y="3854196"/>
              <a:ext cx="64008" cy="64008"/>
            </a:xfrm>
            <a:prstGeom prst="ellipse">
              <a:avLst/>
            </a:prstGeom>
            <a:solidFill>
              <a:srgbClr val="E88734"/>
            </a:solidFill>
            <a:ln>
              <a:solidFill>
                <a:srgbClr val="E887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424C48F6-E0EA-DCF1-2815-188B2A2873E2}"/>
                </a:ext>
              </a:extLst>
            </p:cNvPr>
            <p:cNvSpPr txBox="1"/>
            <p:nvPr/>
          </p:nvSpPr>
          <p:spPr>
            <a:xfrm>
              <a:off x="9006840" y="3785616"/>
              <a:ext cx="2560321" cy="170688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869" b="0">
                  <a:solidFill>
                    <a:srgbClr val="1E2E29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village / FPO shock radar</a:t>
              </a:r>
            </a:p>
          </p:txBody>
        </p:sp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2E61584A-44C3-DB9B-F7FE-29D5A3625F82}"/>
                </a:ext>
              </a:extLst>
            </p:cNvPr>
            <p:cNvSpPr/>
            <p:nvPr/>
          </p:nvSpPr>
          <p:spPr>
            <a:xfrm>
              <a:off x="8897112" y="4110228"/>
              <a:ext cx="64008" cy="64008"/>
            </a:xfrm>
            <a:prstGeom prst="ellipse">
              <a:avLst/>
            </a:prstGeom>
            <a:solidFill>
              <a:srgbClr val="E88734"/>
            </a:solidFill>
            <a:ln>
              <a:solidFill>
                <a:srgbClr val="E887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5CC6C806-1B00-24E1-F150-C358355E431B}"/>
                </a:ext>
              </a:extLst>
            </p:cNvPr>
            <p:cNvSpPr txBox="1"/>
            <p:nvPr/>
          </p:nvSpPr>
          <p:spPr>
            <a:xfrm>
              <a:off x="9006840" y="4041648"/>
              <a:ext cx="2560321" cy="170688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869" b="0">
                  <a:solidFill>
                    <a:srgbClr val="1E2E29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early intervention planning</a:t>
              </a:r>
            </a:p>
          </p:txBody>
        </p:sp>
        <p:sp>
          <p:nvSpPr>
            <p:cNvPr id="424" name="Rounded Rectangle 62">
              <a:extLst>
                <a:ext uri="{FF2B5EF4-FFF2-40B4-BE49-F238E27FC236}">
                  <a16:creationId xmlns:a16="http://schemas.microsoft.com/office/drawing/2014/main" id="{643AE8B1-04A7-8077-9E0D-81B18E178E15}"/>
                </a:ext>
              </a:extLst>
            </p:cNvPr>
            <p:cNvSpPr/>
            <p:nvPr/>
          </p:nvSpPr>
          <p:spPr>
            <a:xfrm>
              <a:off x="4023360" y="1554480"/>
              <a:ext cx="4160520" cy="278892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rgbClr val="063B2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22E0BB05-5B5A-55F4-69B3-AD8888D7BE87}"/>
                </a:ext>
              </a:extLst>
            </p:cNvPr>
            <p:cNvSpPr txBox="1"/>
            <p:nvPr/>
          </p:nvSpPr>
          <p:spPr>
            <a:xfrm>
              <a:off x="4137794" y="1574693"/>
              <a:ext cx="3886200" cy="560153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1700" b="1">
                  <a:solidFill>
                    <a:srgbClr val="FFFFFF"/>
                  </a:solidFill>
                </a:defRPr>
              </a:pPr>
              <a:r>
                <a:rPr dirty="0">
                  <a:latin typeface="Playfair Display" panose="00000500000000000000" pitchFamily="2" charset="0"/>
                </a:rPr>
                <a:t>RKV </a:t>
              </a:r>
              <a:r>
                <a:rPr dirty="0" err="1">
                  <a:latin typeface="Playfair Display" panose="00000500000000000000" pitchFamily="2" charset="0"/>
                </a:rPr>
                <a:t>ResiNidhi</a:t>
              </a:r>
              <a:r>
                <a:rPr dirty="0">
                  <a:latin typeface="Playfair Display" panose="00000500000000000000" pitchFamily="2" charset="0"/>
                </a:rPr>
                <a:t> AI Engine</a:t>
              </a:r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6BBD09BE-E8BE-F9D1-61A0-9DA5A3B2206C}"/>
                </a:ext>
              </a:extLst>
            </p:cNvPr>
            <p:cNvSpPr txBox="1"/>
            <p:nvPr/>
          </p:nvSpPr>
          <p:spPr>
            <a:xfrm>
              <a:off x="4309044" y="2137533"/>
              <a:ext cx="3611879" cy="350609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1019" b="1">
                  <a:solidFill>
                    <a:srgbClr val="D9F3EA"/>
                  </a:solidFill>
                </a:defRPr>
              </a:pPr>
              <a:r>
                <a:rPr dirty="0">
                  <a:latin typeface="Playfair Display" panose="00000500000000000000" pitchFamily="2" charset="0"/>
                </a:rPr>
                <a:t>Rural Enterprise Digital Twin +</a:t>
              </a:r>
              <a:br>
                <a:rPr dirty="0">
                  <a:latin typeface="Playfair Display" panose="00000500000000000000" pitchFamily="2" charset="0"/>
                </a:rPr>
              </a:br>
              <a:r>
                <a:rPr dirty="0">
                  <a:latin typeface="Playfair Display" panose="00000500000000000000" pitchFamily="2" charset="0"/>
                </a:rPr>
                <a:t>Risk-to-Rescue Intelligence</a:t>
              </a:r>
            </a:p>
          </p:txBody>
        </p:sp>
        <p:sp>
          <p:nvSpPr>
            <p:cNvPr id="430" name="Rounded Rectangle 65">
              <a:extLst>
                <a:ext uri="{FF2B5EF4-FFF2-40B4-BE49-F238E27FC236}">
                  <a16:creationId xmlns:a16="http://schemas.microsoft.com/office/drawing/2014/main" id="{6C5CB4BF-EF66-73F6-053F-A5A34F26F4CF}"/>
                </a:ext>
              </a:extLst>
            </p:cNvPr>
            <p:cNvSpPr/>
            <p:nvPr/>
          </p:nvSpPr>
          <p:spPr>
            <a:xfrm>
              <a:off x="4334256" y="2542032"/>
              <a:ext cx="1691640" cy="502920"/>
            </a:xfrm>
            <a:prstGeom prst="roundRect">
              <a:avLst/>
            </a:prstGeom>
            <a:solidFill>
              <a:srgbClr val="0A7A5C"/>
            </a:solidFill>
            <a:ln w="12700"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32" name="TextBox 431">
              <a:extLst>
                <a:ext uri="{FF2B5EF4-FFF2-40B4-BE49-F238E27FC236}">
                  <a16:creationId xmlns:a16="http://schemas.microsoft.com/office/drawing/2014/main" id="{B4FE4355-4E77-8548-1164-33A3D9B6CFF0}"/>
                </a:ext>
              </a:extLst>
            </p:cNvPr>
            <p:cNvSpPr txBox="1"/>
            <p:nvPr/>
          </p:nvSpPr>
          <p:spPr>
            <a:xfrm>
              <a:off x="4379976" y="2590180"/>
              <a:ext cx="1600201" cy="443198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80" b="1">
                  <a:solidFill>
                    <a:srgbClr val="FFFFFF"/>
                  </a:solidFill>
                </a:defRPr>
              </a:pPr>
              <a:r>
                <a:rPr dirty="0">
                  <a:latin typeface="Playfair Display" panose="00000500000000000000" pitchFamily="2" charset="0"/>
                </a:rPr>
                <a:t>3–6 Month</a:t>
              </a:r>
              <a:br>
                <a:rPr dirty="0">
                  <a:latin typeface="Playfair Display" panose="00000500000000000000" pitchFamily="2" charset="0"/>
                </a:rPr>
              </a:br>
              <a:r>
                <a:rPr dirty="0">
                  <a:latin typeface="Playfair Display" panose="00000500000000000000" pitchFamily="2" charset="0"/>
                </a:rPr>
                <a:t>Cash-Flow Forecast</a:t>
              </a:r>
            </a:p>
          </p:txBody>
        </p:sp>
        <p:sp>
          <p:nvSpPr>
            <p:cNvPr id="434" name="Rounded Rectangle 67">
              <a:extLst>
                <a:ext uri="{FF2B5EF4-FFF2-40B4-BE49-F238E27FC236}">
                  <a16:creationId xmlns:a16="http://schemas.microsoft.com/office/drawing/2014/main" id="{F1B1FC07-EF2C-3008-4A4C-868EFB0FA5A8}"/>
                </a:ext>
              </a:extLst>
            </p:cNvPr>
            <p:cNvSpPr/>
            <p:nvPr/>
          </p:nvSpPr>
          <p:spPr>
            <a:xfrm>
              <a:off x="6190488" y="2542032"/>
              <a:ext cx="1691640" cy="502920"/>
            </a:xfrm>
            <a:prstGeom prst="roundRect">
              <a:avLst/>
            </a:prstGeom>
            <a:solidFill>
              <a:srgbClr val="E88734"/>
            </a:solidFill>
            <a:ln w="12700">
              <a:solidFill>
                <a:srgbClr val="E887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36" name="TextBox 435">
              <a:extLst>
                <a:ext uri="{FF2B5EF4-FFF2-40B4-BE49-F238E27FC236}">
                  <a16:creationId xmlns:a16="http://schemas.microsoft.com/office/drawing/2014/main" id="{571EFAE4-6719-0E96-B1E9-1F5F6E7328BC}"/>
                </a:ext>
              </a:extLst>
            </p:cNvPr>
            <p:cNvSpPr txBox="1"/>
            <p:nvPr/>
          </p:nvSpPr>
          <p:spPr>
            <a:xfrm>
              <a:off x="6236208" y="2657890"/>
              <a:ext cx="1600201" cy="307777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80" b="1">
                  <a:solidFill>
                    <a:srgbClr val="FFFFFF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Shock</a:t>
              </a:r>
              <a:br>
                <a:rPr>
                  <a:latin typeface="Playfair Display" panose="00000500000000000000" pitchFamily="2" charset="0"/>
                </a:rPr>
              </a:br>
              <a:r>
                <a:rPr>
                  <a:latin typeface="Playfair Display" panose="00000500000000000000" pitchFamily="2" charset="0"/>
                </a:rPr>
                <a:t>Simulation</a:t>
              </a:r>
            </a:p>
          </p:txBody>
        </p:sp>
        <p:sp>
          <p:nvSpPr>
            <p:cNvPr id="438" name="Rounded Rectangle 69">
              <a:extLst>
                <a:ext uri="{FF2B5EF4-FFF2-40B4-BE49-F238E27FC236}">
                  <a16:creationId xmlns:a16="http://schemas.microsoft.com/office/drawing/2014/main" id="{CBB548C9-10C2-FB68-30DD-299AC9E46F07}"/>
                </a:ext>
              </a:extLst>
            </p:cNvPr>
            <p:cNvSpPr/>
            <p:nvPr/>
          </p:nvSpPr>
          <p:spPr>
            <a:xfrm>
              <a:off x="4334256" y="3246120"/>
              <a:ext cx="1691640" cy="502920"/>
            </a:xfrm>
            <a:prstGeom prst="roundRect">
              <a:avLst/>
            </a:prstGeom>
            <a:solidFill>
              <a:srgbClr val="F2B84B"/>
            </a:solidFill>
            <a:ln w="12700">
              <a:solidFill>
                <a:srgbClr val="F2B8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40" name="TextBox 439">
              <a:extLst>
                <a:ext uri="{FF2B5EF4-FFF2-40B4-BE49-F238E27FC236}">
                  <a16:creationId xmlns:a16="http://schemas.microsoft.com/office/drawing/2014/main" id="{443B77AA-B8D5-83FB-78AE-136FB2493E9A}"/>
                </a:ext>
              </a:extLst>
            </p:cNvPr>
            <p:cNvSpPr txBox="1"/>
            <p:nvPr/>
          </p:nvSpPr>
          <p:spPr>
            <a:xfrm>
              <a:off x="4379976" y="3361978"/>
              <a:ext cx="1600201" cy="307777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8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Resilience</a:t>
              </a:r>
              <a:br>
                <a:rPr>
                  <a:latin typeface="Playfair Display" panose="00000500000000000000" pitchFamily="2" charset="0"/>
                </a:rPr>
              </a:br>
              <a:r>
                <a:rPr>
                  <a:latin typeface="Playfair Display" panose="00000500000000000000" pitchFamily="2" charset="0"/>
                </a:rPr>
                <a:t>Gap Metric</a:t>
              </a:r>
            </a:p>
          </p:txBody>
        </p:sp>
        <p:sp>
          <p:nvSpPr>
            <p:cNvPr id="442" name="Rounded Rectangle 71">
              <a:extLst>
                <a:ext uri="{FF2B5EF4-FFF2-40B4-BE49-F238E27FC236}">
                  <a16:creationId xmlns:a16="http://schemas.microsoft.com/office/drawing/2014/main" id="{2DD70166-D478-9AEB-6BD6-EC35BC5FBCEA}"/>
                </a:ext>
              </a:extLst>
            </p:cNvPr>
            <p:cNvSpPr/>
            <p:nvPr/>
          </p:nvSpPr>
          <p:spPr>
            <a:xfrm>
              <a:off x="6190488" y="3246120"/>
              <a:ext cx="1691640" cy="502920"/>
            </a:xfrm>
            <a:prstGeom prst="roundRect">
              <a:avLst/>
            </a:prstGeom>
            <a:solidFill>
              <a:srgbClr val="2F78B7"/>
            </a:solidFill>
            <a:ln w="12700">
              <a:solidFill>
                <a:srgbClr val="2F78B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44" name="TextBox 443">
              <a:extLst>
                <a:ext uri="{FF2B5EF4-FFF2-40B4-BE49-F238E27FC236}">
                  <a16:creationId xmlns:a16="http://schemas.microsoft.com/office/drawing/2014/main" id="{58161DF4-D8DB-6DF9-F754-E45A063D5726}"/>
                </a:ext>
              </a:extLst>
            </p:cNvPr>
            <p:cNvSpPr txBox="1"/>
            <p:nvPr/>
          </p:nvSpPr>
          <p:spPr>
            <a:xfrm>
              <a:off x="6236208" y="3361978"/>
              <a:ext cx="1600201" cy="307777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defRPr sz="880" b="1">
                  <a:solidFill>
                    <a:srgbClr val="FFFFFF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Explainable</a:t>
              </a:r>
              <a:br>
                <a:rPr>
                  <a:latin typeface="Playfair Display" panose="00000500000000000000" pitchFamily="2" charset="0"/>
                </a:rPr>
              </a:br>
              <a:r>
                <a:rPr>
                  <a:latin typeface="Playfair Display" panose="00000500000000000000" pitchFamily="2" charset="0"/>
                </a:rPr>
                <a:t>Risk Drivers</a:t>
              </a: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E961AA21-076C-C57E-DF75-8B2064459844}"/>
                </a:ext>
              </a:extLst>
            </p:cNvPr>
            <p:cNvSpPr txBox="1"/>
            <p:nvPr/>
          </p:nvSpPr>
          <p:spPr>
            <a:xfrm>
              <a:off x="4343400" y="3840480"/>
              <a:ext cx="3520439" cy="304442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869" b="1">
                  <a:solidFill>
                    <a:srgbClr val="EAF7F2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Output: shortage date • confidence • risk drivers • minimum intervention</a:t>
              </a:r>
            </a:p>
          </p:txBody>
        </p:sp>
        <p:sp>
          <p:nvSpPr>
            <p:cNvPr id="448" name="Rounded Rectangle 74">
              <a:extLst>
                <a:ext uri="{FF2B5EF4-FFF2-40B4-BE49-F238E27FC236}">
                  <a16:creationId xmlns:a16="http://schemas.microsoft.com/office/drawing/2014/main" id="{1EB72505-05E8-AEE3-F17B-086C5AD87FBC}"/>
                </a:ext>
              </a:extLst>
            </p:cNvPr>
            <p:cNvSpPr/>
            <p:nvPr/>
          </p:nvSpPr>
          <p:spPr>
            <a:xfrm>
              <a:off x="502920" y="5330952"/>
              <a:ext cx="11201400" cy="8686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FE2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0994F412-A8A0-17A5-1020-C1631773C195}"/>
                </a:ext>
              </a:extLst>
            </p:cNvPr>
            <p:cNvSpPr txBox="1"/>
            <p:nvPr/>
          </p:nvSpPr>
          <p:spPr>
            <a:xfrm>
              <a:off x="713233" y="5468112"/>
              <a:ext cx="1005840" cy="301621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defRPr sz="86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PROCESS FLOW</a:t>
              </a:r>
            </a:p>
          </p:txBody>
        </p:sp>
        <p:sp>
          <p:nvSpPr>
            <p:cNvPr id="452" name="Right Arrow 76">
              <a:extLst>
                <a:ext uri="{FF2B5EF4-FFF2-40B4-BE49-F238E27FC236}">
                  <a16:creationId xmlns:a16="http://schemas.microsoft.com/office/drawing/2014/main" id="{AA805029-FE66-1ED3-4EB2-9604AC1BAAB1}"/>
                </a:ext>
              </a:extLst>
            </p:cNvPr>
            <p:cNvSpPr/>
            <p:nvPr/>
          </p:nvSpPr>
          <p:spPr>
            <a:xfrm>
              <a:off x="1920240" y="5879592"/>
              <a:ext cx="1033271" cy="73152"/>
            </a:xfrm>
            <a:prstGeom prst="rightArrow">
              <a:avLst/>
            </a:prstGeom>
            <a:solidFill>
              <a:srgbClr val="59736A"/>
            </a:solidFill>
            <a:ln>
              <a:solidFill>
                <a:srgbClr val="5973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54" name="Right Arrow 77">
              <a:extLst>
                <a:ext uri="{FF2B5EF4-FFF2-40B4-BE49-F238E27FC236}">
                  <a16:creationId xmlns:a16="http://schemas.microsoft.com/office/drawing/2014/main" id="{83FEE43F-30A0-35EF-822C-93DC1F03455F}"/>
                </a:ext>
              </a:extLst>
            </p:cNvPr>
            <p:cNvSpPr/>
            <p:nvPr/>
          </p:nvSpPr>
          <p:spPr>
            <a:xfrm>
              <a:off x="3493008" y="5879592"/>
              <a:ext cx="1033271" cy="73152"/>
            </a:xfrm>
            <a:prstGeom prst="rightArrow">
              <a:avLst/>
            </a:prstGeom>
            <a:solidFill>
              <a:srgbClr val="59736A"/>
            </a:solidFill>
            <a:ln>
              <a:solidFill>
                <a:srgbClr val="5973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56" name="Right Arrow 78">
              <a:extLst>
                <a:ext uri="{FF2B5EF4-FFF2-40B4-BE49-F238E27FC236}">
                  <a16:creationId xmlns:a16="http://schemas.microsoft.com/office/drawing/2014/main" id="{83CADC1F-CE7C-01B2-81EA-D85B0E958B6D}"/>
                </a:ext>
              </a:extLst>
            </p:cNvPr>
            <p:cNvSpPr/>
            <p:nvPr/>
          </p:nvSpPr>
          <p:spPr>
            <a:xfrm>
              <a:off x="5065776" y="5879592"/>
              <a:ext cx="1033271" cy="73152"/>
            </a:xfrm>
            <a:prstGeom prst="rightArrow">
              <a:avLst/>
            </a:prstGeom>
            <a:solidFill>
              <a:srgbClr val="59736A"/>
            </a:solidFill>
            <a:ln>
              <a:solidFill>
                <a:srgbClr val="5973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58" name="Right Arrow 79">
              <a:extLst>
                <a:ext uri="{FF2B5EF4-FFF2-40B4-BE49-F238E27FC236}">
                  <a16:creationId xmlns:a16="http://schemas.microsoft.com/office/drawing/2014/main" id="{55BC0030-5AB2-7A14-9969-407CFF118CAB}"/>
                </a:ext>
              </a:extLst>
            </p:cNvPr>
            <p:cNvSpPr/>
            <p:nvPr/>
          </p:nvSpPr>
          <p:spPr>
            <a:xfrm>
              <a:off x="6638544" y="5879592"/>
              <a:ext cx="1033272" cy="73152"/>
            </a:xfrm>
            <a:prstGeom prst="rightArrow">
              <a:avLst/>
            </a:prstGeom>
            <a:solidFill>
              <a:srgbClr val="59736A"/>
            </a:solidFill>
            <a:ln>
              <a:solidFill>
                <a:srgbClr val="5973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60" name="Right Arrow 80">
              <a:extLst>
                <a:ext uri="{FF2B5EF4-FFF2-40B4-BE49-F238E27FC236}">
                  <a16:creationId xmlns:a16="http://schemas.microsoft.com/office/drawing/2014/main" id="{EA00DC3D-7479-D0A5-915B-C85F6D473AE1}"/>
                </a:ext>
              </a:extLst>
            </p:cNvPr>
            <p:cNvSpPr/>
            <p:nvPr/>
          </p:nvSpPr>
          <p:spPr>
            <a:xfrm>
              <a:off x="8211312" y="5879592"/>
              <a:ext cx="1033272" cy="73152"/>
            </a:xfrm>
            <a:prstGeom prst="rightArrow">
              <a:avLst/>
            </a:prstGeom>
            <a:solidFill>
              <a:srgbClr val="59736A"/>
            </a:solidFill>
            <a:ln>
              <a:solidFill>
                <a:srgbClr val="5973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62" name="Oval 461">
              <a:extLst>
                <a:ext uri="{FF2B5EF4-FFF2-40B4-BE49-F238E27FC236}">
                  <a16:creationId xmlns:a16="http://schemas.microsoft.com/office/drawing/2014/main" id="{B6C751E1-0036-80D2-FDAE-570AC21FA2F4}"/>
                </a:ext>
              </a:extLst>
            </p:cNvPr>
            <p:cNvSpPr/>
            <p:nvPr/>
          </p:nvSpPr>
          <p:spPr>
            <a:xfrm>
              <a:off x="1417320" y="5687568"/>
              <a:ext cx="438912" cy="438912"/>
            </a:xfrm>
            <a:prstGeom prst="ellipse">
              <a:avLst/>
            </a:prstGeom>
            <a:solidFill>
              <a:srgbClr val="0A7A5C"/>
            </a:solidFill>
            <a:ln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64" name="TextBox 463">
              <a:extLst>
                <a:ext uri="{FF2B5EF4-FFF2-40B4-BE49-F238E27FC236}">
                  <a16:creationId xmlns:a16="http://schemas.microsoft.com/office/drawing/2014/main" id="{A28143FA-E149-0B37-007F-3DBC72A76F47}"/>
                </a:ext>
              </a:extLst>
            </p:cNvPr>
            <p:cNvSpPr txBox="1"/>
            <p:nvPr/>
          </p:nvSpPr>
          <p:spPr>
            <a:xfrm>
              <a:off x="1444752" y="5751576"/>
              <a:ext cx="384048" cy="183127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1</a:t>
              </a:r>
            </a:p>
          </p:txBody>
        </p: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346FD1E8-17FB-2125-A004-5E2E05D40228}"/>
                </a:ext>
              </a:extLst>
            </p:cNvPr>
            <p:cNvSpPr txBox="1"/>
            <p:nvPr/>
          </p:nvSpPr>
          <p:spPr>
            <a:xfrm>
              <a:off x="1088136" y="6144768"/>
              <a:ext cx="1097281" cy="153888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76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Capture</a:t>
              </a:r>
            </a:p>
          </p:txBody>
        </p:sp>
        <p:sp>
          <p:nvSpPr>
            <p:cNvPr id="468" name="Oval 467">
              <a:extLst>
                <a:ext uri="{FF2B5EF4-FFF2-40B4-BE49-F238E27FC236}">
                  <a16:creationId xmlns:a16="http://schemas.microsoft.com/office/drawing/2014/main" id="{A4FFA803-012B-93B3-BB08-FE17937FFEA7}"/>
                </a:ext>
              </a:extLst>
            </p:cNvPr>
            <p:cNvSpPr/>
            <p:nvPr/>
          </p:nvSpPr>
          <p:spPr>
            <a:xfrm>
              <a:off x="2990088" y="5687568"/>
              <a:ext cx="438912" cy="438912"/>
            </a:xfrm>
            <a:prstGeom prst="ellipse">
              <a:avLst/>
            </a:prstGeom>
            <a:solidFill>
              <a:srgbClr val="0A7A5C"/>
            </a:solidFill>
            <a:ln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51A38603-025F-10BB-044E-4E58F5DB3F0E}"/>
                </a:ext>
              </a:extLst>
            </p:cNvPr>
            <p:cNvSpPr txBox="1"/>
            <p:nvPr/>
          </p:nvSpPr>
          <p:spPr>
            <a:xfrm>
              <a:off x="3017521" y="5751576"/>
              <a:ext cx="384048" cy="183127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2</a:t>
              </a:r>
            </a:p>
          </p:txBody>
        </p:sp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A678CFC5-DE3E-5643-1705-841437F7253C}"/>
                </a:ext>
              </a:extLst>
            </p:cNvPr>
            <p:cNvSpPr txBox="1"/>
            <p:nvPr/>
          </p:nvSpPr>
          <p:spPr>
            <a:xfrm>
              <a:off x="2660903" y="6144768"/>
              <a:ext cx="1097281" cy="153888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76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Validate</a:t>
              </a:r>
            </a:p>
          </p:txBody>
        </p:sp>
        <p:sp>
          <p:nvSpPr>
            <p:cNvPr id="474" name="Oval 473">
              <a:extLst>
                <a:ext uri="{FF2B5EF4-FFF2-40B4-BE49-F238E27FC236}">
                  <a16:creationId xmlns:a16="http://schemas.microsoft.com/office/drawing/2014/main" id="{EA46E2F0-9911-3E18-CBD0-B5BAFBE3BB6E}"/>
                </a:ext>
              </a:extLst>
            </p:cNvPr>
            <p:cNvSpPr/>
            <p:nvPr/>
          </p:nvSpPr>
          <p:spPr>
            <a:xfrm>
              <a:off x="4562856" y="5687568"/>
              <a:ext cx="438912" cy="438912"/>
            </a:xfrm>
            <a:prstGeom prst="ellipse">
              <a:avLst/>
            </a:prstGeom>
            <a:solidFill>
              <a:srgbClr val="0A7A5C"/>
            </a:solidFill>
            <a:ln>
              <a:solidFill>
                <a:srgbClr val="0A7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76" name="TextBox 475">
              <a:extLst>
                <a:ext uri="{FF2B5EF4-FFF2-40B4-BE49-F238E27FC236}">
                  <a16:creationId xmlns:a16="http://schemas.microsoft.com/office/drawing/2014/main" id="{91207DC3-A2BB-D53C-DEA6-989E84D3D262}"/>
                </a:ext>
              </a:extLst>
            </p:cNvPr>
            <p:cNvSpPr txBox="1"/>
            <p:nvPr/>
          </p:nvSpPr>
          <p:spPr>
            <a:xfrm>
              <a:off x="4590287" y="5751576"/>
              <a:ext cx="384048" cy="183127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3</a:t>
              </a:r>
            </a:p>
          </p:txBody>
        </p:sp>
        <p:sp>
          <p:nvSpPr>
            <p:cNvPr id="478" name="TextBox 477">
              <a:extLst>
                <a:ext uri="{FF2B5EF4-FFF2-40B4-BE49-F238E27FC236}">
                  <a16:creationId xmlns:a16="http://schemas.microsoft.com/office/drawing/2014/main" id="{6DDD7B5F-583C-20DA-4388-AF3D10518CAB}"/>
                </a:ext>
              </a:extLst>
            </p:cNvPr>
            <p:cNvSpPr txBox="1"/>
            <p:nvPr/>
          </p:nvSpPr>
          <p:spPr>
            <a:xfrm>
              <a:off x="4233672" y="6144768"/>
              <a:ext cx="1097281" cy="153888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76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Forecast</a:t>
              </a:r>
            </a:p>
          </p:txBody>
        </p:sp>
        <p:sp>
          <p:nvSpPr>
            <p:cNvPr id="480" name="Oval 479">
              <a:extLst>
                <a:ext uri="{FF2B5EF4-FFF2-40B4-BE49-F238E27FC236}">
                  <a16:creationId xmlns:a16="http://schemas.microsoft.com/office/drawing/2014/main" id="{93111DED-5E1D-686F-EED9-D81FEEA667CD}"/>
                </a:ext>
              </a:extLst>
            </p:cNvPr>
            <p:cNvSpPr/>
            <p:nvPr/>
          </p:nvSpPr>
          <p:spPr>
            <a:xfrm>
              <a:off x="6135624" y="5687568"/>
              <a:ext cx="438912" cy="438912"/>
            </a:xfrm>
            <a:prstGeom prst="ellipse">
              <a:avLst/>
            </a:prstGeom>
            <a:solidFill>
              <a:srgbClr val="E88734"/>
            </a:solidFill>
            <a:ln>
              <a:solidFill>
                <a:srgbClr val="E887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6FB554B4-1000-27D6-0525-5E48504A5A73}"/>
                </a:ext>
              </a:extLst>
            </p:cNvPr>
            <p:cNvSpPr txBox="1"/>
            <p:nvPr/>
          </p:nvSpPr>
          <p:spPr>
            <a:xfrm>
              <a:off x="6163056" y="5751576"/>
              <a:ext cx="384048" cy="183127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4</a:t>
              </a:r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id="{D93A5083-52BE-F9EB-F6D8-819F775B67C4}"/>
                </a:ext>
              </a:extLst>
            </p:cNvPr>
            <p:cNvSpPr txBox="1"/>
            <p:nvPr/>
          </p:nvSpPr>
          <p:spPr>
            <a:xfrm>
              <a:off x="5806440" y="6144768"/>
              <a:ext cx="1097281" cy="153888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76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Simulate</a:t>
              </a:r>
            </a:p>
          </p:txBody>
        </p:sp>
        <p:sp>
          <p:nvSpPr>
            <p:cNvPr id="486" name="Oval 485">
              <a:extLst>
                <a:ext uri="{FF2B5EF4-FFF2-40B4-BE49-F238E27FC236}">
                  <a16:creationId xmlns:a16="http://schemas.microsoft.com/office/drawing/2014/main" id="{A8317EE1-56EA-F4A5-92DB-FEEC637FF1B1}"/>
                </a:ext>
              </a:extLst>
            </p:cNvPr>
            <p:cNvSpPr/>
            <p:nvPr/>
          </p:nvSpPr>
          <p:spPr>
            <a:xfrm>
              <a:off x="7708392" y="5687568"/>
              <a:ext cx="438912" cy="438912"/>
            </a:xfrm>
            <a:prstGeom prst="ellipse">
              <a:avLst/>
            </a:prstGeom>
            <a:solidFill>
              <a:srgbClr val="E88734"/>
            </a:solidFill>
            <a:ln>
              <a:solidFill>
                <a:srgbClr val="E887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FAA334A2-5D87-18C6-322D-80DFE1452921}"/>
                </a:ext>
              </a:extLst>
            </p:cNvPr>
            <p:cNvSpPr txBox="1"/>
            <p:nvPr/>
          </p:nvSpPr>
          <p:spPr>
            <a:xfrm>
              <a:off x="7735823" y="5751576"/>
              <a:ext cx="384048" cy="183127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5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2A46CAED-027C-C491-A445-379558C746EF}"/>
                </a:ext>
              </a:extLst>
            </p:cNvPr>
            <p:cNvSpPr txBox="1"/>
            <p:nvPr/>
          </p:nvSpPr>
          <p:spPr>
            <a:xfrm>
              <a:off x="7379207" y="6144768"/>
              <a:ext cx="1097281" cy="153888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76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Flag Risk</a:t>
              </a:r>
            </a:p>
          </p:txBody>
        </p:sp>
        <p:sp>
          <p:nvSpPr>
            <p:cNvPr id="492" name="Oval 491">
              <a:extLst>
                <a:ext uri="{FF2B5EF4-FFF2-40B4-BE49-F238E27FC236}">
                  <a16:creationId xmlns:a16="http://schemas.microsoft.com/office/drawing/2014/main" id="{891E25BD-F625-0A4B-971A-A548297A9F86}"/>
                </a:ext>
              </a:extLst>
            </p:cNvPr>
            <p:cNvSpPr/>
            <p:nvPr/>
          </p:nvSpPr>
          <p:spPr>
            <a:xfrm>
              <a:off x="9281160" y="5687568"/>
              <a:ext cx="438912" cy="438912"/>
            </a:xfrm>
            <a:prstGeom prst="ellipse">
              <a:avLst/>
            </a:prstGeom>
            <a:solidFill>
              <a:srgbClr val="F2B84B"/>
            </a:solidFill>
            <a:ln>
              <a:solidFill>
                <a:srgbClr val="F2B8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64A81E82-766D-5A23-7EEE-D162AECED454}"/>
                </a:ext>
              </a:extLst>
            </p:cNvPr>
            <p:cNvSpPr txBox="1"/>
            <p:nvPr/>
          </p:nvSpPr>
          <p:spPr>
            <a:xfrm>
              <a:off x="9308591" y="5751576"/>
              <a:ext cx="384048" cy="183127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95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6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802C1804-47BE-3F80-257D-57C0A224FDCE}"/>
                </a:ext>
              </a:extLst>
            </p:cNvPr>
            <p:cNvSpPr txBox="1"/>
            <p:nvPr/>
          </p:nvSpPr>
          <p:spPr>
            <a:xfrm>
              <a:off x="8951976" y="6144768"/>
              <a:ext cx="1097281" cy="270843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76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Recommend</a:t>
              </a:r>
              <a:br>
                <a:rPr>
                  <a:latin typeface="Playfair Display" panose="00000500000000000000" pitchFamily="2" charset="0"/>
                </a:rPr>
              </a:br>
              <a:r>
                <a:rPr>
                  <a:latin typeface="Playfair Display" panose="00000500000000000000" pitchFamily="2" charset="0"/>
                </a:rPr>
                <a:t>Rescue</a:t>
              </a:r>
            </a:p>
          </p:txBody>
        </p:sp>
        <p:sp>
          <p:nvSpPr>
            <p:cNvPr id="498" name="Rounded Rectangle 99">
              <a:extLst>
                <a:ext uri="{FF2B5EF4-FFF2-40B4-BE49-F238E27FC236}">
                  <a16:creationId xmlns:a16="http://schemas.microsoft.com/office/drawing/2014/main" id="{6834E242-2590-4C60-5FCF-DF126F1510B7}"/>
                </a:ext>
              </a:extLst>
            </p:cNvPr>
            <p:cNvSpPr/>
            <p:nvPr/>
          </p:nvSpPr>
          <p:spPr>
            <a:xfrm>
              <a:off x="3785615" y="6327648"/>
              <a:ext cx="4480560" cy="256032"/>
            </a:xfrm>
            <a:prstGeom prst="roundRect">
              <a:avLst/>
            </a:prstGeom>
            <a:solidFill>
              <a:srgbClr val="FFF6DF"/>
            </a:solidFill>
            <a:ln w="12700">
              <a:solidFill>
                <a:srgbClr val="FFE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42E743AF-A56B-B216-A449-D8E6F592DC1A}"/>
                </a:ext>
              </a:extLst>
            </p:cNvPr>
            <p:cNvSpPr txBox="1"/>
            <p:nvPr/>
          </p:nvSpPr>
          <p:spPr>
            <a:xfrm>
              <a:off x="3840480" y="6364224"/>
              <a:ext cx="4370832" cy="283154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ctr">
                <a:defRPr sz="800" b="1">
                  <a:solidFill>
                    <a:srgbClr val="063B2E"/>
                  </a:solidFill>
                </a:defRPr>
              </a:pPr>
              <a:r>
                <a:rPr>
                  <a:latin typeface="Playfair Display" panose="00000500000000000000" pitchFamily="2" charset="0"/>
                </a:rPr>
                <a:t>Signature novelty: Digital Twin + Resilience Gap + Risk-to-Rescue Engine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9471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6"/>
          <p:cNvSpPr txBox="1">
            <a:spLocks noGrp="1"/>
          </p:cNvSpPr>
          <p:nvPr>
            <p:ph type="title"/>
          </p:nvPr>
        </p:nvSpPr>
        <p:spPr>
          <a:xfrm>
            <a:off x="720000" y="34282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>
                <a:solidFill>
                  <a:srgbClr val="063B2E"/>
                </a:solidFill>
                <a:latin typeface="Playfair Display" panose="00000500000000000000" pitchFamily="2" charset="0"/>
                <a:ea typeface="Aptos Display" pitchFamily="34" charset="-122"/>
                <a:cs typeface="Aptos Display" pitchFamily="34" charset="-120"/>
              </a:rPr>
              <a:t>Cash-Flow Forecasting Engine</a:t>
            </a:r>
            <a:endParaRPr lang="en-US" sz="2400" dirty="0">
              <a:latin typeface="Playfair Display" panose="00000500000000000000" pitchFamily="2" charset="0"/>
            </a:endParaRPr>
          </a:p>
        </p:txBody>
      </p: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4EB4FCF3-C9FB-4062-2458-C97CE5797C42}"/>
              </a:ext>
            </a:extLst>
          </p:cNvPr>
          <p:cNvGrpSpPr/>
          <p:nvPr/>
        </p:nvGrpSpPr>
        <p:grpSpPr>
          <a:xfrm>
            <a:off x="825023" y="950905"/>
            <a:ext cx="7473329" cy="3584448"/>
            <a:chOff x="594360" y="1234440"/>
            <a:chExt cx="10972800" cy="3584448"/>
          </a:xfrm>
        </p:grpSpPr>
        <p:sp>
          <p:nvSpPr>
            <p:cNvPr id="363" name="Shape 8">
              <a:extLst>
                <a:ext uri="{FF2B5EF4-FFF2-40B4-BE49-F238E27FC236}">
                  <a16:creationId xmlns:a16="http://schemas.microsoft.com/office/drawing/2014/main" id="{F1C93F90-0AFE-CC6C-B45F-8080343C3650}"/>
                </a:ext>
              </a:extLst>
            </p:cNvPr>
            <p:cNvSpPr/>
            <p:nvPr/>
          </p:nvSpPr>
          <p:spPr>
            <a:xfrm>
              <a:off x="594360" y="1234440"/>
              <a:ext cx="182880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65" name="Text 9">
              <a:extLst>
                <a:ext uri="{FF2B5EF4-FFF2-40B4-BE49-F238E27FC236}">
                  <a16:creationId xmlns:a16="http://schemas.microsoft.com/office/drawing/2014/main" id="{DC18B11D-6D41-3796-3727-C573AC21A860}"/>
                </a:ext>
              </a:extLst>
            </p:cNvPr>
            <p:cNvSpPr/>
            <p:nvPr/>
          </p:nvSpPr>
          <p:spPr>
            <a:xfrm>
              <a:off x="635508" y="1266444"/>
              <a:ext cx="174650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Module</a:t>
              </a:r>
              <a:endParaRPr lang="en-US" sz="940" dirty="0">
                <a:latin typeface="Playfair Display" panose="00000500000000000000" pitchFamily="2" charset="0"/>
              </a:endParaRPr>
            </a:p>
          </p:txBody>
        </p:sp>
        <p:sp>
          <p:nvSpPr>
            <p:cNvPr id="367" name="Shape 10">
              <a:extLst>
                <a:ext uri="{FF2B5EF4-FFF2-40B4-BE49-F238E27FC236}">
                  <a16:creationId xmlns:a16="http://schemas.microsoft.com/office/drawing/2014/main" id="{F9A0C14C-7858-DE53-16C8-5A50058BC9F2}"/>
                </a:ext>
              </a:extLst>
            </p:cNvPr>
            <p:cNvSpPr/>
            <p:nvPr/>
          </p:nvSpPr>
          <p:spPr>
            <a:xfrm>
              <a:off x="2423160" y="1234440"/>
              <a:ext cx="274320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Playfair Display" panose="00000500000000000000" pitchFamily="2" charset="0"/>
              </a:endParaRPr>
            </a:p>
          </p:txBody>
        </p:sp>
        <p:sp>
          <p:nvSpPr>
            <p:cNvPr id="369" name="Text 11">
              <a:extLst>
                <a:ext uri="{FF2B5EF4-FFF2-40B4-BE49-F238E27FC236}">
                  <a16:creationId xmlns:a16="http://schemas.microsoft.com/office/drawing/2014/main" id="{F7F2585E-300D-6B80-09CD-A49146F060DD}"/>
                </a:ext>
              </a:extLst>
            </p:cNvPr>
            <p:cNvSpPr/>
            <p:nvPr/>
          </p:nvSpPr>
          <p:spPr>
            <a:xfrm>
              <a:off x="2464308" y="1266444"/>
              <a:ext cx="266090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Method</a:t>
              </a:r>
              <a:endParaRPr lang="en-US" sz="940" dirty="0">
                <a:latin typeface="Playfair Display" panose="00000500000000000000" pitchFamily="2" charset="0"/>
              </a:endParaRPr>
            </a:p>
          </p:txBody>
        </p:sp>
        <p:sp>
          <p:nvSpPr>
            <p:cNvPr id="371" name="Shape 12">
              <a:extLst>
                <a:ext uri="{FF2B5EF4-FFF2-40B4-BE49-F238E27FC236}">
                  <a16:creationId xmlns:a16="http://schemas.microsoft.com/office/drawing/2014/main" id="{072D24F0-A244-A801-E380-07FA5614F888}"/>
                </a:ext>
              </a:extLst>
            </p:cNvPr>
            <p:cNvSpPr/>
            <p:nvPr/>
          </p:nvSpPr>
          <p:spPr>
            <a:xfrm>
              <a:off x="5166360" y="1234440"/>
              <a:ext cx="384048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73" name="Text 13">
              <a:extLst>
                <a:ext uri="{FF2B5EF4-FFF2-40B4-BE49-F238E27FC236}">
                  <a16:creationId xmlns:a16="http://schemas.microsoft.com/office/drawing/2014/main" id="{53F49BEA-716C-3BD0-67AE-00ADB4C9A923}"/>
                </a:ext>
              </a:extLst>
            </p:cNvPr>
            <p:cNvSpPr/>
            <p:nvPr/>
          </p:nvSpPr>
          <p:spPr>
            <a:xfrm>
              <a:off x="5207508" y="1266444"/>
              <a:ext cx="37581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Reason for choosing it</a:t>
              </a:r>
              <a:endParaRPr lang="en-US" sz="940" dirty="0">
                <a:latin typeface="Playfair Display" panose="00000500000000000000" pitchFamily="2" charset="0"/>
              </a:endParaRPr>
            </a:p>
          </p:txBody>
        </p:sp>
        <p:sp>
          <p:nvSpPr>
            <p:cNvPr id="375" name="Shape 14">
              <a:extLst>
                <a:ext uri="{FF2B5EF4-FFF2-40B4-BE49-F238E27FC236}">
                  <a16:creationId xmlns:a16="http://schemas.microsoft.com/office/drawing/2014/main" id="{CD1EF7B3-4584-2046-3B02-A553EB0F5FE5}"/>
                </a:ext>
              </a:extLst>
            </p:cNvPr>
            <p:cNvSpPr/>
            <p:nvPr/>
          </p:nvSpPr>
          <p:spPr>
            <a:xfrm>
              <a:off x="9006840" y="1234440"/>
              <a:ext cx="256032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77" name="Text 15">
              <a:extLst>
                <a:ext uri="{FF2B5EF4-FFF2-40B4-BE49-F238E27FC236}">
                  <a16:creationId xmlns:a16="http://schemas.microsoft.com/office/drawing/2014/main" id="{07D98B24-6FEB-27E2-9620-2D8DD8B02B99}"/>
                </a:ext>
              </a:extLst>
            </p:cNvPr>
            <p:cNvSpPr/>
            <p:nvPr/>
          </p:nvSpPr>
          <p:spPr>
            <a:xfrm>
              <a:off x="9047988" y="1266444"/>
              <a:ext cx="247802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Prototype output</a:t>
              </a:r>
              <a:endParaRPr lang="en-US" sz="940" dirty="0">
                <a:latin typeface="Playfair Display" panose="00000500000000000000" pitchFamily="2" charset="0"/>
              </a:endParaRPr>
            </a:p>
          </p:txBody>
        </p:sp>
        <p:sp>
          <p:nvSpPr>
            <p:cNvPr id="384" name="Shape 16">
              <a:extLst>
                <a:ext uri="{FF2B5EF4-FFF2-40B4-BE49-F238E27FC236}">
                  <a16:creationId xmlns:a16="http://schemas.microsoft.com/office/drawing/2014/main" id="{CAE92936-6E6F-2A46-2CDA-CC10CA469B57}"/>
                </a:ext>
              </a:extLst>
            </p:cNvPr>
            <p:cNvSpPr/>
            <p:nvPr/>
          </p:nvSpPr>
          <p:spPr>
            <a:xfrm>
              <a:off x="594360" y="1618488"/>
              <a:ext cx="182880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86" name="Text 17">
              <a:extLst>
                <a:ext uri="{FF2B5EF4-FFF2-40B4-BE49-F238E27FC236}">
                  <a16:creationId xmlns:a16="http://schemas.microsoft.com/office/drawing/2014/main" id="{255A1D7D-C1C0-DDF4-3C7B-39B13E672171}"/>
                </a:ext>
              </a:extLst>
            </p:cNvPr>
            <p:cNvSpPr/>
            <p:nvPr/>
          </p:nvSpPr>
          <p:spPr>
            <a:xfrm>
              <a:off x="635508" y="1650492"/>
              <a:ext cx="17465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Data cleaning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388" name="Shape 18">
              <a:extLst>
                <a:ext uri="{FF2B5EF4-FFF2-40B4-BE49-F238E27FC236}">
                  <a16:creationId xmlns:a16="http://schemas.microsoft.com/office/drawing/2014/main" id="{7721B28B-9B9D-5E8D-CE59-4500375379EF}"/>
                </a:ext>
              </a:extLst>
            </p:cNvPr>
            <p:cNvSpPr/>
            <p:nvPr/>
          </p:nvSpPr>
          <p:spPr>
            <a:xfrm>
              <a:off x="2423160" y="1618488"/>
              <a:ext cx="274320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0" name="Text 19">
              <a:extLst>
                <a:ext uri="{FF2B5EF4-FFF2-40B4-BE49-F238E27FC236}">
                  <a16:creationId xmlns:a16="http://schemas.microsoft.com/office/drawing/2014/main" id="{587411FD-D6E3-56DE-52A1-A99F73496680}"/>
                </a:ext>
              </a:extLst>
            </p:cNvPr>
            <p:cNvSpPr/>
            <p:nvPr/>
          </p:nvSpPr>
          <p:spPr>
            <a:xfrm>
              <a:off x="2464308" y="1650492"/>
              <a:ext cx="26609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Rule-based validation + missing value treatment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392" name="Shape 20">
              <a:extLst>
                <a:ext uri="{FF2B5EF4-FFF2-40B4-BE49-F238E27FC236}">
                  <a16:creationId xmlns:a16="http://schemas.microsoft.com/office/drawing/2014/main" id="{02547DED-3DD9-2368-F5B3-E386EB82817F}"/>
                </a:ext>
              </a:extLst>
            </p:cNvPr>
            <p:cNvSpPr/>
            <p:nvPr/>
          </p:nvSpPr>
          <p:spPr>
            <a:xfrm>
              <a:off x="5166360" y="1618488"/>
              <a:ext cx="384048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4" name="Text 21">
              <a:extLst>
                <a:ext uri="{FF2B5EF4-FFF2-40B4-BE49-F238E27FC236}">
                  <a16:creationId xmlns:a16="http://schemas.microsoft.com/office/drawing/2014/main" id="{21772A0E-6CD1-F0F5-DCC4-BF7C06026161}"/>
                </a:ext>
              </a:extLst>
            </p:cNvPr>
            <p:cNvSpPr/>
            <p:nvPr/>
          </p:nvSpPr>
          <p:spPr>
            <a:xfrm>
              <a:off x="5207508" y="1650492"/>
              <a:ext cx="375818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Round 1/2 mock data may be imperfect and sparse.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396" name="Shape 22">
              <a:extLst>
                <a:ext uri="{FF2B5EF4-FFF2-40B4-BE49-F238E27FC236}">
                  <a16:creationId xmlns:a16="http://schemas.microsoft.com/office/drawing/2014/main" id="{3AE7B9A7-34D4-43EA-372A-F17054E13AAD}"/>
                </a:ext>
              </a:extLst>
            </p:cNvPr>
            <p:cNvSpPr/>
            <p:nvPr/>
          </p:nvSpPr>
          <p:spPr>
            <a:xfrm>
              <a:off x="9006840" y="1618488"/>
              <a:ext cx="256032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8" name="Text 23">
              <a:extLst>
                <a:ext uri="{FF2B5EF4-FFF2-40B4-BE49-F238E27FC236}">
                  <a16:creationId xmlns:a16="http://schemas.microsoft.com/office/drawing/2014/main" id="{C413C39B-F6BE-C357-D421-BE8EF004586A}"/>
                </a:ext>
              </a:extLst>
            </p:cNvPr>
            <p:cNvSpPr/>
            <p:nvPr/>
          </p:nvSpPr>
          <p:spPr>
            <a:xfrm>
              <a:off x="9047988" y="1650492"/>
              <a:ext cx="247802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Clean ledger and confidence level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00" name="Shape 24">
              <a:extLst>
                <a:ext uri="{FF2B5EF4-FFF2-40B4-BE49-F238E27FC236}">
                  <a16:creationId xmlns:a16="http://schemas.microsoft.com/office/drawing/2014/main" id="{09B450F5-B0D4-986A-4028-AF05E6059DF8}"/>
                </a:ext>
              </a:extLst>
            </p:cNvPr>
            <p:cNvSpPr/>
            <p:nvPr/>
          </p:nvSpPr>
          <p:spPr>
            <a:xfrm>
              <a:off x="594360" y="2258568"/>
              <a:ext cx="182880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02" name="Text 25">
              <a:extLst>
                <a:ext uri="{FF2B5EF4-FFF2-40B4-BE49-F238E27FC236}">
                  <a16:creationId xmlns:a16="http://schemas.microsoft.com/office/drawing/2014/main" id="{81C0EE5A-7F2C-9559-CEBB-C5AA779DCE26}"/>
                </a:ext>
              </a:extLst>
            </p:cNvPr>
            <p:cNvSpPr/>
            <p:nvPr/>
          </p:nvSpPr>
          <p:spPr>
            <a:xfrm>
              <a:off x="635508" y="2290572"/>
              <a:ext cx="17465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Feature engineering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04" name="Shape 26">
              <a:extLst>
                <a:ext uri="{FF2B5EF4-FFF2-40B4-BE49-F238E27FC236}">
                  <a16:creationId xmlns:a16="http://schemas.microsoft.com/office/drawing/2014/main" id="{AAE867AF-CE8E-5D6C-7C62-883D32AF88A8}"/>
                </a:ext>
              </a:extLst>
            </p:cNvPr>
            <p:cNvSpPr/>
            <p:nvPr/>
          </p:nvSpPr>
          <p:spPr>
            <a:xfrm>
              <a:off x="2423160" y="2258568"/>
              <a:ext cx="274320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06" name="Text 27">
              <a:extLst>
                <a:ext uri="{FF2B5EF4-FFF2-40B4-BE49-F238E27FC236}">
                  <a16:creationId xmlns:a16="http://schemas.microsoft.com/office/drawing/2014/main" id="{2BD88D8E-E22E-B1D4-0035-EA3EF2E3F25F}"/>
                </a:ext>
              </a:extLst>
            </p:cNvPr>
            <p:cNvSpPr/>
            <p:nvPr/>
          </p:nvSpPr>
          <p:spPr>
            <a:xfrm>
              <a:off x="2464308" y="2290572"/>
              <a:ext cx="26609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Seasonality, repayment calendar, shock index, moving averages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08" name="Shape 28">
              <a:extLst>
                <a:ext uri="{FF2B5EF4-FFF2-40B4-BE49-F238E27FC236}">
                  <a16:creationId xmlns:a16="http://schemas.microsoft.com/office/drawing/2014/main" id="{63898963-195B-1E6D-683B-4DEBE4DAF864}"/>
                </a:ext>
              </a:extLst>
            </p:cNvPr>
            <p:cNvSpPr/>
            <p:nvPr/>
          </p:nvSpPr>
          <p:spPr>
            <a:xfrm>
              <a:off x="5166360" y="2258568"/>
              <a:ext cx="384048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0" name="Text 29">
              <a:extLst>
                <a:ext uri="{FF2B5EF4-FFF2-40B4-BE49-F238E27FC236}">
                  <a16:creationId xmlns:a16="http://schemas.microsoft.com/office/drawing/2014/main" id="{D777D69C-43A2-79B8-66F9-D3CA5D321A3A}"/>
                </a:ext>
              </a:extLst>
            </p:cNvPr>
            <p:cNvSpPr/>
            <p:nvPr/>
          </p:nvSpPr>
          <p:spPr>
            <a:xfrm>
              <a:off x="5207508" y="2290572"/>
              <a:ext cx="375818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Captures rural business cycles better than raw amounts.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12" name="Shape 30">
              <a:extLst>
                <a:ext uri="{FF2B5EF4-FFF2-40B4-BE49-F238E27FC236}">
                  <a16:creationId xmlns:a16="http://schemas.microsoft.com/office/drawing/2014/main" id="{6FAE3531-89A2-7FF0-F671-56ABCC477C5C}"/>
                </a:ext>
              </a:extLst>
            </p:cNvPr>
            <p:cNvSpPr/>
            <p:nvPr/>
          </p:nvSpPr>
          <p:spPr>
            <a:xfrm>
              <a:off x="9006840" y="2258568"/>
              <a:ext cx="256032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4" name="Text 31">
              <a:extLst>
                <a:ext uri="{FF2B5EF4-FFF2-40B4-BE49-F238E27FC236}">
                  <a16:creationId xmlns:a16="http://schemas.microsoft.com/office/drawing/2014/main" id="{165ADE76-F43A-0A2B-946C-18626915D906}"/>
                </a:ext>
              </a:extLst>
            </p:cNvPr>
            <p:cNvSpPr/>
            <p:nvPr/>
          </p:nvSpPr>
          <p:spPr>
            <a:xfrm>
              <a:off x="9047988" y="2290572"/>
              <a:ext cx="247802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Model-ready feature table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16" name="Shape 32">
              <a:extLst>
                <a:ext uri="{FF2B5EF4-FFF2-40B4-BE49-F238E27FC236}">
                  <a16:creationId xmlns:a16="http://schemas.microsoft.com/office/drawing/2014/main" id="{1DEB385B-D96F-E8BF-6AAC-C7597059EBF1}"/>
                </a:ext>
              </a:extLst>
            </p:cNvPr>
            <p:cNvSpPr/>
            <p:nvPr/>
          </p:nvSpPr>
          <p:spPr>
            <a:xfrm>
              <a:off x="594360" y="2898648"/>
              <a:ext cx="182880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8" name="Text 33">
              <a:extLst>
                <a:ext uri="{FF2B5EF4-FFF2-40B4-BE49-F238E27FC236}">
                  <a16:creationId xmlns:a16="http://schemas.microsoft.com/office/drawing/2014/main" id="{CDA8AD41-E262-A0EA-300E-EE4CFE28FAC1}"/>
                </a:ext>
              </a:extLst>
            </p:cNvPr>
            <p:cNvSpPr/>
            <p:nvPr/>
          </p:nvSpPr>
          <p:spPr>
            <a:xfrm>
              <a:off x="635508" y="2930652"/>
              <a:ext cx="17465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Forecast model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20" name="Shape 34">
              <a:extLst>
                <a:ext uri="{FF2B5EF4-FFF2-40B4-BE49-F238E27FC236}">
                  <a16:creationId xmlns:a16="http://schemas.microsoft.com/office/drawing/2014/main" id="{CCC5A1AF-95C2-9688-83ED-E95EE874BF85}"/>
                </a:ext>
              </a:extLst>
            </p:cNvPr>
            <p:cNvSpPr/>
            <p:nvPr/>
          </p:nvSpPr>
          <p:spPr>
            <a:xfrm>
              <a:off x="2423160" y="2898648"/>
              <a:ext cx="274320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22" name="Text 35">
              <a:extLst>
                <a:ext uri="{FF2B5EF4-FFF2-40B4-BE49-F238E27FC236}">
                  <a16:creationId xmlns:a16="http://schemas.microsoft.com/office/drawing/2014/main" id="{3C2B0ECE-AB30-B5F7-DCAB-F2CACB30CCF1}"/>
                </a:ext>
              </a:extLst>
            </p:cNvPr>
            <p:cNvSpPr/>
            <p:nvPr/>
          </p:nvSpPr>
          <p:spPr>
            <a:xfrm>
              <a:off x="2464308" y="2930652"/>
              <a:ext cx="26609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XGBoost / LightGBM quantile regression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24" name="Shape 36">
              <a:extLst>
                <a:ext uri="{FF2B5EF4-FFF2-40B4-BE49-F238E27FC236}">
                  <a16:creationId xmlns:a16="http://schemas.microsoft.com/office/drawing/2014/main" id="{B268D3F8-63D2-D8B7-2B53-09CFE1A53D53}"/>
                </a:ext>
              </a:extLst>
            </p:cNvPr>
            <p:cNvSpPr/>
            <p:nvPr/>
          </p:nvSpPr>
          <p:spPr>
            <a:xfrm>
              <a:off x="5166360" y="2898648"/>
              <a:ext cx="384048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26" name="Text 37">
              <a:extLst>
                <a:ext uri="{FF2B5EF4-FFF2-40B4-BE49-F238E27FC236}">
                  <a16:creationId xmlns:a16="http://schemas.microsoft.com/office/drawing/2014/main" id="{C68BA95D-0299-BAF2-3D9D-F2A90A6BC607}"/>
                </a:ext>
              </a:extLst>
            </p:cNvPr>
            <p:cNvSpPr/>
            <p:nvPr/>
          </p:nvSpPr>
          <p:spPr>
            <a:xfrm>
              <a:off x="5207508" y="2930652"/>
              <a:ext cx="375818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Works well with tabular, small and mixed proxy datasets.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28" name="Shape 38">
              <a:extLst>
                <a:ext uri="{FF2B5EF4-FFF2-40B4-BE49-F238E27FC236}">
                  <a16:creationId xmlns:a16="http://schemas.microsoft.com/office/drawing/2014/main" id="{9984EB6A-0AAF-0046-36EC-A11A993B800E}"/>
                </a:ext>
              </a:extLst>
            </p:cNvPr>
            <p:cNvSpPr/>
            <p:nvPr/>
          </p:nvSpPr>
          <p:spPr>
            <a:xfrm>
              <a:off x="9006840" y="2898648"/>
              <a:ext cx="256032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30" name="Text 39">
              <a:extLst>
                <a:ext uri="{FF2B5EF4-FFF2-40B4-BE49-F238E27FC236}">
                  <a16:creationId xmlns:a16="http://schemas.microsoft.com/office/drawing/2014/main" id="{1E428929-3409-4239-7867-871FCBF44E0C}"/>
                </a:ext>
              </a:extLst>
            </p:cNvPr>
            <p:cNvSpPr/>
            <p:nvPr/>
          </p:nvSpPr>
          <p:spPr>
            <a:xfrm>
              <a:off x="9047988" y="2930652"/>
              <a:ext cx="247802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Expected cash flow + low/high band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32" name="Shape 40">
              <a:extLst>
                <a:ext uri="{FF2B5EF4-FFF2-40B4-BE49-F238E27FC236}">
                  <a16:creationId xmlns:a16="http://schemas.microsoft.com/office/drawing/2014/main" id="{501223A7-3E69-F872-508A-30FE528ECB47}"/>
                </a:ext>
              </a:extLst>
            </p:cNvPr>
            <p:cNvSpPr/>
            <p:nvPr/>
          </p:nvSpPr>
          <p:spPr>
            <a:xfrm>
              <a:off x="594360" y="3538728"/>
              <a:ext cx="182880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34" name="Text 41">
              <a:extLst>
                <a:ext uri="{FF2B5EF4-FFF2-40B4-BE49-F238E27FC236}">
                  <a16:creationId xmlns:a16="http://schemas.microsoft.com/office/drawing/2014/main" id="{0DA25C73-9CDB-D876-114A-F25AC0C9D0F7}"/>
                </a:ext>
              </a:extLst>
            </p:cNvPr>
            <p:cNvSpPr/>
            <p:nvPr/>
          </p:nvSpPr>
          <p:spPr>
            <a:xfrm>
              <a:off x="635508" y="3570732"/>
              <a:ext cx="17465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Cold-start model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36" name="Shape 42">
              <a:extLst>
                <a:ext uri="{FF2B5EF4-FFF2-40B4-BE49-F238E27FC236}">
                  <a16:creationId xmlns:a16="http://schemas.microsoft.com/office/drawing/2014/main" id="{05378B16-67D3-1794-2A86-CB528008A473}"/>
                </a:ext>
              </a:extLst>
            </p:cNvPr>
            <p:cNvSpPr/>
            <p:nvPr/>
          </p:nvSpPr>
          <p:spPr>
            <a:xfrm>
              <a:off x="2423160" y="3538728"/>
              <a:ext cx="274320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38" name="Text 43">
              <a:extLst>
                <a:ext uri="{FF2B5EF4-FFF2-40B4-BE49-F238E27FC236}">
                  <a16:creationId xmlns:a16="http://schemas.microsoft.com/office/drawing/2014/main" id="{8135845E-24E2-992E-8A0D-F2830D587756}"/>
                </a:ext>
              </a:extLst>
            </p:cNvPr>
            <p:cNvSpPr/>
            <p:nvPr/>
          </p:nvSpPr>
          <p:spPr>
            <a:xfrm>
              <a:off x="2464308" y="3570732"/>
              <a:ext cx="26609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Sector + district cohort benchmark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40" name="Shape 44">
              <a:extLst>
                <a:ext uri="{FF2B5EF4-FFF2-40B4-BE49-F238E27FC236}">
                  <a16:creationId xmlns:a16="http://schemas.microsoft.com/office/drawing/2014/main" id="{DEB23E82-C00C-D68C-D618-D1372E68DEFF}"/>
                </a:ext>
              </a:extLst>
            </p:cNvPr>
            <p:cNvSpPr/>
            <p:nvPr/>
          </p:nvSpPr>
          <p:spPr>
            <a:xfrm>
              <a:off x="5166360" y="3538728"/>
              <a:ext cx="384048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42" name="Text 45">
              <a:extLst>
                <a:ext uri="{FF2B5EF4-FFF2-40B4-BE49-F238E27FC236}">
                  <a16:creationId xmlns:a16="http://schemas.microsoft.com/office/drawing/2014/main" id="{2CF36E6F-DAC6-9977-5E57-E495727EF908}"/>
                </a:ext>
              </a:extLst>
            </p:cNvPr>
            <p:cNvSpPr/>
            <p:nvPr/>
          </p:nvSpPr>
          <p:spPr>
            <a:xfrm>
              <a:off x="5207508" y="3570732"/>
              <a:ext cx="375818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New enterprises may have limited historical data.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44" name="Shape 46">
              <a:extLst>
                <a:ext uri="{FF2B5EF4-FFF2-40B4-BE49-F238E27FC236}">
                  <a16:creationId xmlns:a16="http://schemas.microsoft.com/office/drawing/2014/main" id="{106D5EED-84FD-E4D9-14B5-BE88AA9A34F7}"/>
                </a:ext>
              </a:extLst>
            </p:cNvPr>
            <p:cNvSpPr/>
            <p:nvPr/>
          </p:nvSpPr>
          <p:spPr>
            <a:xfrm>
              <a:off x="9006840" y="3538728"/>
              <a:ext cx="2560320" cy="64008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46" name="Text 47">
              <a:extLst>
                <a:ext uri="{FF2B5EF4-FFF2-40B4-BE49-F238E27FC236}">
                  <a16:creationId xmlns:a16="http://schemas.microsoft.com/office/drawing/2014/main" id="{58F39FDF-09E4-0340-B2ED-B57AE6FB3661}"/>
                </a:ext>
              </a:extLst>
            </p:cNvPr>
            <p:cNvSpPr/>
            <p:nvPr/>
          </p:nvSpPr>
          <p:spPr>
            <a:xfrm>
              <a:off x="9047988" y="3570732"/>
              <a:ext cx="247802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Baseline forecast using similar enterprises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48" name="Shape 48">
              <a:extLst>
                <a:ext uri="{FF2B5EF4-FFF2-40B4-BE49-F238E27FC236}">
                  <a16:creationId xmlns:a16="http://schemas.microsoft.com/office/drawing/2014/main" id="{01072057-793D-6361-6D4A-84F1EA3003BA}"/>
                </a:ext>
              </a:extLst>
            </p:cNvPr>
            <p:cNvSpPr/>
            <p:nvPr/>
          </p:nvSpPr>
          <p:spPr>
            <a:xfrm>
              <a:off x="594360" y="4178808"/>
              <a:ext cx="182880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50" name="Text 49">
              <a:extLst>
                <a:ext uri="{FF2B5EF4-FFF2-40B4-BE49-F238E27FC236}">
                  <a16:creationId xmlns:a16="http://schemas.microsoft.com/office/drawing/2014/main" id="{D6655F7E-DF9F-8FC3-CF13-5B58121ECA82}"/>
                </a:ext>
              </a:extLst>
            </p:cNvPr>
            <p:cNvSpPr/>
            <p:nvPr/>
          </p:nvSpPr>
          <p:spPr>
            <a:xfrm>
              <a:off x="635508" y="4210812"/>
              <a:ext cx="17465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Explainability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52" name="Shape 50">
              <a:extLst>
                <a:ext uri="{FF2B5EF4-FFF2-40B4-BE49-F238E27FC236}">
                  <a16:creationId xmlns:a16="http://schemas.microsoft.com/office/drawing/2014/main" id="{57E37CF6-4153-3201-5E64-E112F932B9CF}"/>
                </a:ext>
              </a:extLst>
            </p:cNvPr>
            <p:cNvSpPr/>
            <p:nvPr/>
          </p:nvSpPr>
          <p:spPr>
            <a:xfrm>
              <a:off x="2423160" y="4178808"/>
              <a:ext cx="274320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54" name="Text 51">
              <a:extLst>
                <a:ext uri="{FF2B5EF4-FFF2-40B4-BE49-F238E27FC236}">
                  <a16:creationId xmlns:a16="http://schemas.microsoft.com/office/drawing/2014/main" id="{A95C12EC-1196-730D-35AB-88947BE5D5DD}"/>
                </a:ext>
              </a:extLst>
            </p:cNvPr>
            <p:cNvSpPr/>
            <p:nvPr/>
          </p:nvSpPr>
          <p:spPr>
            <a:xfrm>
              <a:off x="2464308" y="4210812"/>
              <a:ext cx="266090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SHAP-style contribution ranking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56" name="Shape 52">
              <a:extLst>
                <a:ext uri="{FF2B5EF4-FFF2-40B4-BE49-F238E27FC236}">
                  <a16:creationId xmlns:a16="http://schemas.microsoft.com/office/drawing/2014/main" id="{D5A8BE02-2655-D47B-B9E3-D3AE6C299E1C}"/>
                </a:ext>
              </a:extLst>
            </p:cNvPr>
            <p:cNvSpPr/>
            <p:nvPr/>
          </p:nvSpPr>
          <p:spPr>
            <a:xfrm>
              <a:off x="5166360" y="4178808"/>
              <a:ext cx="384048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58" name="Text 53">
              <a:extLst>
                <a:ext uri="{FF2B5EF4-FFF2-40B4-BE49-F238E27FC236}">
                  <a16:creationId xmlns:a16="http://schemas.microsoft.com/office/drawing/2014/main" id="{55DC1CC6-33F3-702D-45EC-7B004FE2895C}"/>
                </a:ext>
              </a:extLst>
            </p:cNvPr>
            <p:cNvSpPr/>
            <p:nvPr/>
          </p:nvSpPr>
          <p:spPr>
            <a:xfrm>
              <a:off x="5207508" y="4210812"/>
              <a:ext cx="375818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Field officers need reason codes, not black-box output.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60" name="Shape 54">
              <a:extLst>
                <a:ext uri="{FF2B5EF4-FFF2-40B4-BE49-F238E27FC236}">
                  <a16:creationId xmlns:a16="http://schemas.microsoft.com/office/drawing/2014/main" id="{068BE979-F99A-17D7-2C59-162CB9B1C45F}"/>
                </a:ext>
              </a:extLst>
            </p:cNvPr>
            <p:cNvSpPr/>
            <p:nvPr/>
          </p:nvSpPr>
          <p:spPr>
            <a:xfrm>
              <a:off x="9006840" y="4178808"/>
              <a:ext cx="2560320" cy="640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62" name="Text 55">
              <a:extLst>
                <a:ext uri="{FF2B5EF4-FFF2-40B4-BE49-F238E27FC236}">
                  <a16:creationId xmlns:a16="http://schemas.microsoft.com/office/drawing/2014/main" id="{1420253E-195C-D41F-877E-6F3CD5CF0486}"/>
                </a:ext>
              </a:extLst>
            </p:cNvPr>
            <p:cNvSpPr/>
            <p:nvPr/>
          </p:nvSpPr>
          <p:spPr>
            <a:xfrm>
              <a:off x="9047988" y="4210812"/>
              <a:ext cx="2478024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Top drivers: e.g., fodder price, low inflow, repayment date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7"/>
          <p:cNvSpPr txBox="1">
            <a:spLocks noGrp="1"/>
          </p:cNvSpPr>
          <p:nvPr>
            <p:ph type="title"/>
          </p:nvPr>
        </p:nvSpPr>
        <p:spPr>
          <a:xfrm>
            <a:off x="634656" y="184401"/>
            <a:ext cx="86434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500" b="1" dirty="0">
                <a:solidFill>
                  <a:srgbClr val="063B2E"/>
                </a:solidFill>
                <a:latin typeface="Playfair Display" panose="00000500000000000000" pitchFamily="2" charset="0"/>
                <a:ea typeface="Aptos Display" pitchFamily="34" charset="-122"/>
                <a:cs typeface="Aptos Display" pitchFamily="34" charset="-120"/>
              </a:rPr>
              <a:t>Risk Scoring Logic — From Signal to Alert</a:t>
            </a:r>
            <a:endParaRPr lang="en-US" sz="2500" dirty="0">
              <a:latin typeface="Playfair Display" panose="00000500000000000000" pitchFamily="2" charset="0"/>
            </a:endParaRPr>
          </a:p>
        </p:txBody>
      </p: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F2AB1977-523B-8BBC-4E01-DD1C592D021D}"/>
              </a:ext>
            </a:extLst>
          </p:cNvPr>
          <p:cNvGrpSpPr/>
          <p:nvPr/>
        </p:nvGrpSpPr>
        <p:grpSpPr>
          <a:xfrm>
            <a:off x="982406" y="880023"/>
            <a:ext cx="7399906" cy="3698851"/>
            <a:chOff x="731520" y="1874520"/>
            <a:chExt cx="10744200" cy="4251960"/>
          </a:xfrm>
        </p:grpSpPr>
        <p:sp>
          <p:nvSpPr>
            <p:cNvPr id="15" name="Shape 8">
              <a:extLst>
                <a:ext uri="{FF2B5EF4-FFF2-40B4-BE49-F238E27FC236}">
                  <a16:creationId xmlns:a16="http://schemas.microsoft.com/office/drawing/2014/main" id="{77289AC9-9610-D15C-0430-879B401ACDD3}"/>
                </a:ext>
              </a:extLst>
            </p:cNvPr>
            <p:cNvSpPr/>
            <p:nvPr/>
          </p:nvSpPr>
          <p:spPr>
            <a:xfrm>
              <a:off x="2880360" y="2350008"/>
              <a:ext cx="960120" cy="0"/>
            </a:xfrm>
            <a:prstGeom prst="line">
              <a:avLst/>
            </a:prstGeom>
            <a:noFill/>
            <a:ln w="19050">
              <a:solidFill>
                <a:srgbClr val="0E7C86"/>
              </a:solidFill>
              <a:prstDash val="solid"/>
              <a:headEnd type="none"/>
              <a:tailEnd type="triangle"/>
            </a:ln>
          </p:spPr>
        </p:sp>
        <p:sp>
          <p:nvSpPr>
            <p:cNvPr id="17" name="Shape 9">
              <a:extLst>
                <a:ext uri="{FF2B5EF4-FFF2-40B4-BE49-F238E27FC236}">
                  <a16:creationId xmlns:a16="http://schemas.microsoft.com/office/drawing/2014/main" id="{C34D9A19-BD5D-4EED-6D17-48357392AE56}"/>
                </a:ext>
              </a:extLst>
            </p:cNvPr>
            <p:cNvSpPr/>
            <p:nvPr/>
          </p:nvSpPr>
          <p:spPr>
            <a:xfrm>
              <a:off x="6126480" y="2350008"/>
              <a:ext cx="932688" cy="0"/>
            </a:xfrm>
            <a:prstGeom prst="line">
              <a:avLst/>
            </a:prstGeom>
            <a:noFill/>
            <a:ln w="19050">
              <a:solidFill>
                <a:srgbClr val="0E7C86"/>
              </a:solidFill>
              <a:prstDash val="solid"/>
              <a:headEnd type="none"/>
              <a:tailEnd type="triangle"/>
            </a:ln>
          </p:spPr>
        </p:sp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75E492A6-202D-BDB1-DB66-B423AF78EC57}"/>
                </a:ext>
              </a:extLst>
            </p:cNvPr>
            <p:cNvSpPr/>
            <p:nvPr/>
          </p:nvSpPr>
          <p:spPr>
            <a:xfrm>
              <a:off x="731520" y="1874520"/>
              <a:ext cx="2148840" cy="960120"/>
            </a:xfrm>
            <a:prstGeom prst="roundRect">
              <a:avLst>
                <a:gd name="adj" fmla="val 7619"/>
              </a:avLst>
            </a:prstGeom>
            <a:solidFill>
              <a:srgbClr val="FFE8E6"/>
            </a:solidFill>
            <a:ln w="9525">
              <a:solidFill>
                <a:srgbClr val="D94B44"/>
              </a:solidFill>
              <a:prstDash val="solid"/>
            </a:ln>
          </p:spPr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4659BE93-A074-599B-D231-5641159E6DC9}"/>
                </a:ext>
              </a:extLst>
            </p:cNvPr>
            <p:cNvSpPr/>
            <p:nvPr/>
          </p:nvSpPr>
          <p:spPr>
            <a:xfrm>
              <a:off x="804672" y="1965960"/>
              <a:ext cx="2002536" cy="81381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Cash-flow gap</a:t>
              </a:r>
              <a:endParaRPr lang="en-US" sz="1050" dirty="0">
                <a:latin typeface="Playfair Display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forecasted deficit amount and date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23" name="Shape 12">
              <a:extLst>
                <a:ext uri="{FF2B5EF4-FFF2-40B4-BE49-F238E27FC236}">
                  <a16:creationId xmlns:a16="http://schemas.microsoft.com/office/drawing/2014/main" id="{291D79A0-5E44-F49C-701B-028E53053D6B}"/>
                </a:ext>
              </a:extLst>
            </p:cNvPr>
            <p:cNvSpPr/>
            <p:nvPr/>
          </p:nvSpPr>
          <p:spPr>
            <a:xfrm>
              <a:off x="3840480" y="1874520"/>
              <a:ext cx="2286000" cy="960120"/>
            </a:xfrm>
            <a:prstGeom prst="roundRect">
              <a:avLst>
                <a:gd name="adj" fmla="val 7619"/>
              </a:avLst>
            </a:prstGeom>
            <a:solidFill>
              <a:srgbClr val="FFEAD2"/>
            </a:solidFill>
            <a:ln w="9525">
              <a:solidFill>
                <a:srgbClr val="F28C28"/>
              </a:solidFill>
              <a:prstDash val="solid"/>
            </a:ln>
          </p:spPr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79D20BFE-D202-C0BA-86B4-C95594443ED5}"/>
                </a:ext>
              </a:extLst>
            </p:cNvPr>
            <p:cNvSpPr/>
            <p:nvPr/>
          </p:nvSpPr>
          <p:spPr>
            <a:xfrm>
              <a:off x="3913632" y="1965960"/>
              <a:ext cx="2139696" cy="81381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Shock exposure</a:t>
              </a:r>
              <a:endParaRPr lang="en-US" sz="1050" dirty="0">
                <a:latin typeface="Playfair Display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climate + commodity + demand stress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27" name="Shape 14">
              <a:extLst>
                <a:ext uri="{FF2B5EF4-FFF2-40B4-BE49-F238E27FC236}">
                  <a16:creationId xmlns:a16="http://schemas.microsoft.com/office/drawing/2014/main" id="{6C9FF16F-035D-B334-F701-B9581253AFF2}"/>
                </a:ext>
              </a:extLst>
            </p:cNvPr>
            <p:cNvSpPr/>
            <p:nvPr/>
          </p:nvSpPr>
          <p:spPr>
            <a:xfrm>
              <a:off x="7059168" y="1874520"/>
              <a:ext cx="2286000" cy="960120"/>
            </a:xfrm>
            <a:prstGeom prst="roundRect">
              <a:avLst>
                <a:gd name="adj" fmla="val 7619"/>
              </a:avLst>
            </a:prstGeom>
            <a:solidFill>
              <a:srgbClr val="FFF2CC"/>
            </a:solidFill>
            <a:ln w="9525">
              <a:solidFill>
                <a:srgbClr val="F2B84B"/>
              </a:solidFill>
              <a:prstDash val="solid"/>
            </a:ln>
          </p:spPr>
        </p:sp>
        <p:sp>
          <p:nvSpPr>
            <p:cNvPr id="29" name="Text 15">
              <a:extLst>
                <a:ext uri="{FF2B5EF4-FFF2-40B4-BE49-F238E27FC236}">
                  <a16:creationId xmlns:a16="http://schemas.microsoft.com/office/drawing/2014/main" id="{0486DE58-F755-16E6-662D-967DABD1DEDA}"/>
                </a:ext>
              </a:extLst>
            </p:cNvPr>
            <p:cNvSpPr/>
            <p:nvPr/>
          </p:nvSpPr>
          <p:spPr>
            <a:xfrm>
              <a:off x="7132320" y="1965960"/>
              <a:ext cx="2139696" cy="81381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Repayment pressure</a:t>
              </a:r>
              <a:endParaRPr lang="en-US" sz="1050" dirty="0">
                <a:latin typeface="Playfair Display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instalment timing + liquidity buffer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1" name="Shape 16">
              <a:extLst>
                <a:ext uri="{FF2B5EF4-FFF2-40B4-BE49-F238E27FC236}">
                  <a16:creationId xmlns:a16="http://schemas.microsoft.com/office/drawing/2014/main" id="{F9394A50-4FF8-D50E-F3B5-613A9641DC1B}"/>
                </a:ext>
              </a:extLst>
            </p:cNvPr>
            <p:cNvSpPr/>
            <p:nvPr/>
          </p:nvSpPr>
          <p:spPr>
            <a:xfrm>
              <a:off x="9738360" y="1874520"/>
              <a:ext cx="1737360" cy="960120"/>
            </a:xfrm>
            <a:prstGeom prst="roundRect">
              <a:avLst>
                <a:gd name="adj" fmla="val 7619"/>
              </a:avLst>
            </a:prstGeom>
            <a:solidFill>
              <a:srgbClr val="DDF6EA"/>
            </a:solidFill>
            <a:ln w="9525">
              <a:solidFill>
                <a:srgbClr val="0A7A5C"/>
              </a:solidFill>
              <a:prstDash val="solid"/>
            </a:ln>
          </p:spPr>
        </p:sp>
        <p:sp>
          <p:nvSpPr>
            <p:cNvPr id="33" name="Text 17">
              <a:extLst>
                <a:ext uri="{FF2B5EF4-FFF2-40B4-BE49-F238E27FC236}">
                  <a16:creationId xmlns:a16="http://schemas.microsoft.com/office/drawing/2014/main" id="{E652122F-0BB5-3C36-B94D-238E1F8FB6BA}"/>
                </a:ext>
              </a:extLst>
            </p:cNvPr>
            <p:cNvSpPr/>
            <p:nvPr/>
          </p:nvSpPr>
          <p:spPr>
            <a:xfrm>
              <a:off x="9811512" y="1965960"/>
              <a:ext cx="1591056" cy="81381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Risk Level</a:t>
              </a:r>
              <a:endParaRPr lang="en-US" sz="1050" dirty="0">
                <a:latin typeface="Playfair Display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LOW / MODERATE / HIGH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  <p:sp>
          <p:nvSpPr>
            <p:cNvPr id="35" name="Shape 18">
              <a:extLst>
                <a:ext uri="{FF2B5EF4-FFF2-40B4-BE49-F238E27FC236}">
                  <a16:creationId xmlns:a16="http://schemas.microsoft.com/office/drawing/2014/main" id="{912FD966-993E-964C-D921-F09AEC27C41A}"/>
                </a:ext>
              </a:extLst>
            </p:cNvPr>
            <p:cNvSpPr/>
            <p:nvPr/>
          </p:nvSpPr>
          <p:spPr>
            <a:xfrm>
              <a:off x="960120" y="3657600"/>
              <a:ext cx="1143000" cy="33832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Playfair Display" panose="00000500000000000000" pitchFamily="2" charset="0"/>
              </a:endParaRPr>
            </a:p>
          </p:txBody>
        </p:sp>
        <p:sp>
          <p:nvSpPr>
            <p:cNvPr id="37" name="Text 19">
              <a:extLst>
                <a:ext uri="{FF2B5EF4-FFF2-40B4-BE49-F238E27FC236}">
                  <a16:creationId xmlns:a16="http://schemas.microsoft.com/office/drawing/2014/main" id="{8F4D70E4-28FA-1D34-7A2F-87A7ADC868FF}"/>
                </a:ext>
              </a:extLst>
            </p:cNvPr>
            <p:cNvSpPr/>
            <p:nvPr/>
          </p:nvSpPr>
          <p:spPr>
            <a:xfrm>
              <a:off x="1001268" y="3689604"/>
              <a:ext cx="10607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Risk level</a:t>
              </a:r>
              <a:endParaRPr lang="en-US" sz="970" dirty="0">
                <a:latin typeface="Playfair Display" panose="00000500000000000000" pitchFamily="2" charset="0"/>
              </a:endParaRPr>
            </a:p>
          </p:txBody>
        </p:sp>
        <p:sp>
          <p:nvSpPr>
            <p:cNvPr id="39" name="Shape 20">
              <a:extLst>
                <a:ext uri="{FF2B5EF4-FFF2-40B4-BE49-F238E27FC236}">
                  <a16:creationId xmlns:a16="http://schemas.microsoft.com/office/drawing/2014/main" id="{11EBAAB4-234E-7D5D-12D8-DB30B6483FCD}"/>
                </a:ext>
              </a:extLst>
            </p:cNvPr>
            <p:cNvSpPr/>
            <p:nvPr/>
          </p:nvSpPr>
          <p:spPr>
            <a:xfrm>
              <a:off x="2103120" y="3657600"/>
              <a:ext cx="3429000" cy="33832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Playfair Display" panose="00000500000000000000" pitchFamily="2" charset="0"/>
              </a:endParaRPr>
            </a:p>
          </p:txBody>
        </p:sp>
        <p:sp>
          <p:nvSpPr>
            <p:cNvPr id="41" name="Text 21">
              <a:extLst>
                <a:ext uri="{FF2B5EF4-FFF2-40B4-BE49-F238E27FC236}">
                  <a16:creationId xmlns:a16="http://schemas.microsoft.com/office/drawing/2014/main" id="{B860A074-44B8-454D-151C-E9E716B61D7C}"/>
                </a:ext>
              </a:extLst>
            </p:cNvPr>
            <p:cNvSpPr/>
            <p:nvPr/>
          </p:nvSpPr>
          <p:spPr>
            <a:xfrm>
              <a:off x="2144268" y="3689604"/>
              <a:ext cx="33467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Trigger condition</a:t>
              </a:r>
              <a:endParaRPr lang="en-US" sz="970" dirty="0">
                <a:latin typeface="Playfair Display" panose="00000500000000000000" pitchFamily="2" charset="0"/>
              </a:endParaRPr>
            </a:p>
          </p:txBody>
        </p:sp>
        <p:sp>
          <p:nvSpPr>
            <p:cNvPr id="43" name="Shape 22">
              <a:extLst>
                <a:ext uri="{FF2B5EF4-FFF2-40B4-BE49-F238E27FC236}">
                  <a16:creationId xmlns:a16="http://schemas.microsoft.com/office/drawing/2014/main" id="{B5CE8A27-58EF-1950-D959-B8C54C4699FD}"/>
                </a:ext>
              </a:extLst>
            </p:cNvPr>
            <p:cNvSpPr/>
            <p:nvPr/>
          </p:nvSpPr>
          <p:spPr>
            <a:xfrm>
              <a:off x="5532120" y="3657600"/>
              <a:ext cx="3657600" cy="33832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5" name="Text 23">
              <a:extLst>
                <a:ext uri="{FF2B5EF4-FFF2-40B4-BE49-F238E27FC236}">
                  <a16:creationId xmlns:a16="http://schemas.microsoft.com/office/drawing/2014/main" id="{0DE6E9BD-52F2-7CC9-15E6-CF79D35C5350}"/>
                </a:ext>
              </a:extLst>
            </p:cNvPr>
            <p:cNvSpPr/>
            <p:nvPr/>
          </p:nvSpPr>
          <p:spPr>
            <a:xfrm>
              <a:off x="5573268" y="3689604"/>
              <a:ext cx="35753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Displayed explanation</a:t>
              </a:r>
              <a:endParaRPr lang="en-US" sz="970" dirty="0">
                <a:latin typeface="Playfair Display" panose="00000500000000000000" pitchFamily="2" charset="0"/>
              </a:endParaRPr>
            </a:p>
          </p:txBody>
        </p:sp>
        <p:sp>
          <p:nvSpPr>
            <p:cNvPr id="47" name="Shape 24">
              <a:extLst>
                <a:ext uri="{FF2B5EF4-FFF2-40B4-BE49-F238E27FC236}">
                  <a16:creationId xmlns:a16="http://schemas.microsoft.com/office/drawing/2014/main" id="{86E776A1-9B28-7ED0-1337-C1D3BD000BB1}"/>
                </a:ext>
              </a:extLst>
            </p:cNvPr>
            <p:cNvSpPr/>
            <p:nvPr/>
          </p:nvSpPr>
          <p:spPr>
            <a:xfrm>
              <a:off x="9189720" y="3657600"/>
              <a:ext cx="2057400" cy="338328"/>
            </a:xfrm>
            <a:prstGeom prst="rect">
              <a:avLst/>
            </a:prstGeom>
            <a:solidFill>
              <a:srgbClr val="075C45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9" name="Text 25">
              <a:extLst>
                <a:ext uri="{FF2B5EF4-FFF2-40B4-BE49-F238E27FC236}">
                  <a16:creationId xmlns:a16="http://schemas.microsoft.com/office/drawing/2014/main" id="{433C8DA0-C1A5-BF42-3B94-5B7908ACA238}"/>
                </a:ext>
              </a:extLst>
            </p:cNvPr>
            <p:cNvSpPr/>
            <p:nvPr/>
          </p:nvSpPr>
          <p:spPr>
            <a:xfrm>
              <a:off x="9230868" y="3689604"/>
              <a:ext cx="1975104" cy="27432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Recommended priority</a:t>
              </a:r>
              <a:endParaRPr lang="en-US" sz="970" dirty="0">
                <a:latin typeface="Playfair Display" panose="00000500000000000000" pitchFamily="2" charset="0"/>
              </a:endParaRPr>
            </a:p>
          </p:txBody>
        </p:sp>
        <p:sp>
          <p:nvSpPr>
            <p:cNvPr id="51" name="Shape 26">
              <a:extLst>
                <a:ext uri="{FF2B5EF4-FFF2-40B4-BE49-F238E27FC236}">
                  <a16:creationId xmlns:a16="http://schemas.microsoft.com/office/drawing/2014/main" id="{5F4FB15A-4629-5518-4986-2804315968F2}"/>
                </a:ext>
              </a:extLst>
            </p:cNvPr>
            <p:cNvSpPr/>
            <p:nvPr/>
          </p:nvSpPr>
          <p:spPr>
            <a:xfrm>
              <a:off x="960120" y="3995928"/>
              <a:ext cx="114300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3" name="Text 27">
              <a:extLst>
                <a:ext uri="{FF2B5EF4-FFF2-40B4-BE49-F238E27FC236}">
                  <a16:creationId xmlns:a16="http://schemas.microsoft.com/office/drawing/2014/main" id="{AAD85683-ECD4-9CF7-BCEA-A02D480B0413}"/>
                </a:ext>
              </a:extLst>
            </p:cNvPr>
            <p:cNvSpPr/>
            <p:nvPr/>
          </p:nvSpPr>
          <p:spPr>
            <a:xfrm>
              <a:off x="1001268" y="4027932"/>
              <a:ext cx="1060704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LOW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55" name="Shape 28">
              <a:extLst>
                <a:ext uri="{FF2B5EF4-FFF2-40B4-BE49-F238E27FC236}">
                  <a16:creationId xmlns:a16="http://schemas.microsoft.com/office/drawing/2014/main" id="{F0B8B3BD-D6FE-BBD1-CA13-96579E84370C}"/>
                </a:ext>
              </a:extLst>
            </p:cNvPr>
            <p:cNvSpPr/>
            <p:nvPr/>
          </p:nvSpPr>
          <p:spPr>
            <a:xfrm>
              <a:off x="2103120" y="3995928"/>
              <a:ext cx="342900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7" name="Text 29">
              <a:extLst>
                <a:ext uri="{FF2B5EF4-FFF2-40B4-BE49-F238E27FC236}">
                  <a16:creationId xmlns:a16="http://schemas.microsoft.com/office/drawing/2014/main" id="{2D5A3F60-DF24-9493-DB8E-2E88EA0E6CE1}"/>
                </a:ext>
              </a:extLst>
            </p:cNvPr>
            <p:cNvSpPr/>
            <p:nvPr/>
          </p:nvSpPr>
          <p:spPr>
            <a:xfrm>
              <a:off x="2144268" y="4027932"/>
              <a:ext cx="3346704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Stable forecast; expected balance remains positive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59" name="Shape 30">
              <a:extLst>
                <a:ext uri="{FF2B5EF4-FFF2-40B4-BE49-F238E27FC236}">
                  <a16:creationId xmlns:a16="http://schemas.microsoft.com/office/drawing/2014/main" id="{83855454-6D22-8627-9C3C-2B5EE35B3034}"/>
                </a:ext>
              </a:extLst>
            </p:cNvPr>
            <p:cNvSpPr/>
            <p:nvPr/>
          </p:nvSpPr>
          <p:spPr>
            <a:xfrm>
              <a:off x="5532120" y="3995928"/>
              <a:ext cx="365760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61" name="Text 31">
              <a:extLst>
                <a:ext uri="{FF2B5EF4-FFF2-40B4-BE49-F238E27FC236}">
                  <a16:creationId xmlns:a16="http://schemas.microsoft.com/office/drawing/2014/main" id="{BE887E96-4B03-C0E1-4FB4-3AB797D7D055}"/>
                </a:ext>
              </a:extLst>
            </p:cNvPr>
            <p:cNvSpPr/>
            <p:nvPr/>
          </p:nvSpPr>
          <p:spPr>
            <a:xfrm>
              <a:off x="5573268" y="4027932"/>
              <a:ext cx="3575304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Seasonal dip is within normal historical range.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63" name="Shape 32">
              <a:extLst>
                <a:ext uri="{FF2B5EF4-FFF2-40B4-BE49-F238E27FC236}">
                  <a16:creationId xmlns:a16="http://schemas.microsoft.com/office/drawing/2014/main" id="{1FA681FA-65EE-272D-F7A5-B634B9AABB08}"/>
                </a:ext>
              </a:extLst>
            </p:cNvPr>
            <p:cNvSpPr/>
            <p:nvPr/>
          </p:nvSpPr>
          <p:spPr>
            <a:xfrm>
              <a:off x="9189720" y="3995928"/>
              <a:ext cx="205740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85" name="Text 33">
              <a:extLst>
                <a:ext uri="{FF2B5EF4-FFF2-40B4-BE49-F238E27FC236}">
                  <a16:creationId xmlns:a16="http://schemas.microsoft.com/office/drawing/2014/main" id="{3A87F4BC-2326-2B48-517B-1CAC5EABA3EC}"/>
                </a:ext>
              </a:extLst>
            </p:cNvPr>
            <p:cNvSpPr/>
            <p:nvPr/>
          </p:nvSpPr>
          <p:spPr>
            <a:xfrm>
              <a:off x="9230868" y="4027932"/>
              <a:ext cx="1975104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Monitor monthly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394" name="Shape 34">
              <a:extLst>
                <a:ext uri="{FF2B5EF4-FFF2-40B4-BE49-F238E27FC236}">
                  <a16:creationId xmlns:a16="http://schemas.microsoft.com/office/drawing/2014/main" id="{B63F663A-F400-8D7D-4A77-1753FBE4F249}"/>
                </a:ext>
              </a:extLst>
            </p:cNvPr>
            <p:cNvSpPr/>
            <p:nvPr/>
          </p:nvSpPr>
          <p:spPr>
            <a:xfrm>
              <a:off x="960120" y="4453128"/>
              <a:ext cx="1143000" cy="45720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6" name="Text 35">
              <a:extLst>
                <a:ext uri="{FF2B5EF4-FFF2-40B4-BE49-F238E27FC236}">
                  <a16:creationId xmlns:a16="http://schemas.microsoft.com/office/drawing/2014/main" id="{E9253BD0-1F85-0E86-43FF-1A8486B8B642}"/>
                </a:ext>
              </a:extLst>
            </p:cNvPr>
            <p:cNvSpPr/>
            <p:nvPr/>
          </p:nvSpPr>
          <p:spPr>
            <a:xfrm>
              <a:off x="1001268" y="4485132"/>
              <a:ext cx="1060704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MODERATE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398" name="Shape 36">
              <a:extLst>
                <a:ext uri="{FF2B5EF4-FFF2-40B4-BE49-F238E27FC236}">
                  <a16:creationId xmlns:a16="http://schemas.microsoft.com/office/drawing/2014/main" id="{91E4DF03-C9B2-240F-0BCA-A942A6955CD8}"/>
                </a:ext>
              </a:extLst>
            </p:cNvPr>
            <p:cNvSpPr/>
            <p:nvPr/>
          </p:nvSpPr>
          <p:spPr>
            <a:xfrm>
              <a:off x="2103120" y="4453128"/>
              <a:ext cx="3429000" cy="45720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00" name="Text 37">
              <a:extLst>
                <a:ext uri="{FF2B5EF4-FFF2-40B4-BE49-F238E27FC236}">
                  <a16:creationId xmlns:a16="http://schemas.microsoft.com/office/drawing/2014/main" id="{201090B1-BEFD-1588-BBA1-D9F158E15842}"/>
                </a:ext>
              </a:extLst>
            </p:cNvPr>
            <p:cNvSpPr/>
            <p:nvPr/>
          </p:nvSpPr>
          <p:spPr>
            <a:xfrm>
              <a:off x="2144268" y="4485132"/>
              <a:ext cx="3346704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Short-term cash stress or repayment pressure visible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402" name="Shape 38">
              <a:extLst>
                <a:ext uri="{FF2B5EF4-FFF2-40B4-BE49-F238E27FC236}">
                  <a16:creationId xmlns:a16="http://schemas.microsoft.com/office/drawing/2014/main" id="{66950B73-CCE3-9026-78EF-F9A9E394786A}"/>
                </a:ext>
              </a:extLst>
            </p:cNvPr>
            <p:cNvSpPr/>
            <p:nvPr/>
          </p:nvSpPr>
          <p:spPr>
            <a:xfrm>
              <a:off x="5532120" y="4453128"/>
              <a:ext cx="3657600" cy="45720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04" name="Text 39">
              <a:extLst>
                <a:ext uri="{FF2B5EF4-FFF2-40B4-BE49-F238E27FC236}">
                  <a16:creationId xmlns:a16="http://schemas.microsoft.com/office/drawing/2014/main" id="{4D366352-E66E-0F7B-35CE-3C0DF93A29AE}"/>
                </a:ext>
              </a:extLst>
            </p:cNvPr>
            <p:cNvSpPr/>
            <p:nvPr/>
          </p:nvSpPr>
          <p:spPr>
            <a:xfrm>
              <a:off x="5573268" y="4485132"/>
              <a:ext cx="3575304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UPI inflow dropped and repayment date overlaps low-sales period.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406" name="Shape 40">
              <a:extLst>
                <a:ext uri="{FF2B5EF4-FFF2-40B4-BE49-F238E27FC236}">
                  <a16:creationId xmlns:a16="http://schemas.microsoft.com/office/drawing/2014/main" id="{05B1CF7F-7E50-E3A1-AB71-4836C1852B9B}"/>
                </a:ext>
              </a:extLst>
            </p:cNvPr>
            <p:cNvSpPr/>
            <p:nvPr/>
          </p:nvSpPr>
          <p:spPr>
            <a:xfrm>
              <a:off x="9189720" y="4453128"/>
              <a:ext cx="2057400" cy="457200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08" name="Text 41">
              <a:extLst>
                <a:ext uri="{FF2B5EF4-FFF2-40B4-BE49-F238E27FC236}">
                  <a16:creationId xmlns:a16="http://schemas.microsoft.com/office/drawing/2014/main" id="{6F4568C8-7181-57F2-B7D7-2BFFDB8C98D5}"/>
                </a:ext>
              </a:extLst>
            </p:cNvPr>
            <p:cNvSpPr/>
            <p:nvPr/>
          </p:nvSpPr>
          <p:spPr>
            <a:xfrm>
              <a:off x="9230868" y="4485132"/>
              <a:ext cx="1975104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Field call / advisory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410" name="Shape 42">
              <a:extLst>
                <a:ext uri="{FF2B5EF4-FFF2-40B4-BE49-F238E27FC236}">
                  <a16:creationId xmlns:a16="http://schemas.microsoft.com/office/drawing/2014/main" id="{73C51337-1A55-038B-B2A9-2D98D5EA30E8}"/>
                </a:ext>
              </a:extLst>
            </p:cNvPr>
            <p:cNvSpPr/>
            <p:nvPr/>
          </p:nvSpPr>
          <p:spPr>
            <a:xfrm>
              <a:off x="960120" y="4910328"/>
              <a:ext cx="114300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2" name="Text 43">
              <a:extLst>
                <a:ext uri="{FF2B5EF4-FFF2-40B4-BE49-F238E27FC236}">
                  <a16:creationId xmlns:a16="http://schemas.microsoft.com/office/drawing/2014/main" id="{A6FE9EAA-E6C9-1BBB-A355-FA38DF38DB54}"/>
                </a:ext>
              </a:extLst>
            </p:cNvPr>
            <p:cNvSpPr/>
            <p:nvPr/>
          </p:nvSpPr>
          <p:spPr>
            <a:xfrm>
              <a:off x="1001268" y="4942332"/>
              <a:ext cx="1060704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HIGH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414" name="Shape 44">
              <a:extLst>
                <a:ext uri="{FF2B5EF4-FFF2-40B4-BE49-F238E27FC236}">
                  <a16:creationId xmlns:a16="http://schemas.microsoft.com/office/drawing/2014/main" id="{71E5AE39-5FEC-FDC7-9106-8B9ED0F7E413}"/>
                </a:ext>
              </a:extLst>
            </p:cNvPr>
            <p:cNvSpPr/>
            <p:nvPr/>
          </p:nvSpPr>
          <p:spPr>
            <a:xfrm>
              <a:off x="2103120" y="4910328"/>
              <a:ext cx="342900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6" name="Text 45">
              <a:extLst>
                <a:ext uri="{FF2B5EF4-FFF2-40B4-BE49-F238E27FC236}">
                  <a16:creationId xmlns:a16="http://schemas.microsoft.com/office/drawing/2014/main" id="{42259E25-C2BF-FA56-2BA7-6C2FD147FF8B}"/>
                </a:ext>
              </a:extLst>
            </p:cNvPr>
            <p:cNvSpPr/>
            <p:nvPr/>
          </p:nvSpPr>
          <p:spPr>
            <a:xfrm>
              <a:off x="2144268" y="4942332"/>
              <a:ext cx="3346704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Projected negative cash position or compounded external shock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418" name="Shape 46">
              <a:extLst>
                <a:ext uri="{FF2B5EF4-FFF2-40B4-BE49-F238E27FC236}">
                  <a16:creationId xmlns:a16="http://schemas.microsoft.com/office/drawing/2014/main" id="{A922EB72-006F-1764-B934-D3ECE3F40D01}"/>
                </a:ext>
              </a:extLst>
            </p:cNvPr>
            <p:cNvSpPr/>
            <p:nvPr/>
          </p:nvSpPr>
          <p:spPr>
            <a:xfrm>
              <a:off x="5532120" y="4910328"/>
              <a:ext cx="365760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20" name="Text 47">
              <a:extLst>
                <a:ext uri="{FF2B5EF4-FFF2-40B4-BE49-F238E27FC236}">
                  <a16:creationId xmlns:a16="http://schemas.microsoft.com/office/drawing/2014/main" id="{3751AD5A-A86F-93F4-87A6-2F437437B5E3}"/>
                </a:ext>
              </a:extLst>
            </p:cNvPr>
            <p:cNvSpPr/>
            <p:nvPr/>
          </p:nvSpPr>
          <p:spPr>
            <a:xfrm>
              <a:off x="5573268" y="4942332"/>
              <a:ext cx="3575304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Market price fall + climate shock + weak liquidity buffer.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422" name="Shape 48">
              <a:extLst>
                <a:ext uri="{FF2B5EF4-FFF2-40B4-BE49-F238E27FC236}">
                  <a16:creationId xmlns:a16="http://schemas.microsoft.com/office/drawing/2014/main" id="{C58F6299-93DB-8129-FF4A-DB82C4DBF1E3}"/>
                </a:ext>
              </a:extLst>
            </p:cNvPr>
            <p:cNvSpPr/>
            <p:nvPr/>
          </p:nvSpPr>
          <p:spPr>
            <a:xfrm>
              <a:off x="9189720" y="4910328"/>
              <a:ext cx="205740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24" name="Text 49">
              <a:extLst>
                <a:ext uri="{FF2B5EF4-FFF2-40B4-BE49-F238E27FC236}">
                  <a16:creationId xmlns:a16="http://schemas.microsoft.com/office/drawing/2014/main" id="{D8ADFB1B-2D51-396F-A2A8-F74955EE1E69}"/>
                </a:ext>
              </a:extLst>
            </p:cNvPr>
            <p:cNvSpPr/>
            <p:nvPr/>
          </p:nvSpPr>
          <p:spPr>
            <a:xfrm>
              <a:off x="9230868" y="4942332"/>
              <a:ext cx="1975104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Immediate rescue action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426" name="Text 50">
              <a:extLst>
                <a:ext uri="{FF2B5EF4-FFF2-40B4-BE49-F238E27FC236}">
                  <a16:creationId xmlns:a16="http://schemas.microsoft.com/office/drawing/2014/main" id="{2508230C-62D9-03E3-F697-CFDBAD782A98}"/>
                </a:ext>
              </a:extLst>
            </p:cNvPr>
            <p:cNvSpPr/>
            <p:nvPr/>
          </p:nvSpPr>
          <p:spPr>
            <a:xfrm>
              <a:off x="1005840" y="5897880"/>
              <a:ext cx="10058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50" b="1" dirty="0">
                  <a:solidFill>
                    <a:schemeClr val="bg2">
                      <a:lumMod val="25000"/>
                    </a:schemeClr>
                  </a:solidFill>
                  <a:latin typeface="Playfair Display" panose="00000500000000000000" pitchFamily="2" charset="0"/>
                </a:rPr>
                <a:t>Every alert must show: risk level, forecast confidence, critical date, top three drivers and suggested next action.</a:t>
              </a:r>
              <a:endParaRPr lang="en-US" sz="1450" dirty="0">
                <a:solidFill>
                  <a:schemeClr val="bg2">
                    <a:lumMod val="25000"/>
                  </a:schemeClr>
                </a:solidFill>
                <a:latin typeface="Playfair Display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8"/>
          <p:cNvSpPr txBox="1">
            <a:spLocks noGrp="1"/>
          </p:cNvSpPr>
          <p:nvPr>
            <p:ph type="title"/>
          </p:nvPr>
        </p:nvSpPr>
        <p:spPr>
          <a:xfrm>
            <a:off x="-481661" y="1649292"/>
            <a:ext cx="1042348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>
                <a:solidFill>
                  <a:srgbClr val="4A5A54"/>
                </a:solidFill>
                <a:latin typeface="Playfair Display" panose="00000500000000000000" pitchFamily="2" charset="0"/>
              </a:rPr>
              <a:t>The digital twin simulates “what-if” shocks before they damage the enterprise.</a:t>
            </a:r>
            <a:endParaRPr lang="en-US" sz="1400" dirty="0">
              <a:latin typeface="Playfair Display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573C6-DC2C-9B06-88B5-F387A32E04A5}"/>
              </a:ext>
            </a:extLst>
          </p:cNvPr>
          <p:cNvSpPr txBox="1"/>
          <p:nvPr/>
        </p:nvSpPr>
        <p:spPr>
          <a:xfrm>
            <a:off x="2233553" y="673839"/>
            <a:ext cx="52059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63B2E"/>
                </a:solidFill>
                <a:latin typeface="Playfair Display" panose="00000500000000000000" pitchFamily="2" charset="0"/>
                <a:ea typeface="Aptos Display" pitchFamily="34" charset="-122"/>
                <a:cs typeface="Aptos Display" pitchFamily="34" charset="-120"/>
              </a:rPr>
              <a:t>Rural Enterprise Digital Twin</a:t>
            </a:r>
            <a:endParaRPr lang="en-US" sz="2600" dirty="0">
              <a:latin typeface="Playfair Display" panose="00000500000000000000" pitchFamily="2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AE36DB3-9CBB-F536-5429-9A7110F36E36}"/>
              </a:ext>
            </a:extLst>
          </p:cNvPr>
          <p:cNvGrpSpPr/>
          <p:nvPr/>
        </p:nvGrpSpPr>
        <p:grpSpPr>
          <a:xfrm>
            <a:off x="777240" y="2221992"/>
            <a:ext cx="7657923" cy="1143000"/>
            <a:chOff x="777240" y="2221992"/>
            <a:chExt cx="10755541" cy="1143000"/>
          </a:xfrm>
        </p:grpSpPr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7224A76B-D762-1284-5F9E-2C192F92A6A9}"/>
                </a:ext>
              </a:extLst>
            </p:cNvPr>
            <p:cNvSpPr/>
            <p:nvPr/>
          </p:nvSpPr>
          <p:spPr>
            <a:xfrm>
              <a:off x="2971800" y="2788920"/>
              <a:ext cx="995733" cy="0"/>
            </a:xfrm>
            <a:prstGeom prst="line">
              <a:avLst/>
            </a:prstGeom>
            <a:noFill/>
            <a:ln w="19050">
              <a:solidFill>
                <a:srgbClr val="0A7A5C"/>
              </a:solidFill>
              <a:prstDash val="solid"/>
              <a:headEnd type="none"/>
              <a:tailEnd type="triangle"/>
            </a:ln>
          </p:spPr>
        </p:sp>
        <p:sp>
          <p:nvSpPr>
            <p:cNvPr id="23" name="Shape 9">
              <a:extLst>
                <a:ext uri="{FF2B5EF4-FFF2-40B4-BE49-F238E27FC236}">
                  <a16:creationId xmlns:a16="http://schemas.microsoft.com/office/drawing/2014/main" id="{B1C28787-E643-3ADE-DAE2-B4C402400C6E}"/>
                </a:ext>
              </a:extLst>
            </p:cNvPr>
            <p:cNvSpPr/>
            <p:nvPr/>
          </p:nvSpPr>
          <p:spPr>
            <a:xfrm>
              <a:off x="5989320" y="2788920"/>
              <a:ext cx="978416" cy="0"/>
            </a:xfrm>
            <a:prstGeom prst="line">
              <a:avLst/>
            </a:prstGeom>
            <a:noFill/>
            <a:ln w="19050">
              <a:solidFill>
                <a:srgbClr val="0A7A5C"/>
              </a:solidFill>
              <a:prstDash val="solid"/>
              <a:headEnd type="none"/>
              <a:tailEnd type="triangle"/>
            </a:ln>
          </p:spPr>
        </p:sp>
        <p:sp>
          <p:nvSpPr>
            <p:cNvPr id="25" name="Shape 10">
              <a:extLst>
                <a:ext uri="{FF2B5EF4-FFF2-40B4-BE49-F238E27FC236}">
                  <a16:creationId xmlns:a16="http://schemas.microsoft.com/office/drawing/2014/main" id="{862EE564-C878-A148-AC52-B28923455970}"/>
                </a:ext>
              </a:extLst>
            </p:cNvPr>
            <p:cNvSpPr/>
            <p:nvPr/>
          </p:nvSpPr>
          <p:spPr>
            <a:xfrm>
              <a:off x="9098280" y="2788920"/>
              <a:ext cx="952441" cy="0"/>
            </a:xfrm>
            <a:prstGeom prst="line">
              <a:avLst/>
            </a:prstGeom>
            <a:noFill/>
            <a:ln w="19050">
              <a:solidFill>
                <a:srgbClr val="0A7A5C"/>
              </a:solidFill>
              <a:prstDash val="solid"/>
              <a:headEnd type="none"/>
              <a:tailEnd type="triangle"/>
            </a:ln>
          </p:spPr>
        </p:sp>
        <p:sp>
          <p:nvSpPr>
            <p:cNvPr id="27" name="Shape 11">
              <a:extLst>
                <a:ext uri="{FF2B5EF4-FFF2-40B4-BE49-F238E27FC236}">
                  <a16:creationId xmlns:a16="http://schemas.microsoft.com/office/drawing/2014/main" id="{197DBD5D-39F4-3B0B-69F7-A972871BE1F0}"/>
                </a:ext>
              </a:extLst>
            </p:cNvPr>
            <p:cNvSpPr/>
            <p:nvPr/>
          </p:nvSpPr>
          <p:spPr>
            <a:xfrm>
              <a:off x="777240" y="2221992"/>
              <a:ext cx="2078052" cy="1143000"/>
            </a:xfrm>
            <a:prstGeom prst="roundRect">
              <a:avLst>
                <a:gd name="adj" fmla="val 6400"/>
              </a:avLst>
            </a:prstGeom>
            <a:solidFill>
              <a:srgbClr val="DDF6EA"/>
            </a:solidFill>
            <a:ln w="9525">
              <a:solidFill>
                <a:srgbClr val="0A7A5C"/>
              </a:solidFill>
              <a:prstDash val="solid"/>
            </a:ln>
          </p:spPr>
        </p:sp>
        <p:sp>
          <p:nvSpPr>
            <p:cNvPr id="29" name="Text 12">
              <a:extLst>
                <a:ext uri="{FF2B5EF4-FFF2-40B4-BE49-F238E27FC236}">
                  <a16:creationId xmlns:a16="http://schemas.microsoft.com/office/drawing/2014/main" id="{86B8372E-55BB-3ECC-A045-0CD40F9501FA}"/>
                </a:ext>
              </a:extLst>
            </p:cNvPr>
            <p:cNvSpPr/>
            <p:nvPr/>
          </p:nvSpPr>
          <p:spPr>
            <a:xfrm>
              <a:off x="850392" y="2313432"/>
              <a:ext cx="1939516" cy="99669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Actual Enterprise</a:t>
              </a:r>
              <a:endParaRPr lang="en-US" sz="1100" dirty="0">
                <a:latin typeface="Playfair Display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profile + cash flow + sector</a:t>
              </a:r>
              <a:endParaRPr lang="en-US" sz="1100" dirty="0">
                <a:latin typeface="Playfair Display" panose="00000500000000000000" pitchFamily="2" charset="0"/>
              </a:endParaRPr>
            </a:p>
          </p:txBody>
        </p:sp>
        <p:sp>
          <p:nvSpPr>
            <p:cNvPr id="31" name="Shape 13">
              <a:extLst>
                <a:ext uri="{FF2B5EF4-FFF2-40B4-BE49-F238E27FC236}">
                  <a16:creationId xmlns:a16="http://schemas.microsoft.com/office/drawing/2014/main" id="{E4529372-3082-62F4-58B2-4CD95989AF56}"/>
                </a:ext>
              </a:extLst>
            </p:cNvPr>
            <p:cNvSpPr/>
            <p:nvPr/>
          </p:nvSpPr>
          <p:spPr>
            <a:xfrm>
              <a:off x="4023360" y="2221992"/>
              <a:ext cx="1861589" cy="11430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>
              <a:solidFill>
                <a:srgbClr val="0A7A5C"/>
              </a:solidFill>
              <a:prstDash val="solid"/>
            </a:ln>
          </p:spPr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FD3EC693-A8BF-9F0E-2413-79292917E076}"/>
                </a:ext>
              </a:extLst>
            </p:cNvPr>
            <p:cNvSpPr/>
            <p:nvPr/>
          </p:nvSpPr>
          <p:spPr>
            <a:xfrm>
              <a:off x="4096512" y="2313432"/>
              <a:ext cx="1723052" cy="99669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8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Digital Twin</a:t>
              </a:r>
              <a:endParaRPr lang="en-US" sz="1280" dirty="0">
                <a:latin typeface="Playfair Display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n-US" sz="128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virtual financial copy</a:t>
              </a:r>
              <a:endParaRPr lang="en-US" sz="1280" dirty="0">
                <a:latin typeface="Playfair Display" panose="00000500000000000000" pitchFamily="2" charset="0"/>
              </a:endParaRPr>
            </a:p>
          </p:txBody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BF950CAF-8B1A-79A5-6BD9-E8460DE26763}"/>
                </a:ext>
              </a:extLst>
            </p:cNvPr>
            <p:cNvSpPr/>
            <p:nvPr/>
          </p:nvSpPr>
          <p:spPr>
            <a:xfrm>
              <a:off x="7022592" y="2221992"/>
              <a:ext cx="1965491" cy="1143000"/>
            </a:xfrm>
            <a:prstGeom prst="roundRect">
              <a:avLst>
                <a:gd name="adj" fmla="val 6400"/>
              </a:avLst>
            </a:prstGeom>
            <a:solidFill>
              <a:srgbClr val="EEE9FF"/>
            </a:solidFill>
            <a:ln w="9525">
              <a:solidFill>
                <a:srgbClr val="6554C0"/>
              </a:solidFill>
              <a:prstDash val="solid"/>
            </a:ln>
          </p:spPr>
        </p:sp>
        <p:sp>
          <p:nvSpPr>
            <p:cNvPr id="37" name="Text 16">
              <a:extLst>
                <a:ext uri="{FF2B5EF4-FFF2-40B4-BE49-F238E27FC236}">
                  <a16:creationId xmlns:a16="http://schemas.microsoft.com/office/drawing/2014/main" id="{DDE2FDE7-A3B4-ED44-5398-317A5AAE4F39}"/>
                </a:ext>
              </a:extLst>
            </p:cNvPr>
            <p:cNvSpPr/>
            <p:nvPr/>
          </p:nvSpPr>
          <p:spPr>
            <a:xfrm>
              <a:off x="7095744" y="2313432"/>
              <a:ext cx="1826954" cy="99669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Shock Simulator</a:t>
              </a:r>
              <a:endParaRPr lang="en-US" sz="1100" dirty="0">
                <a:latin typeface="Playfair Display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market + climate + repayment timing</a:t>
              </a:r>
              <a:endParaRPr lang="en-US" sz="1100" dirty="0">
                <a:latin typeface="Playfair Display" panose="00000500000000000000" pitchFamily="2" charset="0"/>
              </a:endParaRPr>
            </a:p>
          </p:txBody>
        </p:sp>
        <p:sp>
          <p:nvSpPr>
            <p:cNvPr id="39" name="Shape 17">
              <a:extLst>
                <a:ext uri="{FF2B5EF4-FFF2-40B4-BE49-F238E27FC236}">
                  <a16:creationId xmlns:a16="http://schemas.microsoft.com/office/drawing/2014/main" id="{B9112B25-232B-D759-DF03-6153BFF9F0C8}"/>
                </a:ext>
              </a:extLst>
            </p:cNvPr>
            <p:cNvSpPr/>
            <p:nvPr/>
          </p:nvSpPr>
          <p:spPr>
            <a:xfrm>
              <a:off x="10104120" y="2221992"/>
              <a:ext cx="1428661" cy="1143000"/>
            </a:xfrm>
            <a:prstGeom prst="roundRect">
              <a:avLst>
                <a:gd name="adj" fmla="val 6400"/>
              </a:avLst>
            </a:prstGeom>
            <a:solidFill>
              <a:srgbClr val="FFF2CC"/>
            </a:solidFill>
            <a:ln w="9525">
              <a:solidFill>
                <a:srgbClr val="F2B84B"/>
              </a:solidFill>
              <a:prstDash val="solid"/>
            </a:ln>
          </p:spPr>
        </p:sp>
        <p:sp>
          <p:nvSpPr>
            <p:cNvPr id="41" name="Text 18">
              <a:extLst>
                <a:ext uri="{FF2B5EF4-FFF2-40B4-BE49-F238E27FC236}">
                  <a16:creationId xmlns:a16="http://schemas.microsoft.com/office/drawing/2014/main" id="{E174EC9B-2D3C-DEEB-0BA2-84AE3550A7CA}"/>
                </a:ext>
              </a:extLst>
            </p:cNvPr>
            <p:cNvSpPr/>
            <p:nvPr/>
          </p:nvSpPr>
          <p:spPr>
            <a:xfrm>
              <a:off x="10177272" y="2313432"/>
              <a:ext cx="1290124" cy="99669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Rescue Plan</a:t>
              </a:r>
              <a:endParaRPr lang="en-US" sz="1050" dirty="0">
                <a:latin typeface="Playfair Display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minimum action to stabilize</a:t>
              </a:r>
              <a:endParaRPr lang="en-US" sz="1050" dirty="0">
                <a:latin typeface="Playfair Display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9"/>
          <p:cNvSpPr txBox="1">
            <a:spLocks noGrp="1"/>
          </p:cNvSpPr>
          <p:nvPr>
            <p:ph type="title"/>
          </p:nvPr>
        </p:nvSpPr>
        <p:spPr>
          <a:xfrm>
            <a:off x="1275504" y="0"/>
            <a:ext cx="6819984" cy="7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500" b="1" dirty="0">
                <a:solidFill>
                  <a:srgbClr val="063B2E"/>
                </a:solidFill>
                <a:latin typeface="Playfair Display" panose="00000500000000000000" pitchFamily="2" charset="0"/>
                <a:ea typeface="Aptos Display" pitchFamily="34" charset="-122"/>
                <a:cs typeface="Aptos Display" pitchFamily="34" charset="-120"/>
              </a:rPr>
              <a:t>Risk-to-Rescue Decision Table</a:t>
            </a:r>
            <a:endParaRPr lang="en-US" sz="2500" dirty="0">
              <a:latin typeface="Playfair Display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D8EDD1-F41B-E533-9EB8-1BFF17E82805}"/>
              </a:ext>
            </a:extLst>
          </p:cNvPr>
          <p:cNvSpPr txBox="1"/>
          <p:nvPr/>
        </p:nvSpPr>
        <p:spPr>
          <a:xfrm>
            <a:off x="1275504" y="527196"/>
            <a:ext cx="71475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A5A54"/>
                </a:solidFill>
                <a:latin typeface="Playfair Display" panose="00000500000000000000" pitchFamily="2" charset="0"/>
              </a:rPr>
              <a:t>The system does not approve loans automatically; it recommends explainable options for human review.</a:t>
            </a:r>
            <a:endParaRPr lang="en-US" sz="1150" dirty="0">
              <a:latin typeface="Playfair Display" panose="00000500000000000000" pitchFamily="2" charset="0"/>
            </a:endParaRPr>
          </a:p>
        </p:txBody>
      </p: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77503585-CE54-4389-7679-48CBE8223C02}"/>
              </a:ext>
            </a:extLst>
          </p:cNvPr>
          <p:cNvGrpSpPr/>
          <p:nvPr/>
        </p:nvGrpSpPr>
        <p:grpSpPr>
          <a:xfrm>
            <a:off x="750517" y="902353"/>
            <a:ext cx="7672547" cy="3614645"/>
            <a:chOff x="502920" y="1234440"/>
            <a:chExt cx="11201400" cy="3858768"/>
          </a:xfrm>
        </p:grpSpPr>
        <p:sp>
          <p:nvSpPr>
            <p:cNvPr id="5" name="Shape 8">
              <a:extLst>
                <a:ext uri="{FF2B5EF4-FFF2-40B4-BE49-F238E27FC236}">
                  <a16:creationId xmlns:a16="http://schemas.microsoft.com/office/drawing/2014/main" id="{710A2D50-14F8-2B2B-7055-FAD3BDD7D5A5}"/>
                </a:ext>
              </a:extLst>
            </p:cNvPr>
            <p:cNvSpPr/>
            <p:nvPr/>
          </p:nvSpPr>
          <p:spPr>
            <a:xfrm>
              <a:off x="502920" y="1234440"/>
              <a:ext cx="228600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7" name="Text 9">
              <a:extLst>
                <a:ext uri="{FF2B5EF4-FFF2-40B4-BE49-F238E27FC236}">
                  <a16:creationId xmlns:a16="http://schemas.microsoft.com/office/drawing/2014/main" id="{50B88558-FA76-9A33-312B-3398D3C518EC}"/>
                </a:ext>
              </a:extLst>
            </p:cNvPr>
            <p:cNvSpPr/>
            <p:nvPr/>
          </p:nvSpPr>
          <p:spPr>
            <a:xfrm>
              <a:off x="544068" y="1266444"/>
              <a:ext cx="220370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Possible rescue action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9" name="Shape 10">
              <a:extLst>
                <a:ext uri="{FF2B5EF4-FFF2-40B4-BE49-F238E27FC236}">
                  <a16:creationId xmlns:a16="http://schemas.microsoft.com/office/drawing/2014/main" id="{C1C6033A-3802-559F-F2ED-497A0061E454}"/>
                </a:ext>
              </a:extLst>
            </p:cNvPr>
            <p:cNvSpPr/>
            <p:nvPr/>
          </p:nvSpPr>
          <p:spPr>
            <a:xfrm>
              <a:off x="2788920" y="1234440"/>
              <a:ext cx="315468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11" name="Text 11">
              <a:extLst>
                <a:ext uri="{FF2B5EF4-FFF2-40B4-BE49-F238E27FC236}">
                  <a16:creationId xmlns:a16="http://schemas.microsoft.com/office/drawing/2014/main" id="{DD78D4E4-1868-AC34-9509-4F11011A31B5}"/>
                </a:ext>
              </a:extLst>
            </p:cNvPr>
            <p:cNvSpPr/>
            <p:nvPr/>
          </p:nvSpPr>
          <p:spPr>
            <a:xfrm>
              <a:off x="2830068" y="1266444"/>
              <a:ext cx="30723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When recommended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13" name="Shape 12">
              <a:extLst>
                <a:ext uri="{FF2B5EF4-FFF2-40B4-BE49-F238E27FC236}">
                  <a16:creationId xmlns:a16="http://schemas.microsoft.com/office/drawing/2014/main" id="{216CC284-1B1E-B504-C2DD-A2F87EA75DAF}"/>
                </a:ext>
              </a:extLst>
            </p:cNvPr>
            <p:cNvSpPr/>
            <p:nvPr/>
          </p:nvSpPr>
          <p:spPr>
            <a:xfrm>
              <a:off x="5943600" y="1234440"/>
              <a:ext cx="352044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2E8A2F90-AC88-61CF-ADC0-66A5E5C59E52}"/>
                </a:ext>
              </a:extLst>
            </p:cNvPr>
            <p:cNvSpPr/>
            <p:nvPr/>
          </p:nvSpPr>
          <p:spPr>
            <a:xfrm>
              <a:off x="5984748" y="1266444"/>
              <a:ext cx="34381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Predicted result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20FEDA8C-18C4-5E19-2473-C57CA81CAD14}"/>
                </a:ext>
              </a:extLst>
            </p:cNvPr>
            <p:cNvSpPr/>
            <p:nvPr/>
          </p:nvSpPr>
          <p:spPr>
            <a:xfrm>
              <a:off x="9464040" y="1234440"/>
              <a:ext cx="224028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89611897-1684-3BBA-1762-B8A3E692058E}"/>
                </a:ext>
              </a:extLst>
            </p:cNvPr>
            <p:cNvSpPr/>
            <p:nvPr/>
          </p:nvSpPr>
          <p:spPr>
            <a:xfrm>
              <a:off x="9505188" y="1266444"/>
              <a:ext cx="21579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Human control</a:t>
              </a:r>
              <a:endParaRPr lang="en-US" sz="900" dirty="0">
                <a:latin typeface="Playfair Display" panose="00000500000000000000" pitchFamily="2" charset="0"/>
              </a:endParaRPr>
            </a:p>
          </p:txBody>
        </p:sp>
        <p:sp>
          <p:nvSpPr>
            <p:cNvPr id="21" name="Shape 16">
              <a:extLst>
                <a:ext uri="{FF2B5EF4-FFF2-40B4-BE49-F238E27FC236}">
                  <a16:creationId xmlns:a16="http://schemas.microsoft.com/office/drawing/2014/main" id="{7C8FD1E0-F70A-75E5-4469-91884701E19F}"/>
                </a:ext>
              </a:extLst>
            </p:cNvPr>
            <p:cNvSpPr/>
            <p:nvPr/>
          </p:nvSpPr>
          <p:spPr>
            <a:xfrm>
              <a:off x="502920" y="1618488"/>
              <a:ext cx="228600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A3F80F22-593A-F851-6BF9-C6284D0ACEEC}"/>
                </a:ext>
              </a:extLst>
            </p:cNvPr>
            <p:cNvSpPr/>
            <p:nvPr/>
          </p:nvSpPr>
          <p:spPr>
            <a:xfrm>
              <a:off x="544068" y="1650492"/>
              <a:ext cx="220370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Bridge working-capital support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25" name="Shape 18">
              <a:extLst>
                <a:ext uri="{FF2B5EF4-FFF2-40B4-BE49-F238E27FC236}">
                  <a16:creationId xmlns:a16="http://schemas.microsoft.com/office/drawing/2014/main" id="{1A18B3EE-4191-6D07-83E2-E9E347DFA80B}"/>
                </a:ext>
              </a:extLst>
            </p:cNvPr>
            <p:cNvSpPr/>
            <p:nvPr/>
          </p:nvSpPr>
          <p:spPr>
            <a:xfrm>
              <a:off x="2788920" y="1618488"/>
              <a:ext cx="315468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7" name="Text 19">
              <a:extLst>
                <a:ext uri="{FF2B5EF4-FFF2-40B4-BE49-F238E27FC236}">
                  <a16:creationId xmlns:a16="http://schemas.microsoft.com/office/drawing/2014/main" id="{AEEC4239-0EEF-F20B-2B7A-74DD700A50FA}"/>
                </a:ext>
              </a:extLst>
            </p:cNvPr>
            <p:cNvSpPr/>
            <p:nvPr/>
          </p:nvSpPr>
          <p:spPr>
            <a:xfrm>
              <a:off x="2830068" y="1650492"/>
              <a:ext cx="307238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Temporary cash shortage but business fundamentals are stable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29" name="Shape 20">
              <a:extLst>
                <a:ext uri="{FF2B5EF4-FFF2-40B4-BE49-F238E27FC236}">
                  <a16:creationId xmlns:a16="http://schemas.microsoft.com/office/drawing/2014/main" id="{29F511A9-EA00-89F9-0C53-0ABDF1644B1D}"/>
                </a:ext>
              </a:extLst>
            </p:cNvPr>
            <p:cNvSpPr/>
            <p:nvPr/>
          </p:nvSpPr>
          <p:spPr>
            <a:xfrm>
              <a:off x="5943600" y="1618488"/>
              <a:ext cx="352044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1" name="Text 21">
              <a:extLst>
                <a:ext uri="{FF2B5EF4-FFF2-40B4-BE49-F238E27FC236}">
                  <a16:creationId xmlns:a16="http://schemas.microsoft.com/office/drawing/2014/main" id="{2DCAAAA8-7E61-E157-507F-227DEDE617E1}"/>
                </a:ext>
              </a:extLst>
            </p:cNvPr>
            <p:cNvSpPr/>
            <p:nvPr/>
          </p:nvSpPr>
          <p:spPr>
            <a:xfrm>
              <a:off x="5984748" y="1650492"/>
              <a:ext cx="343814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Resilience Gap reduces; risk may shift High → Moderate/Low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33" name="Shape 22">
              <a:extLst>
                <a:ext uri="{FF2B5EF4-FFF2-40B4-BE49-F238E27FC236}">
                  <a16:creationId xmlns:a16="http://schemas.microsoft.com/office/drawing/2014/main" id="{355365FA-3671-0C62-4D58-A850EF86A612}"/>
                </a:ext>
              </a:extLst>
            </p:cNvPr>
            <p:cNvSpPr/>
            <p:nvPr/>
          </p:nvSpPr>
          <p:spPr>
            <a:xfrm>
              <a:off x="9464040" y="1618488"/>
              <a:ext cx="224028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5" name="Text 23">
              <a:extLst>
                <a:ext uri="{FF2B5EF4-FFF2-40B4-BE49-F238E27FC236}">
                  <a16:creationId xmlns:a16="http://schemas.microsoft.com/office/drawing/2014/main" id="{BAC12713-2098-990E-7545-84244A49ACF5}"/>
                </a:ext>
              </a:extLst>
            </p:cNvPr>
            <p:cNvSpPr/>
            <p:nvPr/>
          </p:nvSpPr>
          <p:spPr>
            <a:xfrm>
              <a:off x="9505188" y="1650492"/>
              <a:ext cx="215798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Bank/field officer approves amount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37" name="Shape 24">
              <a:extLst>
                <a:ext uri="{FF2B5EF4-FFF2-40B4-BE49-F238E27FC236}">
                  <a16:creationId xmlns:a16="http://schemas.microsoft.com/office/drawing/2014/main" id="{3DE7AC6A-8AFF-DBF6-29C8-8EED8B9ABC60}"/>
                </a:ext>
              </a:extLst>
            </p:cNvPr>
            <p:cNvSpPr/>
            <p:nvPr/>
          </p:nvSpPr>
          <p:spPr>
            <a:xfrm>
              <a:off x="502920" y="2313432"/>
              <a:ext cx="2286000" cy="69494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" name="Text 25">
              <a:extLst>
                <a:ext uri="{FF2B5EF4-FFF2-40B4-BE49-F238E27FC236}">
                  <a16:creationId xmlns:a16="http://schemas.microsoft.com/office/drawing/2014/main" id="{86C18E15-C352-851C-C344-A63C1322C0DD}"/>
                </a:ext>
              </a:extLst>
            </p:cNvPr>
            <p:cNvSpPr/>
            <p:nvPr/>
          </p:nvSpPr>
          <p:spPr>
            <a:xfrm>
              <a:off x="544068" y="2345436"/>
              <a:ext cx="220370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EMI date adjustment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41" name="Shape 26">
              <a:extLst>
                <a:ext uri="{FF2B5EF4-FFF2-40B4-BE49-F238E27FC236}">
                  <a16:creationId xmlns:a16="http://schemas.microsoft.com/office/drawing/2014/main" id="{6EF163F1-B059-48C5-4DB0-5043585CF485}"/>
                </a:ext>
              </a:extLst>
            </p:cNvPr>
            <p:cNvSpPr/>
            <p:nvPr/>
          </p:nvSpPr>
          <p:spPr>
            <a:xfrm>
              <a:off x="2788920" y="2313432"/>
              <a:ext cx="3154680" cy="69494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3" name="Text 27">
              <a:extLst>
                <a:ext uri="{FF2B5EF4-FFF2-40B4-BE49-F238E27FC236}">
                  <a16:creationId xmlns:a16="http://schemas.microsoft.com/office/drawing/2014/main" id="{C87DF02D-0C2A-A57D-6ACE-AC2E03F2A75F}"/>
                </a:ext>
              </a:extLst>
            </p:cNvPr>
            <p:cNvSpPr/>
            <p:nvPr/>
          </p:nvSpPr>
          <p:spPr>
            <a:xfrm>
              <a:off x="2830068" y="2345436"/>
              <a:ext cx="307238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Cash inflow is delayed but expected soon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45" name="Shape 28">
              <a:extLst>
                <a:ext uri="{FF2B5EF4-FFF2-40B4-BE49-F238E27FC236}">
                  <a16:creationId xmlns:a16="http://schemas.microsoft.com/office/drawing/2014/main" id="{3B35C409-6F81-2236-53E8-B807C3664555}"/>
                </a:ext>
              </a:extLst>
            </p:cNvPr>
            <p:cNvSpPr/>
            <p:nvPr/>
          </p:nvSpPr>
          <p:spPr>
            <a:xfrm>
              <a:off x="5943600" y="2313432"/>
              <a:ext cx="3520440" cy="69494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7" name="Text 29">
              <a:extLst>
                <a:ext uri="{FF2B5EF4-FFF2-40B4-BE49-F238E27FC236}">
                  <a16:creationId xmlns:a16="http://schemas.microsoft.com/office/drawing/2014/main" id="{6C06D4D6-A075-98CE-AA6A-6AAC28E5B6F2}"/>
                </a:ext>
              </a:extLst>
            </p:cNvPr>
            <p:cNvSpPr/>
            <p:nvPr/>
          </p:nvSpPr>
          <p:spPr>
            <a:xfrm>
              <a:off x="5984748" y="2345436"/>
              <a:ext cx="343814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Prevents technical repayment stress during seasonal dip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49" name="Shape 30">
              <a:extLst>
                <a:ext uri="{FF2B5EF4-FFF2-40B4-BE49-F238E27FC236}">
                  <a16:creationId xmlns:a16="http://schemas.microsoft.com/office/drawing/2014/main" id="{5876C9D2-D8D7-A4F0-E5B0-6790F7850878}"/>
                </a:ext>
              </a:extLst>
            </p:cNvPr>
            <p:cNvSpPr/>
            <p:nvPr/>
          </p:nvSpPr>
          <p:spPr>
            <a:xfrm>
              <a:off x="9464040" y="2313432"/>
              <a:ext cx="2240280" cy="69494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1" name="Text 31">
              <a:extLst>
                <a:ext uri="{FF2B5EF4-FFF2-40B4-BE49-F238E27FC236}">
                  <a16:creationId xmlns:a16="http://schemas.microsoft.com/office/drawing/2014/main" id="{4EAA1290-B253-F4DE-1257-D5C5B2EB85F4}"/>
                </a:ext>
              </a:extLst>
            </p:cNvPr>
            <p:cNvSpPr/>
            <p:nvPr/>
          </p:nvSpPr>
          <p:spPr>
            <a:xfrm>
              <a:off x="9505188" y="2345436"/>
              <a:ext cx="215798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Lender policy decides eligibility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53" name="Shape 32">
              <a:extLst>
                <a:ext uri="{FF2B5EF4-FFF2-40B4-BE49-F238E27FC236}">
                  <a16:creationId xmlns:a16="http://schemas.microsoft.com/office/drawing/2014/main" id="{E1BEDB1F-59B2-98D1-7866-3150CC2AB64E}"/>
                </a:ext>
              </a:extLst>
            </p:cNvPr>
            <p:cNvSpPr/>
            <p:nvPr/>
          </p:nvSpPr>
          <p:spPr>
            <a:xfrm>
              <a:off x="502920" y="3008376"/>
              <a:ext cx="228600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5" name="Text 33">
              <a:extLst>
                <a:ext uri="{FF2B5EF4-FFF2-40B4-BE49-F238E27FC236}">
                  <a16:creationId xmlns:a16="http://schemas.microsoft.com/office/drawing/2014/main" id="{2FDAA6A3-FF21-087D-9BD1-D03BFEE3DAFF}"/>
                </a:ext>
              </a:extLst>
            </p:cNvPr>
            <p:cNvSpPr/>
            <p:nvPr/>
          </p:nvSpPr>
          <p:spPr>
            <a:xfrm>
              <a:off x="544068" y="3040380"/>
              <a:ext cx="220370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Reduce/restock later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57" name="Shape 34">
              <a:extLst>
                <a:ext uri="{FF2B5EF4-FFF2-40B4-BE49-F238E27FC236}">
                  <a16:creationId xmlns:a16="http://schemas.microsoft.com/office/drawing/2014/main" id="{5AFC841E-07C1-4956-EF04-41DAA1E27534}"/>
                </a:ext>
              </a:extLst>
            </p:cNvPr>
            <p:cNvSpPr/>
            <p:nvPr/>
          </p:nvSpPr>
          <p:spPr>
            <a:xfrm>
              <a:off x="2788920" y="3008376"/>
              <a:ext cx="315468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9" name="Text 35">
              <a:extLst>
                <a:ext uri="{FF2B5EF4-FFF2-40B4-BE49-F238E27FC236}">
                  <a16:creationId xmlns:a16="http://schemas.microsoft.com/office/drawing/2014/main" id="{99EFFAF5-E689-6A74-F382-FF27876F464C}"/>
                </a:ext>
              </a:extLst>
            </p:cNvPr>
            <p:cNvSpPr/>
            <p:nvPr/>
          </p:nvSpPr>
          <p:spPr>
            <a:xfrm>
              <a:off x="2830068" y="3040380"/>
              <a:ext cx="307238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Inventory purchase creates cash pressure during low sales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61" name="Shape 36">
              <a:extLst>
                <a:ext uri="{FF2B5EF4-FFF2-40B4-BE49-F238E27FC236}">
                  <a16:creationId xmlns:a16="http://schemas.microsoft.com/office/drawing/2014/main" id="{409661F7-578F-1DAF-4942-0DCCAAC3CAA3}"/>
                </a:ext>
              </a:extLst>
            </p:cNvPr>
            <p:cNvSpPr/>
            <p:nvPr/>
          </p:nvSpPr>
          <p:spPr>
            <a:xfrm>
              <a:off x="5943600" y="3008376"/>
              <a:ext cx="352044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63" name="Text 37">
              <a:extLst>
                <a:ext uri="{FF2B5EF4-FFF2-40B4-BE49-F238E27FC236}">
                  <a16:creationId xmlns:a16="http://schemas.microsoft.com/office/drawing/2014/main" id="{528B39ED-41E6-F360-E953-F756C22D8D69}"/>
                </a:ext>
              </a:extLst>
            </p:cNvPr>
            <p:cNvSpPr/>
            <p:nvPr/>
          </p:nvSpPr>
          <p:spPr>
            <a:xfrm>
              <a:off x="5984748" y="3040380"/>
              <a:ext cx="343814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Improves short-term liquidity without new credit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385" name="Shape 38">
              <a:extLst>
                <a:ext uri="{FF2B5EF4-FFF2-40B4-BE49-F238E27FC236}">
                  <a16:creationId xmlns:a16="http://schemas.microsoft.com/office/drawing/2014/main" id="{975E57F2-F833-9943-E544-DB422B137003}"/>
                </a:ext>
              </a:extLst>
            </p:cNvPr>
            <p:cNvSpPr/>
            <p:nvPr/>
          </p:nvSpPr>
          <p:spPr>
            <a:xfrm>
              <a:off x="9464040" y="3008376"/>
              <a:ext cx="224028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87" name="Text 39">
              <a:extLst>
                <a:ext uri="{FF2B5EF4-FFF2-40B4-BE49-F238E27FC236}">
                  <a16:creationId xmlns:a16="http://schemas.microsoft.com/office/drawing/2014/main" id="{F70A3928-95C8-52FA-1DDC-D09EA1073288}"/>
                </a:ext>
              </a:extLst>
            </p:cNvPr>
            <p:cNvSpPr/>
            <p:nvPr/>
          </p:nvSpPr>
          <p:spPr>
            <a:xfrm>
              <a:off x="9505188" y="3040380"/>
              <a:ext cx="215798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Enterprise accepts suggestion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389" name="Shape 40">
              <a:extLst>
                <a:ext uri="{FF2B5EF4-FFF2-40B4-BE49-F238E27FC236}">
                  <a16:creationId xmlns:a16="http://schemas.microsoft.com/office/drawing/2014/main" id="{EC42F5B2-E07F-65F5-4EFD-7E2429BD205A}"/>
                </a:ext>
              </a:extLst>
            </p:cNvPr>
            <p:cNvSpPr/>
            <p:nvPr/>
          </p:nvSpPr>
          <p:spPr>
            <a:xfrm>
              <a:off x="502920" y="3703320"/>
              <a:ext cx="2286000" cy="69494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1" name="Text 41">
              <a:extLst>
                <a:ext uri="{FF2B5EF4-FFF2-40B4-BE49-F238E27FC236}">
                  <a16:creationId xmlns:a16="http://schemas.microsoft.com/office/drawing/2014/main" id="{752248AE-7EA9-F190-E11A-DBFA1D3BE17B}"/>
                </a:ext>
              </a:extLst>
            </p:cNvPr>
            <p:cNvSpPr/>
            <p:nvPr/>
          </p:nvSpPr>
          <p:spPr>
            <a:xfrm>
              <a:off x="544068" y="3735324"/>
              <a:ext cx="220370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Group/FPO procurement support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393" name="Shape 42">
              <a:extLst>
                <a:ext uri="{FF2B5EF4-FFF2-40B4-BE49-F238E27FC236}">
                  <a16:creationId xmlns:a16="http://schemas.microsoft.com/office/drawing/2014/main" id="{A045F9E1-97D9-4236-C97C-755325014621}"/>
                </a:ext>
              </a:extLst>
            </p:cNvPr>
            <p:cNvSpPr/>
            <p:nvPr/>
          </p:nvSpPr>
          <p:spPr>
            <a:xfrm>
              <a:off x="2788920" y="3703320"/>
              <a:ext cx="3154680" cy="69494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5" name="Text 43">
              <a:extLst>
                <a:ext uri="{FF2B5EF4-FFF2-40B4-BE49-F238E27FC236}">
                  <a16:creationId xmlns:a16="http://schemas.microsoft.com/office/drawing/2014/main" id="{198F5BF4-16EF-D51F-6A10-3E0F637CABAA}"/>
                </a:ext>
              </a:extLst>
            </p:cNvPr>
            <p:cNvSpPr/>
            <p:nvPr/>
          </p:nvSpPr>
          <p:spPr>
            <a:xfrm>
              <a:off x="2830068" y="3735324"/>
              <a:ext cx="307238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Many enterprises face same input-price shock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397" name="Shape 44">
              <a:extLst>
                <a:ext uri="{FF2B5EF4-FFF2-40B4-BE49-F238E27FC236}">
                  <a16:creationId xmlns:a16="http://schemas.microsoft.com/office/drawing/2014/main" id="{FE67DC79-8E22-5CF5-41FC-3937F4181C0A}"/>
                </a:ext>
              </a:extLst>
            </p:cNvPr>
            <p:cNvSpPr/>
            <p:nvPr/>
          </p:nvSpPr>
          <p:spPr>
            <a:xfrm>
              <a:off x="5943600" y="3703320"/>
              <a:ext cx="3520440" cy="69494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9" name="Text 45">
              <a:extLst>
                <a:ext uri="{FF2B5EF4-FFF2-40B4-BE49-F238E27FC236}">
                  <a16:creationId xmlns:a16="http://schemas.microsoft.com/office/drawing/2014/main" id="{12CD6B3A-F474-EC31-0B98-75D09A96C3FB}"/>
                </a:ext>
              </a:extLst>
            </p:cNvPr>
            <p:cNvSpPr/>
            <p:nvPr/>
          </p:nvSpPr>
          <p:spPr>
            <a:xfrm>
              <a:off x="5984748" y="3735324"/>
              <a:ext cx="343814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Bulk buying reduces cost pressure for cluster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401" name="Shape 46">
              <a:extLst>
                <a:ext uri="{FF2B5EF4-FFF2-40B4-BE49-F238E27FC236}">
                  <a16:creationId xmlns:a16="http://schemas.microsoft.com/office/drawing/2014/main" id="{BA11B323-97EE-A3C6-510C-8B4B8E03ACA1}"/>
                </a:ext>
              </a:extLst>
            </p:cNvPr>
            <p:cNvSpPr/>
            <p:nvPr/>
          </p:nvSpPr>
          <p:spPr>
            <a:xfrm>
              <a:off x="9464040" y="3703320"/>
              <a:ext cx="2240280" cy="694944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03" name="Text 47">
              <a:extLst>
                <a:ext uri="{FF2B5EF4-FFF2-40B4-BE49-F238E27FC236}">
                  <a16:creationId xmlns:a16="http://schemas.microsoft.com/office/drawing/2014/main" id="{20AED6D8-E01A-B670-2F97-98B1977CB2A3}"/>
                </a:ext>
              </a:extLst>
            </p:cNvPr>
            <p:cNvSpPr/>
            <p:nvPr/>
          </p:nvSpPr>
          <p:spPr>
            <a:xfrm>
              <a:off x="9505188" y="3735324"/>
              <a:ext cx="215798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FPO/NABARD partner coordinates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405" name="Shape 48">
              <a:extLst>
                <a:ext uri="{FF2B5EF4-FFF2-40B4-BE49-F238E27FC236}">
                  <a16:creationId xmlns:a16="http://schemas.microsoft.com/office/drawing/2014/main" id="{E3997C5C-E726-0DF9-8C5E-A68AD2BA520D}"/>
                </a:ext>
              </a:extLst>
            </p:cNvPr>
            <p:cNvSpPr/>
            <p:nvPr/>
          </p:nvSpPr>
          <p:spPr>
            <a:xfrm>
              <a:off x="502920" y="4398264"/>
              <a:ext cx="228600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07" name="Text 49">
              <a:extLst>
                <a:ext uri="{FF2B5EF4-FFF2-40B4-BE49-F238E27FC236}">
                  <a16:creationId xmlns:a16="http://schemas.microsoft.com/office/drawing/2014/main" id="{D474469B-FCD7-456A-5B88-D2D06CCE8610}"/>
                </a:ext>
              </a:extLst>
            </p:cNvPr>
            <p:cNvSpPr/>
            <p:nvPr/>
          </p:nvSpPr>
          <p:spPr>
            <a:xfrm>
              <a:off x="544068" y="4430268"/>
              <a:ext cx="220370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Field verification visit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409" name="Shape 50">
              <a:extLst>
                <a:ext uri="{FF2B5EF4-FFF2-40B4-BE49-F238E27FC236}">
                  <a16:creationId xmlns:a16="http://schemas.microsoft.com/office/drawing/2014/main" id="{A1806618-98B2-74D7-220E-BDF97947EFF7}"/>
                </a:ext>
              </a:extLst>
            </p:cNvPr>
            <p:cNvSpPr/>
            <p:nvPr/>
          </p:nvSpPr>
          <p:spPr>
            <a:xfrm>
              <a:off x="2788920" y="4398264"/>
              <a:ext cx="315468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3" name="Text 51">
              <a:extLst>
                <a:ext uri="{FF2B5EF4-FFF2-40B4-BE49-F238E27FC236}">
                  <a16:creationId xmlns:a16="http://schemas.microsoft.com/office/drawing/2014/main" id="{5E7ED9CA-D41D-F2F4-0A4B-336181B70216}"/>
                </a:ext>
              </a:extLst>
            </p:cNvPr>
            <p:cNvSpPr/>
            <p:nvPr/>
          </p:nvSpPr>
          <p:spPr>
            <a:xfrm>
              <a:off x="2830068" y="4430268"/>
              <a:ext cx="307238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Data quality low or model confidence weak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415" name="Shape 52">
              <a:extLst>
                <a:ext uri="{FF2B5EF4-FFF2-40B4-BE49-F238E27FC236}">
                  <a16:creationId xmlns:a16="http://schemas.microsoft.com/office/drawing/2014/main" id="{EA5A0521-3310-039F-2E22-836A996D4A84}"/>
                </a:ext>
              </a:extLst>
            </p:cNvPr>
            <p:cNvSpPr/>
            <p:nvPr/>
          </p:nvSpPr>
          <p:spPr>
            <a:xfrm>
              <a:off x="5943600" y="4398264"/>
              <a:ext cx="352044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7" name="Text 53">
              <a:extLst>
                <a:ext uri="{FF2B5EF4-FFF2-40B4-BE49-F238E27FC236}">
                  <a16:creationId xmlns:a16="http://schemas.microsoft.com/office/drawing/2014/main" id="{32190999-EE5F-DC2A-AE31-E406F5999DA0}"/>
                </a:ext>
              </a:extLst>
            </p:cNvPr>
            <p:cNvSpPr/>
            <p:nvPr/>
          </p:nvSpPr>
          <p:spPr>
            <a:xfrm>
              <a:off x="5984748" y="4430268"/>
              <a:ext cx="343814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Prevents wrong decision from incomplete information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  <p:sp>
          <p:nvSpPr>
            <p:cNvPr id="419" name="Shape 54">
              <a:extLst>
                <a:ext uri="{FF2B5EF4-FFF2-40B4-BE49-F238E27FC236}">
                  <a16:creationId xmlns:a16="http://schemas.microsoft.com/office/drawing/2014/main" id="{83DDC572-A30B-2F6A-68A4-EC61592C5EDE}"/>
                </a:ext>
              </a:extLst>
            </p:cNvPr>
            <p:cNvSpPr/>
            <p:nvPr/>
          </p:nvSpPr>
          <p:spPr>
            <a:xfrm>
              <a:off x="9464040" y="4398264"/>
              <a:ext cx="224028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21" name="Text 55">
              <a:extLst>
                <a:ext uri="{FF2B5EF4-FFF2-40B4-BE49-F238E27FC236}">
                  <a16:creationId xmlns:a16="http://schemas.microsoft.com/office/drawing/2014/main" id="{5EBA27C0-365C-F2FC-4255-2D8F9F241178}"/>
                </a:ext>
              </a:extLst>
            </p:cNvPr>
            <p:cNvSpPr/>
            <p:nvPr/>
          </p:nvSpPr>
          <p:spPr>
            <a:xfrm>
              <a:off x="9505188" y="4430268"/>
              <a:ext cx="2157984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Field officer validates ground reality</a:t>
              </a:r>
              <a:endParaRPr lang="en-US" sz="880" dirty="0">
                <a:latin typeface="Playfair Display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2BF4B723-4499-5C36-7684-A3EC8FC7E8B8}"/>
              </a:ext>
            </a:extLst>
          </p:cNvPr>
          <p:cNvSpPr txBox="1"/>
          <p:nvPr/>
        </p:nvSpPr>
        <p:spPr>
          <a:xfrm>
            <a:off x="2410968" y="284131"/>
            <a:ext cx="4602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63B2E"/>
                </a:solidFill>
                <a:latin typeface="Playfair Display" panose="00000500000000000000" pitchFamily="2" charset="0"/>
                <a:ea typeface="Aptos Display" pitchFamily="34" charset="-122"/>
                <a:cs typeface="Aptos Display" pitchFamily="34" charset="-120"/>
              </a:rPr>
              <a:t>Village / FPO Shock Radar</a:t>
            </a:r>
            <a:endParaRPr lang="en-US" sz="2600" dirty="0">
              <a:latin typeface="Playfair Display" panose="000005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8045C7-B6BE-6186-8628-646775639F6E}"/>
              </a:ext>
            </a:extLst>
          </p:cNvPr>
          <p:cNvSpPr txBox="1"/>
          <p:nvPr/>
        </p:nvSpPr>
        <p:spPr>
          <a:xfrm>
            <a:off x="1467612" y="776574"/>
            <a:ext cx="6489192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A5A54"/>
                </a:solidFill>
                <a:latin typeface="Playfair Display" panose="00000500000000000000" pitchFamily="2" charset="0"/>
              </a:rPr>
              <a:t>Detects cluster-level risk when many enterprises are affected by the same external factor.</a:t>
            </a:r>
            <a:endParaRPr lang="en-US" sz="1150" dirty="0">
              <a:latin typeface="Playfair Display" panose="00000500000000000000" pitchFamily="2" charset="0"/>
            </a:endParaRPr>
          </a:p>
        </p:txBody>
      </p: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F32ACF79-D681-326C-A86F-92F790DFF3B7}"/>
              </a:ext>
            </a:extLst>
          </p:cNvPr>
          <p:cNvGrpSpPr/>
          <p:nvPr/>
        </p:nvGrpSpPr>
        <p:grpSpPr>
          <a:xfrm>
            <a:off x="994888" y="1138428"/>
            <a:ext cx="7434639" cy="3158564"/>
            <a:chOff x="640080" y="1207008"/>
            <a:chExt cx="10927080" cy="4005072"/>
          </a:xfrm>
        </p:grpSpPr>
        <p:sp>
          <p:nvSpPr>
            <p:cNvPr id="33" name="Shape 8">
              <a:extLst>
                <a:ext uri="{FF2B5EF4-FFF2-40B4-BE49-F238E27FC236}">
                  <a16:creationId xmlns:a16="http://schemas.microsoft.com/office/drawing/2014/main" id="{BC642F84-FB8D-08CB-5D91-935C85209682}"/>
                </a:ext>
              </a:extLst>
            </p:cNvPr>
            <p:cNvSpPr/>
            <p:nvPr/>
          </p:nvSpPr>
          <p:spPr>
            <a:xfrm>
              <a:off x="640080" y="1207008"/>
              <a:ext cx="2743200" cy="384048"/>
            </a:xfrm>
            <a:prstGeom prst="rect">
              <a:avLst/>
            </a:prstGeom>
            <a:solidFill>
              <a:srgbClr val="0E7C86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5" name="Shape 10">
              <a:extLst>
                <a:ext uri="{FF2B5EF4-FFF2-40B4-BE49-F238E27FC236}">
                  <a16:creationId xmlns:a16="http://schemas.microsoft.com/office/drawing/2014/main" id="{F452C314-A94C-C4B8-0C01-5C337F05EC82}"/>
                </a:ext>
              </a:extLst>
            </p:cNvPr>
            <p:cNvSpPr/>
            <p:nvPr/>
          </p:nvSpPr>
          <p:spPr>
            <a:xfrm>
              <a:off x="3383280" y="1207008"/>
              <a:ext cx="3886200" cy="384048"/>
            </a:xfrm>
            <a:prstGeom prst="rect">
              <a:avLst/>
            </a:prstGeom>
            <a:solidFill>
              <a:srgbClr val="0E7C86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7" name="Text 11">
              <a:extLst>
                <a:ext uri="{FF2B5EF4-FFF2-40B4-BE49-F238E27FC236}">
                  <a16:creationId xmlns:a16="http://schemas.microsoft.com/office/drawing/2014/main" id="{1C417C99-0023-0570-BB9D-012AC4555BB8}"/>
                </a:ext>
              </a:extLst>
            </p:cNvPr>
            <p:cNvSpPr/>
            <p:nvPr/>
          </p:nvSpPr>
          <p:spPr>
            <a:xfrm>
              <a:off x="3424428" y="1239012"/>
              <a:ext cx="380390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8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Example detection</a:t>
              </a:r>
              <a:endParaRPr lang="en-US" sz="980" dirty="0">
                <a:latin typeface="Playfair Display" panose="00000500000000000000" pitchFamily="2" charset="0"/>
              </a:endParaRPr>
            </a:p>
          </p:txBody>
        </p:sp>
        <p:sp>
          <p:nvSpPr>
            <p:cNvPr id="39" name="Shape 12">
              <a:extLst>
                <a:ext uri="{FF2B5EF4-FFF2-40B4-BE49-F238E27FC236}">
                  <a16:creationId xmlns:a16="http://schemas.microsoft.com/office/drawing/2014/main" id="{7A3B2298-F839-476B-17B8-CA57347E71E5}"/>
                </a:ext>
              </a:extLst>
            </p:cNvPr>
            <p:cNvSpPr/>
            <p:nvPr/>
          </p:nvSpPr>
          <p:spPr>
            <a:xfrm>
              <a:off x="7269480" y="1207008"/>
              <a:ext cx="4297680" cy="384048"/>
            </a:xfrm>
            <a:prstGeom prst="rect">
              <a:avLst/>
            </a:prstGeom>
            <a:solidFill>
              <a:srgbClr val="0E7C86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" name="Shape 14">
              <a:extLst>
                <a:ext uri="{FF2B5EF4-FFF2-40B4-BE49-F238E27FC236}">
                  <a16:creationId xmlns:a16="http://schemas.microsoft.com/office/drawing/2014/main" id="{1B94B24C-5052-C2D2-C776-1182137F8210}"/>
                </a:ext>
              </a:extLst>
            </p:cNvPr>
            <p:cNvSpPr/>
            <p:nvPr/>
          </p:nvSpPr>
          <p:spPr>
            <a:xfrm>
              <a:off x="640080" y="1591056"/>
              <a:ext cx="2743200" cy="40233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3" name="Text 15">
              <a:extLst>
                <a:ext uri="{FF2B5EF4-FFF2-40B4-BE49-F238E27FC236}">
                  <a16:creationId xmlns:a16="http://schemas.microsoft.com/office/drawing/2014/main" id="{7AFFA951-1C20-3EF0-F02E-273CC1D920DA}"/>
                </a:ext>
              </a:extLst>
            </p:cNvPr>
            <p:cNvSpPr/>
            <p:nvPr/>
          </p:nvSpPr>
          <p:spPr>
            <a:xfrm>
              <a:off x="681228" y="1623060"/>
              <a:ext cx="2660904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Dairy enterprises in same village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45" name="Shape 16">
              <a:extLst>
                <a:ext uri="{FF2B5EF4-FFF2-40B4-BE49-F238E27FC236}">
                  <a16:creationId xmlns:a16="http://schemas.microsoft.com/office/drawing/2014/main" id="{47F73C9A-8F11-8789-51D0-0146B5B1C66E}"/>
                </a:ext>
              </a:extLst>
            </p:cNvPr>
            <p:cNvSpPr/>
            <p:nvPr/>
          </p:nvSpPr>
          <p:spPr>
            <a:xfrm>
              <a:off x="3383280" y="1591056"/>
              <a:ext cx="3886200" cy="40233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7" name="Text 17">
              <a:extLst>
                <a:ext uri="{FF2B5EF4-FFF2-40B4-BE49-F238E27FC236}">
                  <a16:creationId xmlns:a16="http://schemas.microsoft.com/office/drawing/2014/main" id="{B233EFE8-AE3F-0D1B-2FD4-A45141A5AAA1}"/>
                </a:ext>
              </a:extLst>
            </p:cNvPr>
            <p:cNvSpPr/>
            <p:nvPr/>
          </p:nvSpPr>
          <p:spPr>
            <a:xfrm>
              <a:off x="3424428" y="1623060"/>
              <a:ext cx="3803904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17/42 enterprises show rising fodder-cost stress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49" name="Shape 18">
              <a:extLst>
                <a:ext uri="{FF2B5EF4-FFF2-40B4-BE49-F238E27FC236}">
                  <a16:creationId xmlns:a16="http://schemas.microsoft.com/office/drawing/2014/main" id="{D22E9571-68CA-2F22-C50B-436F9A7401EC}"/>
                </a:ext>
              </a:extLst>
            </p:cNvPr>
            <p:cNvSpPr/>
            <p:nvPr/>
          </p:nvSpPr>
          <p:spPr>
            <a:xfrm>
              <a:off x="7269480" y="1591056"/>
              <a:ext cx="4297680" cy="40233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A684DC94-646A-2F17-B345-E3DDE69807F6}"/>
                </a:ext>
              </a:extLst>
            </p:cNvPr>
            <p:cNvSpPr/>
            <p:nvPr/>
          </p:nvSpPr>
          <p:spPr>
            <a:xfrm>
              <a:off x="7310628" y="1623060"/>
              <a:ext cx="4215384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Bulk fodder procurement through FPO or local partner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53" name="Shape 20">
              <a:extLst>
                <a:ext uri="{FF2B5EF4-FFF2-40B4-BE49-F238E27FC236}">
                  <a16:creationId xmlns:a16="http://schemas.microsoft.com/office/drawing/2014/main" id="{80E64ADE-142B-E8A9-B6D3-8B17F0D48328}"/>
                </a:ext>
              </a:extLst>
            </p:cNvPr>
            <p:cNvSpPr/>
            <p:nvPr/>
          </p:nvSpPr>
          <p:spPr>
            <a:xfrm>
              <a:off x="640080" y="1993392"/>
              <a:ext cx="2743200" cy="402336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39CFA87C-01BB-F1B9-016F-FC2E68E8845A}"/>
                </a:ext>
              </a:extLst>
            </p:cNvPr>
            <p:cNvSpPr/>
            <p:nvPr/>
          </p:nvSpPr>
          <p:spPr>
            <a:xfrm>
              <a:off x="681228" y="2025396"/>
              <a:ext cx="2660904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Retailers near same market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57" name="Shape 22">
              <a:extLst>
                <a:ext uri="{FF2B5EF4-FFF2-40B4-BE49-F238E27FC236}">
                  <a16:creationId xmlns:a16="http://schemas.microsoft.com/office/drawing/2014/main" id="{257938A5-B7B6-5169-7BAA-AA3A3D4AF5AB}"/>
                </a:ext>
              </a:extLst>
            </p:cNvPr>
            <p:cNvSpPr/>
            <p:nvPr/>
          </p:nvSpPr>
          <p:spPr>
            <a:xfrm>
              <a:off x="3383280" y="1993392"/>
              <a:ext cx="3886200" cy="402336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9" name="Text 23">
              <a:extLst>
                <a:ext uri="{FF2B5EF4-FFF2-40B4-BE49-F238E27FC236}">
                  <a16:creationId xmlns:a16="http://schemas.microsoft.com/office/drawing/2014/main" id="{7E492BB7-8D54-A545-4A1D-C340E3130261}"/>
                </a:ext>
              </a:extLst>
            </p:cNvPr>
            <p:cNvSpPr/>
            <p:nvPr/>
          </p:nvSpPr>
          <p:spPr>
            <a:xfrm>
              <a:off x="3424428" y="2025396"/>
              <a:ext cx="3803904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UPI inflow proxy reduces for two consecutive weeks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61" name="Shape 24">
              <a:extLst>
                <a:ext uri="{FF2B5EF4-FFF2-40B4-BE49-F238E27FC236}">
                  <a16:creationId xmlns:a16="http://schemas.microsoft.com/office/drawing/2014/main" id="{E2EB408A-E160-04F7-9FF8-AFA264B4966E}"/>
                </a:ext>
              </a:extLst>
            </p:cNvPr>
            <p:cNvSpPr/>
            <p:nvPr/>
          </p:nvSpPr>
          <p:spPr>
            <a:xfrm>
              <a:off x="7269480" y="1993392"/>
              <a:ext cx="4297680" cy="402336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63" name="Text 25">
              <a:extLst>
                <a:ext uri="{FF2B5EF4-FFF2-40B4-BE49-F238E27FC236}">
                  <a16:creationId xmlns:a16="http://schemas.microsoft.com/office/drawing/2014/main" id="{C6A139F2-126C-FC0C-B2FA-D9AC19288921}"/>
                </a:ext>
              </a:extLst>
            </p:cNvPr>
            <p:cNvSpPr/>
            <p:nvPr/>
          </p:nvSpPr>
          <p:spPr>
            <a:xfrm>
              <a:off x="7310628" y="2025396"/>
              <a:ext cx="4215384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Field officer checks market closure / demand disruption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85" name="Shape 26">
              <a:extLst>
                <a:ext uri="{FF2B5EF4-FFF2-40B4-BE49-F238E27FC236}">
                  <a16:creationId xmlns:a16="http://schemas.microsoft.com/office/drawing/2014/main" id="{4E8098DC-5ED1-6BFB-DE08-F196E5F986D9}"/>
                </a:ext>
              </a:extLst>
            </p:cNvPr>
            <p:cNvSpPr/>
            <p:nvPr/>
          </p:nvSpPr>
          <p:spPr>
            <a:xfrm>
              <a:off x="640080" y="2395728"/>
              <a:ext cx="2743200" cy="40233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87" name="Text 27">
              <a:extLst>
                <a:ext uri="{FF2B5EF4-FFF2-40B4-BE49-F238E27FC236}">
                  <a16:creationId xmlns:a16="http://schemas.microsoft.com/office/drawing/2014/main" id="{5DB34BA7-0F00-C675-1E61-3B24A242F3F9}"/>
                </a:ext>
              </a:extLst>
            </p:cNvPr>
            <p:cNvSpPr/>
            <p:nvPr/>
          </p:nvSpPr>
          <p:spPr>
            <a:xfrm>
              <a:off x="681228" y="2427732"/>
              <a:ext cx="2660904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Poultry units in same block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89" name="Shape 28">
              <a:extLst>
                <a:ext uri="{FF2B5EF4-FFF2-40B4-BE49-F238E27FC236}">
                  <a16:creationId xmlns:a16="http://schemas.microsoft.com/office/drawing/2014/main" id="{A38ED793-C788-961A-F4BD-DE2E847EA2C3}"/>
                </a:ext>
              </a:extLst>
            </p:cNvPr>
            <p:cNvSpPr/>
            <p:nvPr/>
          </p:nvSpPr>
          <p:spPr>
            <a:xfrm>
              <a:off x="3383280" y="2395728"/>
              <a:ext cx="3886200" cy="40233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1" name="Text 29">
              <a:extLst>
                <a:ext uri="{FF2B5EF4-FFF2-40B4-BE49-F238E27FC236}">
                  <a16:creationId xmlns:a16="http://schemas.microsoft.com/office/drawing/2014/main" id="{BC0D9748-6232-CBA3-8E17-A9C50956C2D5}"/>
                </a:ext>
              </a:extLst>
            </p:cNvPr>
            <p:cNvSpPr/>
            <p:nvPr/>
          </p:nvSpPr>
          <p:spPr>
            <a:xfrm>
              <a:off x="3424428" y="2427732"/>
              <a:ext cx="3803904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Feed price rise + local disease-risk note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93" name="Shape 30">
              <a:extLst>
                <a:ext uri="{FF2B5EF4-FFF2-40B4-BE49-F238E27FC236}">
                  <a16:creationId xmlns:a16="http://schemas.microsoft.com/office/drawing/2014/main" id="{90F96572-36B2-51FE-45A8-C282AE517E23}"/>
                </a:ext>
              </a:extLst>
            </p:cNvPr>
            <p:cNvSpPr/>
            <p:nvPr/>
          </p:nvSpPr>
          <p:spPr>
            <a:xfrm>
              <a:off x="7269480" y="2395728"/>
              <a:ext cx="4297680" cy="40233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5" name="Text 31">
              <a:extLst>
                <a:ext uri="{FF2B5EF4-FFF2-40B4-BE49-F238E27FC236}">
                  <a16:creationId xmlns:a16="http://schemas.microsoft.com/office/drawing/2014/main" id="{E7BCC079-A689-A84E-4C1F-03B00EE5913B}"/>
                </a:ext>
              </a:extLst>
            </p:cNvPr>
            <p:cNvSpPr/>
            <p:nvPr/>
          </p:nvSpPr>
          <p:spPr>
            <a:xfrm>
              <a:off x="7310628" y="2427732"/>
              <a:ext cx="4215384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Advisory + temporary working-capital review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97" name="Shape 32">
              <a:extLst>
                <a:ext uri="{FF2B5EF4-FFF2-40B4-BE49-F238E27FC236}">
                  <a16:creationId xmlns:a16="http://schemas.microsoft.com/office/drawing/2014/main" id="{7553DEC3-3821-F1AD-ADF2-2A36E13063BC}"/>
                </a:ext>
              </a:extLst>
            </p:cNvPr>
            <p:cNvSpPr/>
            <p:nvPr/>
          </p:nvSpPr>
          <p:spPr>
            <a:xfrm>
              <a:off x="640080" y="2798064"/>
              <a:ext cx="2743200" cy="402336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9" name="Text 33">
              <a:extLst>
                <a:ext uri="{FF2B5EF4-FFF2-40B4-BE49-F238E27FC236}">
                  <a16:creationId xmlns:a16="http://schemas.microsoft.com/office/drawing/2014/main" id="{D420F2C6-5C75-AC02-4783-A90C92913501}"/>
                </a:ext>
              </a:extLst>
            </p:cNvPr>
            <p:cNvSpPr/>
            <p:nvPr/>
          </p:nvSpPr>
          <p:spPr>
            <a:xfrm>
              <a:off x="681228" y="2830068"/>
              <a:ext cx="2660904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Food processors in crop belt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401" name="Shape 34">
              <a:extLst>
                <a:ext uri="{FF2B5EF4-FFF2-40B4-BE49-F238E27FC236}">
                  <a16:creationId xmlns:a16="http://schemas.microsoft.com/office/drawing/2014/main" id="{C920D5C9-A902-ACF2-CFF2-0E2336DA9E58}"/>
                </a:ext>
              </a:extLst>
            </p:cNvPr>
            <p:cNvSpPr/>
            <p:nvPr/>
          </p:nvSpPr>
          <p:spPr>
            <a:xfrm>
              <a:off x="3383280" y="2798064"/>
              <a:ext cx="3886200" cy="402336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03" name="Text 35">
              <a:extLst>
                <a:ext uri="{FF2B5EF4-FFF2-40B4-BE49-F238E27FC236}">
                  <a16:creationId xmlns:a16="http://schemas.microsoft.com/office/drawing/2014/main" id="{D4AC2D24-EA67-F8B6-8EDD-E00AB52ED38D}"/>
                </a:ext>
              </a:extLst>
            </p:cNvPr>
            <p:cNvSpPr/>
            <p:nvPr/>
          </p:nvSpPr>
          <p:spPr>
            <a:xfrm>
              <a:off x="3424428" y="2830068"/>
              <a:ext cx="3803904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Raw material price volatility after weather event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405" name="Shape 36">
              <a:extLst>
                <a:ext uri="{FF2B5EF4-FFF2-40B4-BE49-F238E27FC236}">
                  <a16:creationId xmlns:a16="http://schemas.microsoft.com/office/drawing/2014/main" id="{6DAC78D1-B939-50C1-82D2-1C8450576826}"/>
                </a:ext>
              </a:extLst>
            </p:cNvPr>
            <p:cNvSpPr/>
            <p:nvPr/>
          </p:nvSpPr>
          <p:spPr>
            <a:xfrm>
              <a:off x="7269480" y="2798064"/>
              <a:ext cx="4297680" cy="402336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07" name="Text 37">
              <a:extLst>
                <a:ext uri="{FF2B5EF4-FFF2-40B4-BE49-F238E27FC236}">
                  <a16:creationId xmlns:a16="http://schemas.microsoft.com/office/drawing/2014/main" id="{F8D6F961-930D-CD9A-D15F-7A25B3C0EAFF}"/>
                </a:ext>
              </a:extLst>
            </p:cNvPr>
            <p:cNvSpPr/>
            <p:nvPr/>
          </p:nvSpPr>
          <p:spPr>
            <a:xfrm>
              <a:off x="7310628" y="2830068"/>
              <a:ext cx="4215384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Inventory planning and price-risk guidance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409" name="Shape 38">
              <a:extLst>
                <a:ext uri="{FF2B5EF4-FFF2-40B4-BE49-F238E27FC236}">
                  <a16:creationId xmlns:a16="http://schemas.microsoft.com/office/drawing/2014/main" id="{C1584FFE-4838-0716-5A7F-307F54FDE8B9}"/>
                </a:ext>
              </a:extLst>
            </p:cNvPr>
            <p:cNvSpPr/>
            <p:nvPr/>
          </p:nvSpPr>
          <p:spPr>
            <a:xfrm>
              <a:off x="914400" y="3703320"/>
              <a:ext cx="2743200" cy="1508760"/>
            </a:xfrm>
            <a:prstGeom prst="roundRect">
              <a:avLst>
                <a:gd name="adj" fmla="val 4848"/>
              </a:avLst>
            </a:prstGeom>
            <a:solidFill>
              <a:srgbClr val="FFE8E6"/>
            </a:solidFill>
            <a:ln w="9525">
              <a:solidFill>
                <a:srgbClr val="D94B44"/>
              </a:solidFill>
              <a:prstDash val="solid"/>
            </a:ln>
          </p:spPr>
        </p:sp>
        <p:sp>
          <p:nvSpPr>
            <p:cNvPr id="411" name="Text 39">
              <a:extLst>
                <a:ext uri="{FF2B5EF4-FFF2-40B4-BE49-F238E27FC236}">
                  <a16:creationId xmlns:a16="http://schemas.microsoft.com/office/drawing/2014/main" id="{B83BB511-7C3A-DA30-F89C-9214FCA1EF34}"/>
                </a:ext>
              </a:extLst>
            </p:cNvPr>
            <p:cNvSpPr/>
            <p:nvPr/>
          </p:nvSpPr>
          <p:spPr>
            <a:xfrm>
              <a:off x="1143000" y="3977640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D94B44"/>
                  </a:solidFill>
                  <a:latin typeface="Playfair Display" panose="00000500000000000000" pitchFamily="2" charset="0"/>
                </a:rPr>
                <a:t>HIGH CLUSTER RISK</a:t>
              </a:r>
              <a:endParaRPr lang="en-US" sz="1300" dirty="0">
                <a:latin typeface="Playfair Display" panose="00000500000000000000" pitchFamily="2" charset="0"/>
              </a:endParaRPr>
            </a:p>
          </p:txBody>
        </p:sp>
        <p:sp>
          <p:nvSpPr>
            <p:cNvPr id="413" name="Text 40">
              <a:extLst>
                <a:ext uri="{FF2B5EF4-FFF2-40B4-BE49-F238E27FC236}">
                  <a16:creationId xmlns:a16="http://schemas.microsoft.com/office/drawing/2014/main" id="{E8AC3019-E19F-40E5-0138-B18891C4E986}"/>
                </a:ext>
              </a:extLst>
            </p:cNvPr>
            <p:cNvSpPr/>
            <p:nvPr/>
          </p:nvSpPr>
          <p:spPr>
            <a:xfrm>
              <a:off x="1143000" y="4473232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Dairy • Village A</a:t>
              </a:r>
              <a:endParaRPr lang="en-US" sz="1000" dirty="0">
                <a:latin typeface="Playfair Display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Common driver: fodder cost</a:t>
              </a:r>
              <a:endParaRPr lang="en-US" sz="1000" dirty="0">
                <a:latin typeface="Playfair Display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Affected portfolio: ₹24.6L</a:t>
              </a:r>
              <a:endParaRPr lang="en-US" sz="1000" dirty="0">
                <a:latin typeface="Playfair Display" panose="00000500000000000000" pitchFamily="2" charset="0"/>
              </a:endParaRPr>
            </a:p>
          </p:txBody>
        </p:sp>
        <p:sp>
          <p:nvSpPr>
            <p:cNvPr id="415" name="Shape 41">
              <a:extLst>
                <a:ext uri="{FF2B5EF4-FFF2-40B4-BE49-F238E27FC236}">
                  <a16:creationId xmlns:a16="http://schemas.microsoft.com/office/drawing/2014/main" id="{B5AC77AD-3F4A-9F70-6907-52252EB41FC5}"/>
                </a:ext>
              </a:extLst>
            </p:cNvPr>
            <p:cNvSpPr/>
            <p:nvPr/>
          </p:nvSpPr>
          <p:spPr>
            <a:xfrm>
              <a:off x="4663440" y="3703320"/>
              <a:ext cx="2743200" cy="1508760"/>
            </a:xfrm>
            <a:prstGeom prst="roundRect">
              <a:avLst>
                <a:gd name="adj" fmla="val 4848"/>
              </a:avLst>
            </a:prstGeom>
            <a:solidFill>
              <a:srgbClr val="FFEAD2"/>
            </a:solidFill>
            <a:ln w="9525">
              <a:solidFill>
                <a:srgbClr val="F28C28"/>
              </a:solidFill>
              <a:prstDash val="solid"/>
            </a:ln>
          </p:spPr>
        </p:sp>
        <p:sp>
          <p:nvSpPr>
            <p:cNvPr id="430" name="Text 42">
              <a:extLst>
                <a:ext uri="{FF2B5EF4-FFF2-40B4-BE49-F238E27FC236}">
                  <a16:creationId xmlns:a16="http://schemas.microsoft.com/office/drawing/2014/main" id="{815B5DD3-DD6F-C486-01F0-96100025CBE1}"/>
                </a:ext>
              </a:extLst>
            </p:cNvPr>
            <p:cNvSpPr/>
            <p:nvPr/>
          </p:nvSpPr>
          <p:spPr>
            <a:xfrm>
              <a:off x="4892040" y="3977640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28C28"/>
                  </a:solidFill>
                  <a:latin typeface="Playfair Display" panose="00000500000000000000" pitchFamily="2" charset="0"/>
                </a:rPr>
                <a:t>MODERATE WATCH</a:t>
              </a:r>
              <a:endParaRPr lang="en-US" sz="1300" dirty="0">
                <a:latin typeface="Playfair Display" panose="00000500000000000000" pitchFamily="2" charset="0"/>
              </a:endParaRPr>
            </a:p>
          </p:txBody>
        </p:sp>
        <p:sp>
          <p:nvSpPr>
            <p:cNvPr id="432" name="Text 43">
              <a:extLst>
                <a:ext uri="{FF2B5EF4-FFF2-40B4-BE49-F238E27FC236}">
                  <a16:creationId xmlns:a16="http://schemas.microsoft.com/office/drawing/2014/main" id="{C2F85612-CFE7-EC61-5907-D7688CF00DFF}"/>
                </a:ext>
              </a:extLst>
            </p:cNvPr>
            <p:cNvSpPr/>
            <p:nvPr/>
          </p:nvSpPr>
          <p:spPr>
            <a:xfrm>
              <a:off x="4759148" y="4453128"/>
              <a:ext cx="2551782" cy="5029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Retail • Market B</a:t>
              </a:r>
              <a:endParaRPr lang="en-US" sz="1000" dirty="0">
                <a:latin typeface="Playfair Display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Common driver: demand dip</a:t>
              </a:r>
              <a:endParaRPr lang="en-US" sz="1000" dirty="0">
                <a:latin typeface="Playfair Display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Action: officer visit</a:t>
              </a:r>
              <a:endParaRPr lang="en-US" sz="1000" dirty="0">
                <a:latin typeface="Playfair Display" panose="00000500000000000000" pitchFamily="2" charset="0"/>
              </a:endParaRPr>
            </a:p>
          </p:txBody>
        </p:sp>
        <p:sp>
          <p:nvSpPr>
            <p:cNvPr id="434" name="Shape 44">
              <a:extLst>
                <a:ext uri="{FF2B5EF4-FFF2-40B4-BE49-F238E27FC236}">
                  <a16:creationId xmlns:a16="http://schemas.microsoft.com/office/drawing/2014/main" id="{89B0CC1D-E8F6-F07F-CF1E-4252294DB0F6}"/>
                </a:ext>
              </a:extLst>
            </p:cNvPr>
            <p:cNvSpPr/>
            <p:nvPr/>
          </p:nvSpPr>
          <p:spPr>
            <a:xfrm>
              <a:off x="8412480" y="3703320"/>
              <a:ext cx="2743200" cy="1508760"/>
            </a:xfrm>
            <a:prstGeom prst="roundRect">
              <a:avLst>
                <a:gd name="adj" fmla="val 4848"/>
              </a:avLst>
            </a:prstGeom>
            <a:solidFill>
              <a:srgbClr val="DDF6EA"/>
            </a:solidFill>
            <a:ln w="9525">
              <a:solidFill>
                <a:srgbClr val="0A7A5C"/>
              </a:solidFill>
              <a:prstDash val="solid"/>
            </a:ln>
          </p:spPr>
        </p:sp>
        <p:sp>
          <p:nvSpPr>
            <p:cNvPr id="436" name="Text 45">
              <a:extLst>
                <a:ext uri="{FF2B5EF4-FFF2-40B4-BE49-F238E27FC236}">
                  <a16:creationId xmlns:a16="http://schemas.microsoft.com/office/drawing/2014/main" id="{2C0A7894-8281-D109-80A4-AD21C8F1694B}"/>
                </a:ext>
              </a:extLst>
            </p:cNvPr>
            <p:cNvSpPr/>
            <p:nvPr/>
          </p:nvSpPr>
          <p:spPr>
            <a:xfrm>
              <a:off x="8641080" y="3977640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A7A5C"/>
                  </a:solidFill>
                  <a:latin typeface="Playfair Display" panose="00000500000000000000" pitchFamily="2" charset="0"/>
                </a:rPr>
                <a:t>LOW RISK</a:t>
              </a:r>
              <a:endParaRPr lang="en-US" sz="1300" dirty="0">
                <a:latin typeface="Playfair Display" panose="00000500000000000000" pitchFamily="2" charset="0"/>
              </a:endParaRPr>
            </a:p>
          </p:txBody>
        </p:sp>
        <p:sp>
          <p:nvSpPr>
            <p:cNvPr id="438" name="Text 46">
              <a:extLst>
                <a:ext uri="{FF2B5EF4-FFF2-40B4-BE49-F238E27FC236}">
                  <a16:creationId xmlns:a16="http://schemas.microsoft.com/office/drawing/2014/main" id="{CA4DC20F-64A8-99F3-FCD6-16AAAC746031}"/>
                </a:ext>
              </a:extLst>
            </p:cNvPr>
            <p:cNvSpPr/>
            <p:nvPr/>
          </p:nvSpPr>
          <p:spPr>
            <a:xfrm>
              <a:off x="8711813" y="4358179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Handicrafts • Cluster C</a:t>
              </a:r>
              <a:endParaRPr lang="en-US" sz="1150" dirty="0">
                <a:latin typeface="Playfair Display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n-US" sz="1150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Driver stable</a:t>
              </a:r>
              <a:endParaRPr lang="en-US" sz="1150" dirty="0">
                <a:latin typeface="Playfair Display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n-US" sz="1150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Action: monthly monitoring</a:t>
              </a:r>
              <a:endParaRPr lang="en-US" sz="1150" dirty="0">
                <a:latin typeface="Playfair Display" panose="00000500000000000000" pitchFamily="2" charset="0"/>
              </a:endParaRPr>
            </a:p>
          </p:txBody>
        </p:sp>
      </p:grpSp>
      <p:sp>
        <p:nvSpPr>
          <p:cNvPr id="441" name="TextBox 440">
            <a:extLst>
              <a:ext uri="{FF2B5EF4-FFF2-40B4-BE49-F238E27FC236}">
                <a16:creationId xmlns:a16="http://schemas.microsoft.com/office/drawing/2014/main" id="{7AF433BE-A277-C00B-933C-DAD653137EDA}"/>
              </a:ext>
            </a:extLst>
          </p:cNvPr>
          <p:cNvSpPr txBox="1"/>
          <p:nvPr/>
        </p:nvSpPr>
        <p:spPr>
          <a:xfrm>
            <a:off x="1022885" y="1164800"/>
            <a:ext cx="4602480" cy="243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Cluster signal</a:t>
            </a:r>
            <a:endParaRPr lang="en-US" sz="980" dirty="0">
              <a:latin typeface="Playfair Display" panose="00000500000000000000" pitchFamily="2" charset="0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5B2D7A9B-5035-BD4C-C632-B64C285D19BA}"/>
              </a:ext>
            </a:extLst>
          </p:cNvPr>
          <p:cNvSpPr txBox="1"/>
          <p:nvPr/>
        </p:nvSpPr>
        <p:spPr>
          <a:xfrm>
            <a:off x="5653361" y="1164688"/>
            <a:ext cx="4602480" cy="243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Playfair Display" panose="00000500000000000000" pitchFamily="2" charset="0"/>
                <a:ea typeface="Aptos" pitchFamily="34" charset="-122"/>
                <a:cs typeface="Aptos" pitchFamily="34" charset="-120"/>
              </a:rPr>
              <a:t>Recommended group-level response</a:t>
            </a:r>
            <a:endParaRPr lang="en-US" sz="980" dirty="0">
              <a:latin typeface="Playfair Display" panose="00000500000000000000" pitchFamily="2" charset="0"/>
            </a:endParaRPr>
          </a:p>
        </p:txBody>
      </p:sp>
      <p:sp>
        <p:nvSpPr>
          <p:cNvPr id="445" name="Google Shape;755;p74">
            <a:extLst>
              <a:ext uri="{FF2B5EF4-FFF2-40B4-BE49-F238E27FC236}">
                <a16:creationId xmlns:a16="http://schemas.microsoft.com/office/drawing/2014/main" id="{1C893533-55F0-DEEE-2709-78D110BD9ACB}"/>
              </a:ext>
            </a:extLst>
          </p:cNvPr>
          <p:cNvSpPr/>
          <p:nvPr/>
        </p:nvSpPr>
        <p:spPr>
          <a:xfrm rot="4185123">
            <a:off x="287049" y="3962404"/>
            <a:ext cx="928283" cy="921605"/>
          </a:xfrm>
          <a:custGeom>
            <a:avLst/>
            <a:gdLst/>
            <a:ahLst/>
            <a:cxnLst/>
            <a:rect l="l" t="t" r="r" b="b"/>
            <a:pathLst>
              <a:path w="62253" h="63178" extrusionOk="0">
                <a:moveTo>
                  <a:pt x="29481" y="1960"/>
                </a:moveTo>
                <a:cubicBezTo>
                  <a:pt x="29465" y="1991"/>
                  <a:pt x="29481" y="2007"/>
                  <a:pt x="29481" y="2007"/>
                </a:cubicBezTo>
                <a:cubicBezTo>
                  <a:pt x="29465" y="1991"/>
                  <a:pt x="29465" y="1991"/>
                  <a:pt x="29481" y="1960"/>
                </a:cubicBezTo>
                <a:close/>
                <a:moveTo>
                  <a:pt x="43238" y="13856"/>
                </a:moveTo>
                <a:cubicBezTo>
                  <a:pt x="40927" y="17920"/>
                  <a:pt x="38647" y="22076"/>
                  <a:pt x="37158" y="26527"/>
                </a:cubicBezTo>
                <a:cubicBezTo>
                  <a:pt x="36832" y="27520"/>
                  <a:pt x="36600" y="28513"/>
                  <a:pt x="36414" y="29521"/>
                </a:cubicBezTo>
                <a:cubicBezTo>
                  <a:pt x="36351" y="28761"/>
                  <a:pt x="36274" y="28001"/>
                  <a:pt x="36181" y="27241"/>
                </a:cubicBezTo>
                <a:cubicBezTo>
                  <a:pt x="36181" y="27210"/>
                  <a:pt x="36150" y="27148"/>
                  <a:pt x="36150" y="27117"/>
                </a:cubicBezTo>
                <a:cubicBezTo>
                  <a:pt x="36196" y="26977"/>
                  <a:pt x="36227" y="26838"/>
                  <a:pt x="36274" y="26729"/>
                </a:cubicBezTo>
                <a:cubicBezTo>
                  <a:pt x="36925" y="24434"/>
                  <a:pt x="37871" y="22247"/>
                  <a:pt x="39004" y="20168"/>
                </a:cubicBezTo>
                <a:cubicBezTo>
                  <a:pt x="40229" y="17951"/>
                  <a:pt x="41656" y="15857"/>
                  <a:pt x="43238" y="13856"/>
                </a:cubicBezTo>
                <a:close/>
                <a:moveTo>
                  <a:pt x="29806" y="3294"/>
                </a:moveTo>
                <a:cubicBezTo>
                  <a:pt x="30334" y="5248"/>
                  <a:pt x="30877" y="7249"/>
                  <a:pt x="31419" y="9219"/>
                </a:cubicBezTo>
                <a:cubicBezTo>
                  <a:pt x="32195" y="12072"/>
                  <a:pt x="32955" y="14926"/>
                  <a:pt x="33606" y="17795"/>
                </a:cubicBezTo>
                <a:cubicBezTo>
                  <a:pt x="34258" y="20587"/>
                  <a:pt x="34832" y="23394"/>
                  <a:pt x="35235" y="26217"/>
                </a:cubicBezTo>
                <a:lnTo>
                  <a:pt x="35359" y="27039"/>
                </a:lnTo>
                <a:cubicBezTo>
                  <a:pt x="34971" y="28451"/>
                  <a:pt x="34707" y="29908"/>
                  <a:pt x="34521" y="31382"/>
                </a:cubicBezTo>
                <a:cubicBezTo>
                  <a:pt x="34521" y="31180"/>
                  <a:pt x="34506" y="30994"/>
                  <a:pt x="34506" y="30792"/>
                </a:cubicBezTo>
                <a:cubicBezTo>
                  <a:pt x="34335" y="27644"/>
                  <a:pt x="33777" y="24635"/>
                  <a:pt x="33094" y="21549"/>
                </a:cubicBezTo>
                <a:cubicBezTo>
                  <a:pt x="32428" y="18524"/>
                  <a:pt x="31931" y="15484"/>
                  <a:pt x="31497" y="12414"/>
                </a:cubicBezTo>
                <a:cubicBezTo>
                  <a:pt x="31078" y="9358"/>
                  <a:pt x="30194" y="6349"/>
                  <a:pt x="29806" y="3294"/>
                </a:cubicBezTo>
                <a:close/>
                <a:moveTo>
                  <a:pt x="43703" y="15562"/>
                </a:moveTo>
                <a:lnTo>
                  <a:pt x="43703" y="15562"/>
                </a:lnTo>
                <a:cubicBezTo>
                  <a:pt x="43253" y="18586"/>
                  <a:pt x="42726" y="21611"/>
                  <a:pt x="42044" y="24589"/>
                </a:cubicBezTo>
                <a:cubicBezTo>
                  <a:pt x="41609" y="26450"/>
                  <a:pt x="41113" y="28295"/>
                  <a:pt x="40555" y="30126"/>
                </a:cubicBezTo>
                <a:cubicBezTo>
                  <a:pt x="40012" y="30870"/>
                  <a:pt x="39484" y="31677"/>
                  <a:pt x="39004" y="32483"/>
                </a:cubicBezTo>
                <a:cubicBezTo>
                  <a:pt x="39221" y="31832"/>
                  <a:pt x="39438" y="31165"/>
                  <a:pt x="39624" y="30482"/>
                </a:cubicBezTo>
                <a:cubicBezTo>
                  <a:pt x="40167" y="28513"/>
                  <a:pt x="40399" y="26481"/>
                  <a:pt x="40927" y="24496"/>
                </a:cubicBezTo>
                <a:cubicBezTo>
                  <a:pt x="41702" y="21471"/>
                  <a:pt x="42772" y="18540"/>
                  <a:pt x="43703" y="15562"/>
                </a:cubicBezTo>
                <a:close/>
                <a:moveTo>
                  <a:pt x="13863" y="4318"/>
                </a:moveTo>
                <a:cubicBezTo>
                  <a:pt x="15522" y="10894"/>
                  <a:pt x="18236" y="17097"/>
                  <a:pt x="21075" y="23239"/>
                </a:cubicBezTo>
                <a:cubicBezTo>
                  <a:pt x="22486" y="26295"/>
                  <a:pt x="24207" y="29086"/>
                  <a:pt x="26224" y="31801"/>
                </a:cubicBezTo>
                <a:cubicBezTo>
                  <a:pt x="26984" y="32809"/>
                  <a:pt x="27759" y="33801"/>
                  <a:pt x="28535" y="34794"/>
                </a:cubicBezTo>
                <a:cubicBezTo>
                  <a:pt x="27837" y="34112"/>
                  <a:pt x="27139" y="33460"/>
                  <a:pt x="26441" y="32793"/>
                </a:cubicBezTo>
                <a:cubicBezTo>
                  <a:pt x="25371" y="31475"/>
                  <a:pt x="24363" y="30126"/>
                  <a:pt x="23401" y="28745"/>
                </a:cubicBezTo>
                <a:cubicBezTo>
                  <a:pt x="21633" y="26217"/>
                  <a:pt x="20051" y="23612"/>
                  <a:pt x="18671" y="20866"/>
                </a:cubicBezTo>
                <a:cubicBezTo>
                  <a:pt x="17290" y="18137"/>
                  <a:pt x="16174" y="15283"/>
                  <a:pt x="15336" y="12367"/>
                </a:cubicBezTo>
                <a:cubicBezTo>
                  <a:pt x="14592" y="9730"/>
                  <a:pt x="14095" y="7032"/>
                  <a:pt x="13863" y="4318"/>
                </a:cubicBezTo>
                <a:close/>
                <a:moveTo>
                  <a:pt x="14498" y="4612"/>
                </a:moveTo>
                <a:lnTo>
                  <a:pt x="14498" y="4612"/>
                </a:lnTo>
                <a:cubicBezTo>
                  <a:pt x="15584" y="6334"/>
                  <a:pt x="16654" y="8055"/>
                  <a:pt x="17740" y="9777"/>
                </a:cubicBezTo>
                <a:cubicBezTo>
                  <a:pt x="19368" y="12367"/>
                  <a:pt x="20950" y="14957"/>
                  <a:pt x="22532" y="17578"/>
                </a:cubicBezTo>
                <a:cubicBezTo>
                  <a:pt x="24099" y="20215"/>
                  <a:pt x="25634" y="22883"/>
                  <a:pt x="27077" y="25581"/>
                </a:cubicBezTo>
                <a:cubicBezTo>
                  <a:pt x="28318" y="27877"/>
                  <a:pt x="29481" y="30172"/>
                  <a:pt x="30597" y="32545"/>
                </a:cubicBezTo>
                <a:cubicBezTo>
                  <a:pt x="30908" y="33538"/>
                  <a:pt x="31233" y="34499"/>
                  <a:pt x="31575" y="35476"/>
                </a:cubicBezTo>
                <a:cubicBezTo>
                  <a:pt x="29062" y="31010"/>
                  <a:pt x="25665" y="26993"/>
                  <a:pt x="23091" y="22603"/>
                </a:cubicBezTo>
                <a:cubicBezTo>
                  <a:pt x="21338" y="19610"/>
                  <a:pt x="20020" y="16446"/>
                  <a:pt x="18453" y="13375"/>
                </a:cubicBezTo>
                <a:cubicBezTo>
                  <a:pt x="16996" y="10521"/>
                  <a:pt x="15103" y="7792"/>
                  <a:pt x="14498" y="4612"/>
                </a:cubicBezTo>
                <a:close/>
                <a:moveTo>
                  <a:pt x="3719" y="18276"/>
                </a:moveTo>
                <a:cubicBezTo>
                  <a:pt x="4883" y="18664"/>
                  <a:pt x="5953" y="19114"/>
                  <a:pt x="7038" y="19657"/>
                </a:cubicBezTo>
                <a:cubicBezTo>
                  <a:pt x="9784" y="20975"/>
                  <a:pt x="12374" y="22619"/>
                  <a:pt x="14824" y="24356"/>
                </a:cubicBezTo>
                <a:cubicBezTo>
                  <a:pt x="17523" y="26264"/>
                  <a:pt x="20128" y="28311"/>
                  <a:pt x="22626" y="30467"/>
                </a:cubicBezTo>
                <a:cubicBezTo>
                  <a:pt x="23727" y="31413"/>
                  <a:pt x="24797" y="32374"/>
                  <a:pt x="25867" y="33352"/>
                </a:cubicBezTo>
                <a:cubicBezTo>
                  <a:pt x="26487" y="34112"/>
                  <a:pt x="27108" y="34871"/>
                  <a:pt x="27728" y="35600"/>
                </a:cubicBezTo>
                <a:cubicBezTo>
                  <a:pt x="27775" y="35662"/>
                  <a:pt x="27821" y="35725"/>
                  <a:pt x="27883" y="35787"/>
                </a:cubicBezTo>
                <a:cubicBezTo>
                  <a:pt x="27356" y="35337"/>
                  <a:pt x="26813" y="34887"/>
                  <a:pt x="26270" y="34437"/>
                </a:cubicBezTo>
                <a:cubicBezTo>
                  <a:pt x="23696" y="32328"/>
                  <a:pt x="21106" y="30203"/>
                  <a:pt x="18469" y="28156"/>
                </a:cubicBezTo>
                <a:cubicBezTo>
                  <a:pt x="15708" y="26047"/>
                  <a:pt x="12870" y="23968"/>
                  <a:pt x="10016" y="21983"/>
                </a:cubicBezTo>
                <a:cubicBezTo>
                  <a:pt x="8031" y="20587"/>
                  <a:pt x="5953" y="19269"/>
                  <a:pt x="3719" y="18276"/>
                </a:cubicBezTo>
                <a:close/>
                <a:moveTo>
                  <a:pt x="29124" y="3418"/>
                </a:moveTo>
                <a:lnTo>
                  <a:pt x="29124" y="3418"/>
                </a:lnTo>
                <a:cubicBezTo>
                  <a:pt x="29093" y="9529"/>
                  <a:pt x="28938" y="15702"/>
                  <a:pt x="30256" y="21673"/>
                </a:cubicBezTo>
                <a:cubicBezTo>
                  <a:pt x="30597" y="23146"/>
                  <a:pt x="31063" y="24558"/>
                  <a:pt x="31419" y="25984"/>
                </a:cubicBezTo>
                <a:cubicBezTo>
                  <a:pt x="31792" y="27489"/>
                  <a:pt x="32024" y="28993"/>
                  <a:pt x="32257" y="30513"/>
                </a:cubicBezTo>
                <a:cubicBezTo>
                  <a:pt x="32552" y="32499"/>
                  <a:pt x="32846" y="34484"/>
                  <a:pt x="33234" y="36438"/>
                </a:cubicBezTo>
                <a:cubicBezTo>
                  <a:pt x="32955" y="35787"/>
                  <a:pt x="32660" y="35120"/>
                  <a:pt x="32381" y="34468"/>
                </a:cubicBezTo>
                <a:cubicBezTo>
                  <a:pt x="32040" y="33708"/>
                  <a:pt x="31699" y="32964"/>
                  <a:pt x="31342" y="32235"/>
                </a:cubicBezTo>
                <a:cubicBezTo>
                  <a:pt x="31001" y="31103"/>
                  <a:pt x="30644" y="29970"/>
                  <a:pt x="30334" y="28807"/>
                </a:cubicBezTo>
                <a:cubicBezTo>
                  <a:pt x="29589" y="25984"/>
                  <a:pt x="28984" y="23115"/>
                  <a:pt x="28597" y="20215"/>
                </a:cubicBezTo>
                <a:cubicBezTo>
                  <a:pt x="28193" y="17175"/>
                  <a:pt x="28007" y="14089"/>
                  <a:pt x="28131" y="11018"/>
                </a:cubicBezTo>
                <a:cubicBezTo>
                  <a:pt x="28224" y="8459"/>
                  <a:pt x="28550" y="5931"/>
                  <a:pt x="29124" y="3418"/>
                </a:cubicBezTo>
                <a:close/>
                <a:moveTo>
                  <a:pt x="3239" y="19145"/>
                </a:moveTo>
                <a:lnTo>
                  <a:pt x="3239" y="19145"/>
                </a:lnTo>
                <a:cubicBezTo>
                  <a:pt x="11071" y="25100"/>
                  <a:pt x="18438" y="31630"/>
                  <a:pt x="26301" y="37539"/>
                </a:cubicBezTo>
                <a:cubicBezTo>
                  <a:pt x="25743" y="37338"/>
                  <a:pt x="25185" y="37136"/>
                  <a:pt x="24626" y="36950"/>
                </a:cubicBezTo>
                <a:cubicBezTo>
                  <a:pt x="23975" y="36733"/>
                  <a:pt x="23339" y="36531"/>
                  <a:pt x="22703" y="36345"/>
                </a:cubicBezTo>
                <a:lnTo>
                  <a:pt x="20904" y="35011"/>
                </a:lnTo>
                <a:cubicBezTo>
                  <a:pt x="18391" y="33088"/>
                  <a:pt x="16018" y="31025"/>
                  <a:pt x="13661" y="28931"/>
                </a:cubicBezTo>
                <a:cubicBezTo>
                  <a:pt x="11412" y="26900"/>
                  <a:pt x="9210" y="24821"/>
                  <a:pt x="7023" y="22727"/>
                </a:cubicBezTo>
                <a:cubicBezTo>
                  <a:pt x="5751" y="21533"/>
                  <a:pt x="4495" y="20323"/>
                  <a:pt x="3239" y="19145"/>
                </a:cubicBezTo>
                <a:close/>
                <a:moveTo>
                  <a:pt x="43501" y="14430"/>
                </a:moveTo>
                <a:cubicBezTo>
                  <a:pt x="42509" y="17764"/>
                  <a:pt x="41299" y="21021"/>
                  <a:pt x="40415" y="24387"/>
                </a:cubicBezTo>
                <a:cubicBezTo>
                  <a:pt x="39903" y="26357"/>
                  <a:pt x="39640" y="28388"/>
                  <a:pt x="39128" y="30374"/>
                </a:cubicBezTo>
                <a:cubicBezTo>
                  <a:pt x="38662" y="32095"/>
                  <a:pt x="38042" y="33755"/>
                  <a:pt x="37422" y="35430"/>
                </a:cubicBezTo>
                <a:cubicBezTo>
                  <a:pt x="37205" y="35880"/>
                  <a:pt x="36987" y="36345"/>
                  <a:pt x="36801" y="36826"/>
                </a:cubicBezTo>
                <a:lnTo>
                  <a:pt x="36383" y="37880"/>
                </a:lnTo>
                <a:cubicBezTo>
                  <a:pt x="36491" y="37043"/>
                  <a:pt x="36538" y="36190"/>
                  <a:pt x="36584" y="35352"/>
                </a:cubicBezTo>
                <a:cubicBezTo>
                  <a:pt x="36615" y="34205"/>
                  <a:pt x="36615" y="33041"/>
                  <a:pt x="36584" y="31909"/>
                </a:cubicBezTo>
                <a:cubicBezTo>
                  <a:pt x="36755" y="30327"/>
                  <a:pt x="37034" y="28776"/>
                  <a:pt x="37499" y="27272"/>
                </a:cubicBezTo>
                <a:cubicBezTo>
                  <a:pt x="38864" y="22727"/>
                  <a:pt x="41175" y="18540"/>
                  <a:pt x="43501" y="14430"/>
                </a:cubicBezTo>
                <a:close/>
                <a:moveTo>
                  <a:pt x="59880" y="28606"/>
                </a:moveTo>
                <a:lnTo>
                  <a:pt x="59880" y="28606"/>
                </a:lnTo>
                <a:cubicBezTo>
                  <a:pt x="58173" y="29381"/>
                  <a:pt x="56359" y="29924"/>
                  <a:pt x="54730" y="30870"/>
                </a:cubicBezTo>
                <a:cubicBezTo>
                  <a:pt x="52714" y="32033"/>
                  <a:pt x="50682" y="33165"/>
                  <a:pt x="48682" y="34360"/>
                </a:cubicBezTo>
                <a:cubicBezTo>
                  <a:pt x="46355" y="35756"/>
                  <a:pt x="44122" y="37338"/>
                  <a:pt x="41919" y="38919"/>
                </a:cubicBezTo>
                <a:cubicBezTo>
                  <a:pt x="43036" y="37911"/>
                  <a:pt x="44137" y="36888"/>
                  <a:pt x="45285" y="35895"/>
                </a:cubicBezTo>
                <a:cubicBezTo>
                  <a:pt x="48232" y="33336"/>
                  <a:pt x="51396" y="30823"/>
                  <a:pt x="55118" y="29505"/>
                </a:cubicBezTo>
                <a:cubicBezTo>
                  <a:pt x="56669" y="28962"/>
                  <a:pt x="58251" y="28668"/>
                  <a:pt x="59880" y="28606"/>
                </a:cubicBezTo>
                <a:close/>
                <a:moveTo>
                  <a:pt x="39484" y="33227"/>
                </a:moveTo>
                <a:lnTo>
                  <a:pt x="39484" y="33227"/>
                </a:lnTo>
                <a:cubicBezTo>
                  <a:pt x="39066" y="34344"/>
                  <a:pt x="38600" y="35476"/>
                  <a:pt x="38089" y="36578"/>
                </a:cubicBezTo>
                <a:cubicBezTo>
                  <a:pt x="37685" y="37446"/>
                  <a:pt x="37267" y="38299"/>
                  <a:pt x="36786" y="39152"/>
                </a:cubicBezTo>
                <a:cubicBezTo>
                  <a:pt x="37468" y="37074"/>
                  <a:pt x="38383" y="35089"/>
                  <a:pt x="39484" y="33227"/>
                </a:cubicBezTo>
                <a:close/>
                <a:moveTo>
                  <a:pt x="51070" y="23270"/>
                </a:moveTo>
                <a:lnTo>
                  <a:pt x="51070" y="23270"/>
                </a:lnTo>
                <a:cubicBezTo>
                  <a:pt x="50077" y="25519"/>
                  <a:pt x="49007" y="27722"/>
                  <a:pt x="47767" y="29815"/>
                </a:cubicBezTo>
                <a:cubicBezTo>
                  <a:pt x="45843" y="33041"/>
                  <a:pt x="43517" y="35988"/>
                  <a:pt x="40772" y="38547"/>
                </a:cubicBezTo>
                <a:cubicBezTo>
                  <a:pt x="40493" y="38811"/>
                  <a:pt x="40229" y="39059"/>
                  <a:pt x="39934" y="39307"/>
                </a:cubicBezTo>
                <a:cubicBezTo>
                  <a:pt x="42044" y="36919"/>
                  <a:pt x="43796" y="34205"/>
                  <a:pt x="45487" y="31490"/>
                </a:cubicBezTo>
                <a:cubicBezTo>
                  <a:pt x="46696" y="29536"/>
                  <a:pt x="47937" y="27644"/>
                  <a:pt x="49302" y="25783"/>
                </a:cubicBezTo>
                <a:cubicBezTo>
                  <a:pt x="49907" y="24961"/>
                  <a:pt x="50496" y="24123"/>
                  <a:pt x="51070" y="23270"/>
                </a:cubicBezTo>
                <a:close/>
                <a:moveTo>
                  <a:pt x="16220" y="10304"/>
                </a:moveTo>
                <a:cubicBezTo>
                  <a:pt x="16685" y="11157"/>
                  <a:pt x="17182" y="12010"/>
                  <a:pt x="17647" y="12863"/>
                </a:cubicBezTo>
                <a:cubicBezTo>
                  <a:pt x="19260" y="15872"/>
                  <a:pt x="20532" y="19052"/>
                  <a:pt x="22222" y="22030"/>
                </a:cubicBezTo>
                <a:cubicBezTo>
                  <a:pt x="23913" y="25054"/>
                  <a:pt x="25898" y="27908"/>
                  <a:pt x="27883" y="30746"/>
                </a:cubicBezTo>
                <a:cubicBezTo>
                  <a:pt x="29775" y="33491"/>
                  <a:pt x="31699" y="36329"/>
                  <a:pt x="32970" y="39447"/>
                </a:cubicBezTo>
                <a:cubicBezTo>
                  <a:pt x="32428" y="38826"/>
                  <a:pt x="31885" y="38222"/>
                  <a:pt x="31326" y="37617"/>
                </a:cubicBezTo>
                <a:cubicBezTo>
                  <a:pt x="28038" y="33010"/>
                  <a:pt x="24207" y="28776"/>
                  <a:pt x="21803" y="23581"/>
                </a:cubicBezTo>
                <a:cubicBezTo>
                  <a:pt x="19787" y="19222"/>
                  <a:pt x="17818" y="14818"/>
                  <a:pt x="16220" y="10304"/>
                </a:cubicBezTo>
                <a:close/>
                <a:moveTo>
                  <a:pt x="29605" y="5248"/>
                </a:moveTo>
                <a:cubicBezTo>
                  <a:pt x="29993" y="7357"/>
                  <a:pt x="30520" y="9436"/>
                  <a:pt x="30861" y="11545"/>
                </a:cubicBezTo>
                <a:cubicBezTo>
                  <a:pt x="31388" y="14725"/>
                  <a:pt x="31792" y="17888"/>
                  <a:pt x="32459" y="21052"/>
                </a:cubicBezTo>
                <a:cubicBezTo>
                  <a:pt x="32769" y="22526"/>
                  <a:pt x="33157" y="23968"/>
                  <a:pt x="33420" y="25442"/>
                </a:cubicBezTo>
                <a:cubicBezTo>
                  <a:pt x="33730" y="27117"/>
                  <a:pt x="33870" y="28807"/>
                  <a:pt x="33963" y="30467"/>
                </a:cubicBezTo>
                <a:cubicBezTo>
                  <a:pt x="34118" y="33072"/>
                  <a:pt x="34165" y="35662"/>
                  <a:pt x="34351" y="38237"/>
                </a:cubicBezTo>
                <a:cubicBezTo>
                  <a:pt x="34366" y="38656"/>
                  <a:pt x="34397" y="39044"/>
                  <a:pt x="34413" y="39447"/>
                </a:cubicBezTo>
                <a:cubicBezTo>
                  <a:pt x="33668" y="36562"/>
                  <a:pt x="33203" y="33631"/>
                  <a:pt x="32784" y="30668"/>
                </a:cubicBezTo>
                <a:cubicBezTo>
                  <a:pt x="32567" y="29226"/>
                  <a:pt x="32350" y="27799"/>
                  <a:pt x="32024" y="26372"/>
                </a:cubicBezTo>
                <a:cubicBezTo>
                  <a:pt x="31699" y="24930"/>
                  <a:pt x="31218" y="23503"/>
                  <a:pt x="30861" y="22076"/>
                </a:cubicBezTo>
                <a:cubicBezTo>
                  <a:pt x="29543" y="16586"/>
                  <a:pt x="29589" y="10894"/>
                  <a:pt x="29605" y="5248"/>
                </a:cubicBezTo>
                <a:close/>
                <a:moveTo>
                  <a:pt x="9249" y="35040"/>
                </a:moveTo>
                <a:cubicBezTo>
                  <a:pt x="9375" y="35040"/>
                  <a:pt x="9502" y="35041"/>
                  <a:pt x="9628" y="35042"/>
                </a:cubicBezTo>
                <a:cubicBezTo>
                  <a:pt x="11908" y="35058"/>
                  <a:pt x="14173" y="35321"/>
                  <a:pt x="16422" y="35709"/>
                </a:cubicBezTo>
                <a:cubicBezTo>
                  <a:pt x="18422" y="36050"/>
                  <a:pt x="20408" y="36515"/>
                  <a:pt x="22377" y="37074"/>
                </a:cubicBezTo>
                <a:cubicBezTo>
                  <a:pt x="23696" y="38035"/>
                  <a:pt x="25045" y="38919"/>
                  <a:pt x="26456" y="39757"/>
                </a:cubicBezTo>
                <a:cubicBezTo>
                  <a:pt x="24347" y="39075"/>
                  <a:pt x="22253" y="38377"/>
                  <a:pt x="20159" y="37601"/>
                </a:cubicBezTo>
                <a:cubicBezTo>
                  <a:pt x="17833" y="36748"/>
                  <a:pt x="15491" y="36112"/>
                  <a:pt x="13010" y="35864"/>
                </a:cubicBezTo>
                <a:cubicBezTo>
                  <a:pt x="10606" y="35600"/>
                  <a:pt x="8155" y="35678"/>
                  <a:pt x="5782" y="35290"/>
                </a:cubicBezTo>
                <a:cubicBezTo>
                  <a:pt x="6917" y="35108"/>
                  <a:pt x="8065" y="35040"/>
                  <a:pt x="9249" y="35040"/>
                </a:cubicBezTo>
                <a:close/>
                <a:moveTo>
                  <a:pt x="3611" y="18773"/>
                </a:moveTo>
                <a:cubicBezTo>
                  <a:pt x="5782" y="19765"/>
                  <a:pt x="7814" y="21068"/>
                  <a:pt x="9768" y="22417"/>
                </a:cubicBezTo>
                <a:cubicBezTo>
                  <a:pt x="12544" y="24356"/>
                  <a:pt x="15258" y="26372"/>
                  <a:pt x="17957" y="28419"/>
                </a:cubicBezTo>
                <a:cubicBezTo>
                  <a:pt x="20671" y="30467"/>
                  <a:pt x="23277" y="32654"/>
                  <a:pt x="25914" y="34809"/>
                </a:cubicBezTo>
                <a:cubicBezTo>
                  <a:pt x="27573" y="36174"/>
                  <a:pt x="29202" y="37539"/>
                  <a:pt x="30753" y="38997"/>
                </a:cubicBezTo>
                <a:cubicBezTo>
                  <a:pt x="31063" y="39323"/>
                  <a:pt x="31373" y="39664"/>
                  <a:pt x="31699" y="39990"/>
                </a:cubicBezTo>
                <a:cubicBezTo>
                  <a:pt x="31528" y="39897"/>
                  <a:pt x="31326" y="39788"/>
                  <a:pt x="31156" y="39695"/>
                </a:cubicBezTo>
                <a:cubicBezTo>
                  <a:pt x="30163" y="39168"/>
                  <a:pt x="29140" y="38687"/>
                  <a:pt x="28116" y="38268"/>
                </a:cubicBezTo>
                <a:cubicBezTo>
                  <a:pt x="19710" y="32064"/>
                  <a:pt x="11908" y="25116"/>
                  <a:pt x="3611" y="18773"/>
                </a:cubicBezTo>
                <a:close/>
                <a:moveTo>
                  <a:pt x="35592" y="29505"/>
                </a:moveTo>
                <a:cubicBezTo>
                  <a:pt x="35731" y="31087"/>
                  <a:pt x="35809" y="32685"/>
                  <a:pt x="35793" y="34267"/>
                </a:cubicBezTo>
                <a:cubicBezTo>
                  <a:pt x="35762" y="36221"/>
                  <a:pt x="35592" y="38160"/>
                  <a:pt x="35250" y="40083"/>
                </a:cubicBezTo>
                <a:lnTo>
                  <a:pt x="35126" y="37927"/>
                </a:lnTo>
                <a:cubicBezTo>
                  <a:pt x="35049" y="36143"/>
                  <a:pt x="35049" y="34344"/>
                  <a:pt x="35188" y="32561"/>
                </a:cubicBezTo>
                <a:cubicBezTo>
                  <a:pt x="35266" y="31537"/>
                  <a:pt x="35405" y="30529"/>
                  <a:pt x="35592" y="29505"/>
                </a:cubicBezTo>
                <a:close/>
                <a:moveTo>
                  <a:pt x="59724" y="29241"/>
                </a:moveTo>
                <a:cubicBezTo>
                  <a:pt x="56219" y="31754"/>
                  <a:pt x="52637" y="34127"/>
                  <a:pt x="48992" y="36422"/>
                </a:cubicBezTo>
                <a:cubicBezTo>
                  <a:pt x="47038" y="37663"/>
                  <a:pt x="45052" y="39075"/>
                  <a:pt x="42897" y="39990"/>
                </a:cubicBezTo>
                <a:cubicBezTo>
                  <a:pt x="41873" y="40408"/>
                  <a:pt x="40803" y="40734"/>
                  <a:pt x="39779" y="41106"/>
                </a:cubicBezTo>
                <a:cubicBezTo>
                  <a:pt x="42788" y="38950"/>
                  <a:pt x="45766" y="36748"/>
                  <a:pt x="48930" y="34809"/>
                </a:cubicBezTo>
                <a:cubicBezTo>
                  <a:pt x="50837" y="33646"/>
                  <a:pt x="52823" y="32669"/>
                  <a:pt x="54684" y="31490"/>
                </a:cubicBezTo>
                <a:cubicBezTo>
                  <a:pt x="56266" y="30513"/>
                  <a:pt x="58049" y="29970"/>
                  <a:pt x="59724" y="29241"/>
                </a:cubicBezTo>
                <a:close/>
                <a:moveTo>
                  <a:pt x="52404" y="19982"/>
                </a:moveTo>
                <a:cubicBezTo>
                  <a:pt x="51489" y="21859"/>
                  <a:pt x="50264" y="23581"/>
                  <a:pt x="49054" y="25271"/>
                </a:cubicBezTo>
                <a:cubicBezTo>
                  <a:pt x="47689" y="27132"/>
                  <a:pt x="46433" y="29040"/>
                  <a:pt x="45207" y="30994"/>
                </a:cubicBezTo>
                <a:cubicBezTo>
                  <a:pt x="42897" y="34716"/>
                  <a:pt x="40524" y="38408"/>
                  <a:pt x="37220" y="41323"/>
                </a:cubicBezTo>
                <a:cubicBezTo>
                  <a:pt x="39252" y="37369"/>
                  <a:pt x="41159" y="33305"/>
                  <a:pt x="43750" y="29691"/>
                </a:cubicBezTo>
                <a:cubicBezTo>
                  <a:pt x="45145" y="27768"/>
                  <a:pt x="46976" y="26155"/>
                  <a:pt x="48449" y="24309"/>
                </a:cubicBezTo>
                <a:cubicBezTo>
                  <a:pt x="49519" y="22960"/>
                  <a:pt x="50527" y="21518"/>
                  <a:pt x="51815" y="20370"/>
                </a:cubicBezTo>
                <a:cubicBezTo>
                  <a:pt x="52016" y="20230"/>
                  <a:pt x="52202" y="20122"/>
                  <a:pt x="52404" y="19982"/>
                </a:cubicBezTo>
                <a:close/>
                <a:moveTo>
                  <a:pt x="25045" y="37927"/>
                </a:moveTo>
                <a:cubicBezTo>
                  <a:pt x="26736" y="38516"/>
                  <a:pt x="28395" y="39214"/>
                  <a:pt x="30008" y="40005"/>
                </a:cubicBezTo>
                <a:cubicBezTo>
                  <a:pt x="31140" y="40563"/>
                  <a:pt x="32257" y="41184"/>
                  <a:pt x="33312" y="41897"/>
                </a:cubicBezTo>
                <a:cubicBezTo>
                  <a:pt x="31528" y="41448"/>
                  <a:pt x="29837" y="40672"/>
                  <a:pt x="28209" y="39819"/>
                </a:cubicBezTo>
                <a:cubicBezTo>
                  <a:pt x="27123" y="39230"/>
                  <a:pt x="26069" y="38594"/>
                  <a:pt x="25045" y="37927"/>
                </a:cubicBezTo>
                <a:close/>
                <a:moveTo>
                  <a:pt x="6651" y="35911"/>
                </a:moveTo>
                <a:lnTo>
                  <a:pt x="6651" y="35911"/>
                </a:lnTo>
                <a:cubicBezTo>
                  <a:pt x="8403" y="36128"/>
                  <a:pt x="10218" y="36159"/>
                  <a:pt x="11970" y="36267"/>
                </a:cubicBezTo>
                <a:cubicBezTo>
                  <a:pt x="14654" y="36438"/>
                  <a:pt x="17166" y="37074"/>
                  <a:pt x="19694" y="37973"/>
                </a:cubicBezTo>
                <a:cubicBezTo>
                  <a:pt x="22098" y="38826"/>
                  <a:pt x="24502" y="39726"/>
                  <a:pt x="26937" y="40486"/>
                </a:cubicBezTo>
                <a:cubicBezTo>
                  <a:pt x="27666" y="40719"/>
                  <a:pt x="28380" y="40951"/>
                  <a:pt x="29093" y="41168"/>
                </a:cubicBezTo>
                <a:cubicBezTo>
                  <a:pt x="29682" y="41463"/>
                  <a:pt x="30287" y="41711"/>
                  <a:pt x="30892" y="41959"/>
                </a:cubicBezTo>
                <a:cubicBezTo>
                  <a:pt x="30667" y="41952"/>
                  <a:pt x="30442" y="41949"/>
                  <a:pt x="30216" y="41949"/>
                </a:cubicBezTo>
                <a:cubicBezTo>
                  <a:pt x="28949" y="41949"/>
                  <a:pt x="27676" y="42059"/>
                  <a:pt x="26425" y="42270"/>
                </a:cubicBezTo>
                <a:cubicBezTo>
                  <a:pt x="24642" y="42037"/>
                  <a:pt x="22951" y="41479"/>
                  <a:pt x="21261" y="40874"/>
                </a:cubicBezTo>
                <a:cubicBezTo>
                  <a:pt x="19570" y="40284"/>
                  <a:pt x="17895" y="39741"/>
                  <a:pt x="16158" y="39245"/>
                </a:cubicBezTo>
                <a:cubicBezTo>
                  <a:pt x="12932" y="38315"/>
                  <a:pt x="9706" y="37291"/>
                  <a:pt x="6651" y="35911"/>
                </a:cubicBezTo>
                <a:close/>
                <a:moveTo>
                  <a:pt x="49628" y="21952"/>
                </a:moveTo>
                <a:cubicBezTo>
                  <a:pt x="49147" y="22541"/>
                  <a:pt x="48682" y="23162"/>
                  <a:pt x="48216" y="23751"/>
                </a:cubicBezTo>
                <a:cubicBezTo>
                  <a:pt x="46743" y="25659"/>
                  <a:pt x="44975" y="27272"/>
                  <a:pt x="43501" y="29164"/>
                </a:cubicBezTo>
                <a:cubicBezTo>
                  <a:pt x="41966" y="31118"/>
                  <a:pt x="40772" y="33398"/>
                  <a:pt x="39608" y="35585"/>
                </a:cubicBezTo>
                <a:cubicBezTo>
                  <a:pt x="38399" y="37834"/>
                  <a:pt x="37267" y="40145"/>
                  <a:pt x="36072" y="42409"/>
                </a:cubicBezTo>
                <a:cubicBezTo>
                  <a:pt x="36041" y="42425"/>
                  <a:pt x="36026" y="42456"/>
                  <a:pt x="35979" y="42471"/>
                </a:cubicBezTo>
                <a:cubicBezTo>
                  <a:pt x="35995" y="42285"/>
                  <a:pt x="36041" y="42130"/>
                  <a:pt x="36057" y="41959"/>
                </a:cubicBezTo>
                <a:cubicBezTo>
                  <a:pt x="38073" y="38764"/>
                  <a:pt x="39640" y="35275"/>
                  <a:pt x="40865" y="31692"/>
                </a:cubicBezTo>
                <a:cubicBezTo>
                  <a:pt x="41004" y="31273"/>
                  <a:pt x="41144" y="30870"/>
                  <a:pt x="41253" y="30482"/>
                </a:cubicBezTo>
                <a:cubicBezTo>
                  <a:pt x="43238" y="27815"/>
                  <a:pt x="45518" y="25395"/>
                  <a:pt x="48046" y="23255"/>
                </a:cubicBezTo>
                <a:cubicBezTo>
                  <a:pt x="48558" y="22805"/>
                  <a:pt x="49085" y="22386"/>
                  <a:pt x="49628" y="21952"/>
                </a:cubicBezTo>
                <a:close/>
                <a:moveTo>
                  <a:pt x="57351" y="31490"/>
                </a:moveTo>
                <a:cubicBezTo>
                  <a:pt x="55754" y="32948"/>
                  <a:pt x="54125" y="34406"/>
                  <a:pt x="52435" y="35756"/>
                </a:cubicBezTo>
                <a:cubicBezTo>
                  <a:pt x="50775" y="37120"/>
                  <a:pt x="49069" y="38392"/>
                  <a:pt x="47239" y="39540"/>
                </a:cubicBezTo>
                <a:cubicBezTo>
                  <a:pt x="46386" y="40083"/>
                  <a:pt x="45533" y="40595"/>
                  <a:pt x="44649" y="41029"/>
                </a:cubicBezTo>
                <a:cubicBezTo>
                  <a:pt x="42897" y="41184"/>
                  <a:pt x="41175" y="41479"/>
                  <a:pt x="39515" y="41944"/>
                </a:cubicBezTo>
                <a:cubicBezTo>
                  <a:pt x="38942" y="42099"/>
                  <a:pt x="38383" y="42270"/>
                  <a:pt x="37840" y="42471"/>
                </a:cubicBezTo>
                <a:lnTo>
                  <a:pt x="38073" y="42301"/>
                </a:lnTo>
                <a:cubicBezTo>
                  <a:pt x="39764" y="41525"/>
                  <a:pt x="41578" y="41075"/>
                  <a:pt x="43315" y="40331"/>
                </a:cubicBezTo>
                <a:cubicBezTo>
                  <a:pt x="45301" y="39509"/>
                  <a:pt x="47131" y="38160"/>
                  <a:pt x="48945" y="37027"/>
                </a:cubicBezTo>
                <a:cubicBezTo>
                  <a:pt x="51784" y="35244"/>
                  <a:pt x="54591" y="33398"/>
                  <a:pt x="57351" y="31490"/>
                </a:cubicBezTo>
                <a:close/>
                <a:moveTo>
                  <a:pt x="48467" y="41687"/>
                </a:moveTo>
                <a:cubicBezTo>
                  <a:pt x="50001" y="41687"/>
                  <a:pt x="51533" y="41777"/>
                  <a:pt x="53055" y="41959"/>
                </a:cubicBezTo>
                <a:cubicBezTo>
                  <a:pt x="53288" y="41990"/>
                  <a:pt x="53521" y="42021"/>
                  <a:pt x="53753" y="42068"/>
                </a:cubicBezTo>
                <a:cubicBezTo>
                  <a:pt x="53372" y="42051"/>
                  <a:pt x="52989" y="42043"/>
                  <a:pt x="52606" y="42043"/>
                </a:cubicBezTo>
                <a:cubicBezTo>
                  <a:pt x="50545" y="42043"/>
                  <a:pt x="48466" y="42260"/>
                  <a:pt x="46386" y="42378"/>
                </a:cubicBezTo>
                <a:cubicBezTo>
                  <a:pt x="45301" y="42425"/>
                  <a:pt x="44215" y="42533"/>
                  <a:pt x="43129" y="42642"/>
                </a:cubicBezTo>
                <a:cubicBezTo>
                  <a:pt x="43719" y="42409"/>
                  <a:pt x="44292" y="42145"/>
                  <a:pt x="44866" y="41851"/>
                </a:cubicBezTo>
                <a:cubicBezTo>
                  <a:pt x="46065" y="41742"/>
                  <a:pt x="47266" y="41687"/>
                  <a:pt x="48467" y="41687"/>
                </a:cubicBezTo>
                <a:close/>
                <a:moveTo>
                  <a:pt x="41860" y="42243"/>
                </a:moveTo>
                <a:cubicBezTo>
                  <a:pt x="40856" y="42613"/>
                  <a:pt x="39837" y="42859"/>
                  <a:pt x="38771" y="42999"/>
                </a:cubicBezTo>
                <a:cubicBezTo>
                  <a:pt x="39785" y="42660"/>
                  <a:pt x="40830" y="42414"/>
                  <a:pt x="41860" y="42243"/>
                </a:cubicBezTo>
                <a:close/>
                <a:moveTo>
                  <a:pt x="6558" y="36422"/>
                </a:moveTo>
                <a:lnTo>
                  <a:pt x="6558" y="36422"/>
                </a:lnTo>
                <a:cubicBezTo>
                  <a:pt x="9613" y="37772"/>
                  <a:pt x="12808" y="38795"/>
                  <a:pt x="16034" y="39741"/>
                </a:cubicBezTo>
                <a:cubicBezTo>
                  <a:pt x="17849" y="40253"/>
                  <a:pt x="19632" y="40843"/>
                  <a:pt x="21416" y="41463"/>
                </a:cubicBezTo>
                <a:cubicBezTo>
                  <a:pt x="22610" y="41882"/>
                  <a:pt x="23789" y="42254"/>
                  <a:pt x="25014" y="42533"/>
                </a:cubicBezTo>
                <a:cubicBezTo>
                  <a:pt x="24099" y="42719"/>
                  <a:pt x="23168" y="42936"/>
                  <a:pt x="22269" y="43200"/>
                </a:cubicBezTo>
                <a:cubicBezTo>
                  <a:pt x="18081" y="42223"/>
                  <a:pt x="14095" y="40548"/>
                  <a:pt x="10311" y="38547"/>
                </a:cubicBezTo>
                <a:cubicBezTo>
                  <a:pt x="9024" y="37880"/>
                  <a:pt x="7798" y="37182"/>
                  <a:pt x="6558" y="36422"/>
                </a:cubicBezTo>
                <a:close/>
                <a:moveTo>
                  <a:pt x="30318" y="42761"/>
                </a:moveTo>
                <a:cubicBezTo>
                  <a:pt x="31442" y="42761"/>
                  <a:pt x="32596" y="42888"/>
                  <a:pt x="33699" y="43154"/>
                </a:cubicBezTo>
                <a:cubicBezTo>
                  <a:pt x="32009" y="43340"/>
                  <a:pt x="30334" y="43665"/>
                  <a:pt x="28690" y="44022"/>
                </a:cubicBezTo>
                <a:cubicBezTo>
                  <a:pt x="27123" y="44007"/>
                  <a:pt x="25572" y="43821"/>
                  <a:pt x="24021" y="43557"/>
                </a:cubicBezTo>
                <a:cubicBezTo>
                  <a:pt x="25960" y="43092"/>
                  <a:pt x="27961" y="42781"/>
                  <a:pt x="29946" y="42766"/>
                </a:cubicBezTo>
                <a:cubicBezTo>
                  <a:pt x="30069" y="42763"/>
                  <a:pt x="30193" y="42761"/>
                  <a:pt x="30318" y="42761"/>
                </a:cubicBezTo>
                <a:close/>
                <a:moveTo>
                  <a:pt x="52724" y="42538"/>
                </a:moveTo>
                <a:cubicBezTo>
                  <a:pt x="53699" y="42538"/>
                  <a:pt x="54672" y="42587"/>
                  <a:pt x="55645" y="42719"/>
                </a:cubicBezTo>
                <a:cubicBezTo>
                  <a:pt x="54296" y="42952"/>
                  <a:pt x="52993" y="43340"/>
                  <a:pt x="51690" y="43696"/>
                </a:cubicBezTo>
                <a:cubicBezTo>
                  <a:pt x="49705" y="44208"/>
                  <a:pt x="47627" y="44425"/>
                  <a:pt x="45580" y="44596"/>
                </a:cubicBezTo>
                <a:cubicBezTo>
                  <a:pt x="43967" y="44736"/>
                  <a:pt x="42338" y="44860"/>
                  <a:pt x="40725" y="44937"/>
                </a:cubicBezTo>
                <a:cubicBezTo>
                  <a:pt x="40393" y="44956"/>
                  <a:pt x="40053" y="44968"/>
                  <a:pt x="39710" y="44968"/>
                </a:cubicBezTo>
                <a:cubicBezTo>
                  <a:pt x="38643" y="44968"/>
                  <a:pt x="37547" y="44848"/>
                  <a:pt x="36584" y="44425"/>
                </a:cubicBezTo>
                <a:cubicBezTo>
                  <a:pt x="36538" y="44363"/>
                  <a:pt x="36507" y="44286"/>
                  <a:pt x="36460" y="44239"/>
                </a:cubicBezTo>
                <a:cubicBezTo>
                  <a:pt x="37127" y="44100"/>
                  <a:pt x="37778" y="43960"/>
                  <a:pt x="38445" y="43852"/>
                </a:cubicBezTo>
                <a:cubicBezTo>
                  <a:pt x="39174" y="43789"/>
                  <a:pt x="39919" y="43650"/>
                  <a:pt x="40632" y="43479"/>
                </a:cubicBezTo>
                <a:cubicBezTo>
                  <a:pt x="42524" y="43185"/>
                  <a:pt x="44447" y="42952"/>
                  <a:pt x="46402" y="42859"/>
                </a:cubicBezTo>
                <a:cubicBezTo>
                  <a:pt x="48520" y="42764"/>
                  <a:pt x="50625" y="42538"/>
                  <a:pt x="52724" y="42538"/>
                </a:cubicBezTo>
                <a:close/>
                <a:moveTo>
                  <a:pt x="56080" y="43169"/>
                </a:moveTo>
                <a:lnTo>
                  <a:pt x="56080" y="43169"/>
                </a:lnTo>
                <a:cubicBezTo>
                  <a:pt x="54125" y="44270"/>
                  <a:pt x="51923" y="45030"/>
                  <a:pt x="49767" y="45527"/>
                </a:cubicBezTo>
                <a:cubicBezTo>
                  <a:pt x="47933" y="45967"/>
                  <a:pt x="46011" y="46234"/>
                  <a:pt x="44096" y="46234"/>
                </a:cubicBezTo>
                <a:cubicBezTo>
                  <a:pt x="42773" y="46234"/>
                  <a:pt x="41453" y="46106"/>
                  <a:pt x="40167" y="45821"/>
                </a:cubicBezTo>
                <a:cubicBezTo>
                  <a:pt x="39764" y="45728"/>
                  <a:pt x="39360" y="45635"/>
                  <a:pt x="38973" y="45496"/>
                </a:cubicBezTo>
                <a:lnTo>
                  <a:pt x="38973" y="45496"/>
                </a:lnTo>
                <a:cubicBezTo>
                  <a:pt x="39226" y="45510"/>
                  <a:pt x="39482" y="45517"/>
                  <a:pt x="39740" y="45517"/>
                </a:cubicBezTo>
                <a:cubicBezTo>
                  <a:pt x="41386" y="45517"/>
                  <a:pt x="43087" y="45252"/>
                  <a:pt x="44603" y="45185"/>
                </a:cubicBezTo>
                <a:cubicBezTo>
                  <a:pt x="46588" y="45108"/>
                  <a:pt x="48620" y="44875"/>
                  <a:pt x="50558" y="44487"/>
                </a:cubicBezTo>
                <a:cubicBezTo>
                  <a:pt x="52419" y="44115"/>
                  <a:pt x="54203" y="43448"/>
                  <a:pt x="56080" y="43169"/>
                </a:cubicBezTo>
                <a:close/>
                <a:moveTo>
                  <a:pt x="22300" y="44038"/>
                </a:moveTo>
                <a:cubicBezTo>
                  <a:pt x="23463" y="44317"/>
                  <a:pt x="24626" y="44503"/>
                  <a:pt x="25805" y="44658"/>
                </a:cubicBezTo>
                <a:cubicBezTo>
                  <a:pt x="24409" y="44953"/>
                  <a:pt x="22998" y="45216"/>
                  <a:pt x="21602" y="45496"/>
                </a:cubicBezTo>
                <a:cubicBezTo>
                  <a:pt x="18298" y="46147"/>
                  <a:pt x="15026" y="47047"/>
                  <a:pt x="12079" y="48691"/>
                </a:cubicBezTo>
                <a:cubicBezTo>
                  <a:pt x="12653" y="48318"/>
                  <a:pt x="13258" y="47977"/>
                  <a:pt x="13847" y="47620"/>
                </a:cubicBezTo>
                <a:cubicBezTo>
                  <a:pt x="15476" y="46721"/>
                  <a:pt x="17151" y="45914"/>
                  <a:pt x="18903" y="45216"/>
                </a:cubicBezTo>
                <a:cubicBezTo>
                  <a:pt x="20004" y="44782"/>
                  <a:pt x="21137" y="44394"/>
                  <a:pt x="22300" y="44038"/>
                </a:cubicBezTo>
                <a:close/>
                <a:moveTo>
                  <a:pt x="30908" y="44798"/>
                </a:moveTo>
                <a:lnTo>
                  <a:pt x="30908" y="44798"/>
                </a:lnTo>
                <a:cubicBezTo>
                  <a:pt x="25293" y="47357"/>
                  <a:pt x="18593" y="46984"/>
                  <a:pt x="12715" y="48923"/>
                </a:cubicBezTo>
                <a:cubicBezTo>
                  <a:pt x="15507" y="47450"/>
                  <a:pt x="18593" y="46612"/>
                  <a:pt x="21710" y="45992"/>
                </a:cubicBezTo>
                <a:cubicBezTo>
                  <a:pt x="23649" y="45604"/>
                  <a:pt x="25603" y="45263"/>
                  <a:pt x="27527" y="44813"/>
                </a:cubicBezTo>
                <a:cubicBezTo>
                  <a:pt x="27914" y="44829"/>
                  <a:pt x="28302" y="44860"/>
                  <a:pt x="28690" y="44860"/>
                </a:cubicBezTo>
                <a:cubicBezTo>
                  <a:pt x="28791" y="44862"/>
                  <a:pt x="28893" y="44863"/>
                  <a:pt x="28994" y="44863"/>
                </a:cubicBezTo>
                <a:cubicBezTo>
                  <a:pt x="29634" y="44863"/>
                  <a:pt x="30265" y="44824"/>
                  <a:pt x="30908" y="44798"/>
                </a:cubicBezTo>
                <a:close/>
                <a:moveTo>
                  <a:pt x="34211" y="45976"/>
                </a:moveTo>
                <a:cubicBezTo>
                  <a:pt x="33637" y="47233"/>
                  <a:pt x="32815" y="48427"/>
                  <a:pt x="31916" y="49513"/>
                </a:cubicBezTo>
                <a:cubicBezTo>
                  <a:pt x="32179" y="48985"/>
                  <a:pt x="32490" y="48458"/>
                  <a:pt x="32800" y="47962"/>
                </a:cubicBezTo>
                <a:cubicBezTo>
                  <a:pt x="33250" y="47264"/>
                  <a:pt x="33715" y="46612"/>
                  <a:pt x="34211" y="45976"/>
                </a:cubicBezTo>
                <a:close/>
                <a:moveTo>
                  <a:pt x="30722" y="45402"/>
                </a:moveTo>
                <a:cubicBezTo>
                  <a:pt x="29977" y="45883"/>
                  <a:pt x="29248" y="46411"/>
                  <a:pt x="28535" y="46969"/>
                </a:cubicBezTo>
                <a:cubicBezTo>
                  <a:pt x="27573" y="47434"/>
                  <a:pt x="26580" y="47837"/>
                  <a:pt x="25557" y="48210"/>
                </a:cubicBezTo>
                <a:cubicBezTo>
                  <a:pt x="22424" y="49295"/>
                  <a:pt x="19151" y="49823"/>
                  <a:pt x="15817" y="49900"/>
                </a:cubicBezTo>
                <a:cubicBezTo>
                  <a:pt x="15460" y="49908"/>
                  <a:pt x="15104" y="49912"/>
                  <a:pt x="14748" y="49912"/>
                </a:cubicBezTo>
                <a:cubicBezTo>
                  <a:pt x="13725" y="49912"/>
                  <a:pt x="12707" y="49880"/>
                  <a:pt x="11707" y="49823"/>
                </a:cubicBezTo>
                <a:cubicBezTo>
                  <a:pt x="17740" y="47388"/>
                  <a:pt x="24797" y="47915"/>
                  <a:pt x="30722" y="45402"/>
                </a:cubicBezTo>
                <a:close/>
                <a:moveTo>
                  <a:pt x="32102" y="47574"/>
                </a:moveTo>
                <a:cubicBezTo>
                  <a:pt x="31528" y="48473"/>
                  <a:pt x="31001" y="49450"/>
                  <a:pt x="30551" y="50459"/>
                </a:cubicBezTo>
                <a:cubicBezTo>
                  <a:pt x="30411" y="50753"/>
                  <a:pt x="30303" y="51032"/>
                  <a:pt x="30210" y="51327"/>
                </a:cubicBezTo>
                <a:cubicBezTo>
                  <a:pt x="27883" y="53576"/>
                  <a:pt x="25200" y="55453"/>
                  <a:pt x="22346" y="56988"/>
                </a:cubicBezTo>
                <a:cubicBezTo>
                  <a:pt x="23975" y="55949"/>
                  <a:pt x="25510" y="54677"/>
                  <a:pt x="26922" y="53436"/>
                </a:cubicBezTo>
                <a:cubicBezTo>
                  <a:pt x="28907" y="51715"/>
                  <a:pt x="30411" y="49544"/>
                  <a:pt x="32102" y="47574"/>
                </a:cubicBezTo>
                <a:close/>
                <a:moveTo>
                  <a:pt x="33575" y="45247"/>
                </a:moveTo>
                <a:lnTo>
                  <a:pt x="33575" y="45247"/>
                </a:lnTo>
                <a:cubicBezTo>
                  <a:pt x="31156" y="47527"/>
                  <a:pt x="29450" y="50474"/>
                  <a:pt x="26968" y="52708"/>
                </a:cubicBezTo>
                <a:cubicBezTo>
                  <a:pt x="24657" y="54817"/>
                  <a:pt x="22021" y="56957"/>
                  <a:pt x="19058" y="58151"/>
                </a:cubicBezTo>
                <a:cubicBezTo>
                  <a:pt x="24161" y="54165"/>
                  <a:pt x="28442" y="49171"/>
                  <a:pt x="33575" y="45247"/>
                </a:cubicBezTo>
                <a:close/>
                <a:moveTo>
                  <a:pt x="31326" y="46426"/>
                </a:moveTo>
                <a:lnTo>
                  <a:pt x="31326" y="46426"/>
                </a:lnTo>
                <a:cubicBezTo>
                  <a:pt x="26642" y="50397"/>
                  <a:pt x="22501" y="55049"/>
                  <a:pt x="17538" y="58679"/>
                </a:cubicBezTo>
                <a:lnTo>
                  <a:pt x="17507" y="58679"/>
                </a:lnTo>
                <a:cubicBezTo>
                  <a:pt x="19244" y="57035"/>
                  <a:pt x="20935" y="55267"/>
                  <a:pt x="22626" y="53514"/>
                </a:cubicBezTo>
                <a:cubicBezTo>
                  <a:pt x="24642" y="51467"/>
                  <a:pt x="26689" y="49435"/>
                  <a:pt x="28969" y="47651"/>
                </a:cubicBezTo>
                <a:cubicBezTo>
                  <a:pt x="29310" y="47465"/>
                  <a:pt x="29682" y="47295"/>
                  <a:pt x="30024" y="47124"/>
                </a:cubicBezTo>
                <a:cubicBezTo>
                  <a:pt x="30458" y="46891"/>
                  <a:pt x="30908" y="46659"/>
                  <a:pt x="31326" y="46426"/>
                </a:cubicBezTo>
                <a:close/>
                <a:moveTo>
                  <a:pt x="33234" y="49125"/>
                </a:moveTo>
                <a:lnTo>
                  <a:pt x="33234" y="49125"/>
                </a:lnTo>
                <a:cubicBezTo>
                  <a:pt x="32691" y="50335"/>
                  <a:pt x="32117" y="51544"/>
                  <a:pt x="31652" y="52785"/>
                </a:cubicBezTo>
                <a:cubicBezTo>
                  <a:pt x="30768" y="55174"/>
                  <a:pt x="30024" y="57609"/>
                  <a:pt x="29589" y="60137"/>
                </a:cubicBezTo>
                <a:cubicBezTo>
                  <a:pt x="29558" y="58322"/>
                  <a:pt x="29682" y="56538"/>
                  <a:pt x="30024" y="54786"/>
                </a:cubicBezTo>
                <a:cubicBezTo>
                  <a:pt x="30241" y="53747"/>
                  <a:pt x="30520" y="52770"/>
                  <a:pt x="30877" y="51792"/>
                </a:cubicBezTo>
                <a:cubicBezTo>
                  <a:pt x="31730" y="50955"/>
                  <a:pt x="32505" y="50071"/>
                  <a:pt x="33234" y="49125"/>
                </a:cubicBezTo>
                <a:close/>
                <a:moveTo>
                  <a:pt x="35483" y="47651"/>
                </a:moveTo>
                <a:lnTo>
                  <a:pt x="35483" y="47651"/>
                </a:lnTo>
                <a:cubicBezTo>
                  <a:pt x="35514" y="48892"/>
                  <a:pt x="35359" y="50133"/>
                  <a:pt x="35095" y="51343"/>
                </a:cubicBezTo>
                <a:cubicBezTo>
                  <a:pt x="34506" y="53948"/>
                  <a:pt x="33358" y="56414"/>
                  <a:pt x="31931" y="58632"/>
                </a:cubicBezTo>
                <a:cubicBezTo>
                  <a:pt x="31606" y="59175"/>
                  <a:pt x="31233" y="59687"/>
                  <a:pt x="30861" y="60214"/>
                </a:cubicBezTo>
                <a:cubicBezTo>
                  <a:pt x="31931" y="57500"/>
                  <a:pt x="33048" y="54817"/>
                  <a:pt x="33932" y="52025"/>
                </a:cubicBezTo>
                <a:cubicBezTo>
                  <a:pt x="34366" y="50598"/>
                  <a:pt x="35173" y="49140"/>
                  <a:pt x="35483" y="47651"/>
                </a:cubicBezTo>
                <a:close/>
                <a:moveTo>
                  <a:pt x="38740" y="48628"/>
                </a:moveTo>
                <a:lnTo>
                  <a:pt x="38740" y="48628"/>
                </a:lnTo>
                <a:cubicBezTo>
                  <a:pt x="41997" y="52645"/>
                  <a:pt x="45905" y="56151"/>
                  <a:pt x="50605" y="58431"/>
                </a:cubicBezTo>
                <a:cubicBezTo>
                  <a:pt x="50326" y="59082"/>
                  <a:pt x="50031" y="59733"/>
                  <a:pt x="49721" y="60400"/>
                </a:cubicBezTo>
                <a:cubicBezTo>
                  <a:pt x="46727" y="58353"/>
                  <a:pt x="44029" y="55918"/>
                  <a:pt x="41764" y="53080"/>
                </a:cubicBezTo>
                <a:cubicBezTo>
                  <a:pt x="40632" y="51684"/>
                  <a:pt x="39640" y="50179"/>
                  <a:pt x="38740" y="48628"/>
                </a:cubicBezTo>
                <a:close/>
                <a:moveTo>
                  <a:pt x="35111" y="45992"/>
                </a:moveTo>
                <a:lnTo>
                  <a:pt x="35111" y="45992"/>
                </a:lnTo>
                <a:cubicBezTo>
                  <a:pt x="35359" y="48163"/>
                  <a:pt x="33885" y="50567"/>
                  <a:pt x="33250" y="52537"/>
                </a:cubicBezTo>
                <a:cubicBezTo>
                  <a:pt x="32303" y="55499"/>
                  <a:pt x="31032" y="58368"/>
                  <a:pt x="29915" y="61269"/>
                </a:cubicBezTo>
                <a:cubicBezTo>
                  <a:pt x="30334" y="58431"/>
                  <a:pt x="31187" y="55639"/>
                  <a:pt x="32164" y="52925"/>
                </a:cubicBezTo>
                <a:cubicBezTo>
                  <a:pt x="32955" y="50707"/>
                  <a:pt x="34087" y="48628"/>
                  <a:pt x="34894" y="46442"/>
                </a:cubicBezTo>
                <a:cubicBezTo>
                  <a:pt x="34971" y="46287"/>
                  <a:pt x="35033" y="46147"/>
                  <a:pt x="35111" y="45992"/>
                </a:cubicBezTo>
                <a:close/>
                <a:moveTo>
                  <a:pt x="29513" y="0"/>
                </a:moveTo>
                <a:cubicBezTo>
                  <a:pt x="29345" y="0"/>
                  <a:pt x="29171" y="97"/>
                  <a:pt x="29109" y="285"/>
                </a:cubicBezTo>
                <a:cubicBezTo>
                  <a:pt x="28162" y="3340"/>
                  <a:pt x="27620" y="6520"/>
                  <a:pt x="27402" y="9746"/>
                </a:cubicBezTo>
                <a:cubicBezTo>
                  <a:pt x="27201" y="12863"/>
                  <a:pt x="27309" y="15981"/>
                  <a:pt x="27666" y="19083"/>
                </a:cubicBezTo>
                <a:cubicBezTo>
                  <a:pt x="28007" y="22061"/>
                  <a:pt x="28550" y="25007"/>
                  <a:pt x="29295" y="27908"/>
                </a:cubicBezTo>
                <a:cubicBezTo>
                  <a:pt x="29310" y="27970"/>
                  <a:pt x="29310" y="28032"/>
                  <a:pt x="29326" y="28063"/>
                </a:cubicBezTo>
                <a:cubicBezTo>
                  <a:pt x="29015" y="27442"/>
                  <a:pt x="28690" y="26822"/>
                  <a:pt x="28364" y="26202"/>
                </a:cubicBezTo>
                <a:cubicBezTo>
                  <a:pt x="26922" y="23487"/>
                  <a:pt x="25417" y="20820"/>
                  <a:pt x="23851" y="18183"/>
                </a:cubicBezTo>
                <a:cubicBezTo>
                  <a:pt x="22269" y="15516"/>
                  <a:pt x="20671" y="12894"/>
                  <a:pt x="19058" y="10304"/>
                </a:cubicBezTo>
                <a:cubicBezTo>
                  <a:pt x="17461" y="7745"/>
                  <a:pt x="15848" y="5202"/>
                  <a:pt x="14266" y="2674"/>
                </a:cubicBezTo>
                <a:lnTo>
                  <a:pt x="13676" y="1743"/>
                </a:lnTo>
                <a:cubicBezTo>
                  <a:pt x="13597" y="1608"/>
                  <a:pt x="13459" y="1546"/>
                  <a:pt x="13323" y="1546"/>
                </a:cubicBezTo>
                <a:cubicBezTo>
                  <a:pt x="13116" y="1546"/>
                  <a:pt x="12913" y="1691"/>
                  <a:pt x="12932" y="1945"/>
                </a:cubicBezTo>
                <a:cubicBezTo>
                  <a:pt x="13025" y="5155"/>
                  <a:pt x="13475" y="8335"/>
                  <a:pt x="14266" y="11436"/>
                </a:cubicBezTo>
                <a:cubicBezTo>
                  <a:pt x="15026" y="14430"/>
                  <a:pt x="16111" y="17361"/>
                  <a:pt x="17445" y="20153"/>
                </a:cubicBezTo>
                <a:cubicBezTo>
                  <a:pt x="18764" y="22945"/>
                  <a:pt x="20330" y="25628"/>
                  <a:pt x="22052" y="28187"/>
                </a:cubicBezTo>
                <a:cubicBezTo>
                  <a:pt x="22470" y="28761"/>
                  <a:pt x="22874" y="29366"/>
                  <a:pt x="23277" y="29924"/>
                </a:cubicBezTo>
                <a:cubicBezTo>
                  <a:pt x="20997" y="27939"/>
                  <a:pt x="18640" y="26062"/>
                  <a:pt x="16205" y="24309"/>
                </a:cubicBezTo>
                <a:cubicBezTo>
                  <a:pt x="13676" y="22479"/>
                  <a:pt x="11071" y="20758"/>
                  <a:pt x="8295" y="19315"/>
                </a:cubicBezTo>
                <a:cubicBezTo>
                  <a:pt x="6123" y="18199"/>
                  <a:pt x="3781" y="17160"/>
                  <a:pt x="1331" y="16818"/>
                </a:cubicBezTo>
                <a:cubicBezTo>
                  <a:pt x="1067" y="16772"/>
                  <a:pt x="804" y="16756"/>
                  <a:pt x="540" y="16741"/>
                </a:cubicBezTo>
                <a:cubicBezTo>
                  <a:pt x="534" y="16741"/>
                  <a:pt x="529" y="16740"/>
                  <a:pt x="523" y="16740"/>
                </a:cubicBezTo>
                <a:cubicBezTo>
                  <a:pt x="177" y="16740"/>
                  <a:pt x="1" y="17210"/>
                  <a:pt x="245" y="17439"/>
                </a:cubicBezTo>
                <a:cubicBezTo>
                  <a:pt x="2122" y="19114"/>
                  <a:pt x="3936" y="20851"/>
                  <a:pt x="5736" y="22572"/>
                </a:cubicBezTo>
                <a:cubicBezTo>
                  <a:pt x="7922" y="24666"/>
                  <a:pt x="10109" y="26760"/>
                  <a:pt x="12343" y="28807"/>
                </a:cubicBezTo>
                <a:cubicBezTo>
                  <a:pt x="14685" y="30932"/>
                  <a:pt x="17073" y="33010"/>
                  <a:pt x="19570" y="34965"/>
                </a:cubicBezTo>
                <a:cubicBezTo>
                  <a:pt x="19911" y="35213"/>
                  <a:pt x="20237" y="35492"/>
                  <a:pt x="20563" y="35740"/>
                </a:cubicBezTo>
                <a:cubicBezTo>
                  <a:pt x="19539" y="35492"/>
                  <a:pt x="18484" y="35259"/>
                  <a:pt x="17461" y="35058"/>
                </a:cubicBezTo>
                <a:cubicBezTo>
                  <a:pt x="15134" y="34623"/>
                  <a:pt x="12792" y="34329"/>
                  <a:pt x="10419" y="34251"/>
                </a:cubicBezTo>
                <a:cubicBezTo>
                  <a:pt x="10039" y="34239"/>
                  <a:pt x="9656" y="34232"/>
                  <a:pt x="9272" y="34232"/>
                </a:cubicBezTo>
                <a:cubicBezTo>
                  <a:pt x="7653" y="34232"/>
                  <a:pt x="6012" y="34353"/>
                  <a:pt x="4433" y="34716"/>
                </a:cubicBezTo>
                <a:cubicBezTo>
                  <a:pt x="4216" y="34747"/>
                  <a:pt x="4030" y="34809"/>
                  <a:pt x="3812" y="34871"/>
                </a:cubicBezTo>
                <a:cubicBezTo>
                  <a:pt x="3471" y="34965"/>
                  <a:pt x="3425" y="35430"/>
                  <a:pt x="3719" y="35600"/>
                </a:cubicBezTo>
                <a:cubicBezTo>
                  <a:pt x="7457" y="38020"/>
                  <a:pt x="11381" y="40191"/>
                  <a:pt x="15507" y="41866"/>
                </a:cubicBezTo>
                <a:cubicBezTo>
                  <a:pt x="17228" y="42564"/>
                  <a:pt x="18996" y="43185"/>
                  <a:pt x="20795" y="43665"/>
                </a:cubicBezTo>
                <a:cubicBezTo>
                  <a:pt x="18453" y="44441"/>
                  <a:pt x="16189" y="45449"/>
                  <a:pt x="14018" y="46612"/>
                </a:cubicBezTo>
                <a:cubicBezTo>
                  <a:pt x="12327" y="47527"/>
                  <a:pt x="10683" y="48551"/>
                  <a:pt x="9179" y="49761"/>
                </a:cubicBezTo>
                <a:cubicBezTo>
                  <a:pt x="8868" y="50009"/>
                  <a:pt x="9163" y="50412"/>
                  <a:pt x="9473" y="50459"/>
                </a:cubicBezTo>
                <a:cubicBezTo>
                  <a:pt x="11230" y="50616"/>
                  <a:pt x="12998" y="50715"/>
                  <a:pt x="14766" y="50715"/>
                </a:cubicBezTo>
                <a:cubicBezTo>
                  <a:pt x="16666" y="50715"/>
                  <a:pt x="18566" y="50600"/>
                  <a:pt x="20454" y="50319"/>
                </a:cubicBezTo>
                <a:cubicBezTo>
                  <a:pt x="22501" y="50009"/>
                  <a:pt x="24502" y="49466"/>
                  <a:pt x="26441" y="48722"/>
                </a:cubicBezTo>
                <a:lnTo>
                  <a:pt x="26441" y="48722"/>
                </a:lnTo>
                <a:cubicBezTo>
                  <a:pt x="23789" y="51095"/>
                  <a:pt x="21385" y="53716"/>
                  <a:pt x="18872" y="56228"/>
                </a:cubicBezTo>
                <a:cubicBezTo>
                  <a:pt x="17507" y="57609"/>
                  <a:pt x="16111" y="58958"/>
                  <a:pt x="14638" y="60199"/>
                </a:cubicBezTo>
                <a:cubicBezTo>
                  <a:pt x="14354" y="60454"/>
                  <a:pt x="14603" y="60893"/>
                  <a:pt x="14934" y="60893"/>
                </a:cubicBezTo>
                <a:cubicBezTo>
                  <a:pt x="14964" y="60893"/>
                  <a:pt x="14995" y="60889"/>
                  <a:pt x="15026" y="60881"/>
                </a:cubicBezTo>
                <a:cubicBezTo>
                  <a:pt x="18841" y="59795"/>
                  <a:pt x="22501" y="58058"/>
                  <a:pt x="25820" y="55840"/>
                </a:cubicBezTo>
                <a:cubicBezTo>
                  <a:pt x="27154" y="54956"/>
                  <a:pt x="28457" y="53979"/>
                  <a:pt x="29682" y="52909"/>
                </a:cubicBezTo>
                <a:lnTo>
                  <a:pt x="29682" y="52909"/>
                </a:lnTo>
                <a:cubicBezTo>
                  <a:pt x="29217" y="54569"/>
                  <a:pt x="28922" y="56244"/>
                  <a:pt x="28829" y="57950"/>
                </a:cubicBezTo>
                <a:cubicBezTo>
                  <a:pt x="28721" y="59563"/>
                  <a:pt x="28783" y="61176"/>
                  <a:pt x="28922" y="62758"/>
                </a:cubicBezTo>
                <a:cubicBezTo>
                  <a:pt x="28933" y="62975"/>
                  <a:pt x="29150" y="63177"/>
                  <a:pt x="29364" y="63177"/>
                </a:cubicBezTo>
                <a:cubicBezTo>
                  <a:pt x="29455" y="63177"/>
                  <a:pt x="29546" y="63141"/>
                  <a:pt x="29620" y="63052"/>
                </a:cubicBezTo>
                <a:cubicBezTo>
                  <a:pt x="31512" y="60866"/>
                  <a:pt x="33203" y="58446"/>
                  <a:pt x="34413" y="55778"/>
                </a:cubicBezTo>
                <a:cubicBezTo>
                  <a:pt x="35514" y="53374"/>
                  <a:pt x="36274" y="50769"/>
                  <a:pt x="36305" y="48086"/>
                </a:cubicBezTo>
                <a:cubicBezTo>
                  <a:pt x="36320" y="47248"/>
                  <a:pt x="36243" y="46395"/>
                  <a:pt x="36119" y="45573"/>
                </a:cubicBezTo>
                <a:lnTo>
                  <a:pt x="36119" y="45573"/>
                </a:lnTo>
                <a:cubicBezTo>
                  <a:pt x="37592" y="48380"/>
                  <a:pt x="39221" y="51095"/>
                  <a:pt x="41175" y="53592"/>
                </a:cubicBezTo>
                <a:cubicBezTo>
                  <a:pt x="43563" y="56616"/>
                  <a:pt x="46464" y="59175"/>
                  <a:pt x="49659" y="61284"/>
                </a:cubicBezTo>
                <a:cubicBezTo>
                  <a:pt x="49722" y="61326"/>
                  <a:pt x="49794" y="61345"/>
                  <a:pt x="49866" y="61345"/>
                </a:cubicBezTo>
                <a:cubicBezTo>
                  <a:pt x="50007" y="61345"/>
                  <a:pt x="50150" y="61273"/>
                  <a:pt x="50233" y="61160"/>
                </a:cubicBezTo>
                <a:cubicBezTo>
                  <a:pt x="50713" y="60230"/>
                  <a:pt x="51117" y="59253"/>
                  <a:pt x="51504" y="58306"/>
                </a:cubicBezTo>
                <a:cubicBezTo>
                  <a:pt x="51566" y="58151"/>
                  <a:pt x="51473" y="57919"/>
                  <a:pt x="51318" y="57841"/>
                </a:cubicBezTo>
                <a:cubicBezTo>
                  <a:pt x="45673" y="55189"/>
                  <a:pt x="41190" y="50784"/>
                  <a:pt x="37561" y="45775"/>
                </a:cubicBezTo>
                <a:lnTo>
                  <a:pt x="37561" y="45775"/>
                </a:lnTo>
                <a:cubicBezTo>
                  <a:pt x="39624" y="46659"/>
                  <a:pt x="41935" y="46984"/>
                  <a:pt x="44153" y="46984"/>
                </a:cubicBezTo>
                <a:cubicBezTo>
                  <a:pt x="47472" y="46969"/>
                  <a:pt x="50806" y="46287"/>
                  <a:pt x="53877" y="45046"/>
                </a:cubicBezTo>
                <a:cubicBezTo>
                  <a:pt x="55320" y="44456"/>
                  <a:pt x="56747" y="43758"/>
                  <a:pt x="57987" y="42812"/>
                </a:cubicBezTo>
                <a:cubicBezTo>
                  <a:pt x="58251" y="42626"/>
                  <a:pt x="58251" y="42176"/>
                  <a:pt x="57879" y="42083"/>
                </a:cubicBezTo>
                <a:cubicBezTo>
                  <a:pt x="54994" y="41230"/>
                  <a:pt x="51954" y="40889"/>
                  <a:pt x="48961" y="40858"/>
                </a:cubicBezTo>
                <a:cubicBezTo>
                  <a:pt x="48749" y="40854"/>
                  <a:pt x="48536" y="40852"/>
                  <a:pt x="48322" y="40852"/>
                </a:cubicBezTo>
                <a:cubicBezTo>
                  <a:pt x="47736" y="40852"/>
                  <a:pt x="47143" y="40866"/>
                  <a:pt x="46541" y="40889"/>
                </a:cubicBezTo>
                <a:cubicBezTo>
                  <a:pt x="46634" y="40843"/>
                  <a:pt x="46758" y="40781"/>
                  <a:pt x="46851" y="40719"/>
                </a:cubicBezTo>
                <a:cubicBezTo>
                  <a:pt x="48728" y="39602"/>
                  <a:pt x="50512" y="38299"/>
                  <a:pt x="52218" y="36934"/>
                </a:cubicBezTo>
                <a:cubicBezTo>
                  <a:pt x="53908" y="35600"/>
                  <a:pt x="55537" y="34189"/>
                  <a:pt x="57150" y="32778"/>
                </a:cubicBezTo>
                <a:cubicBezTo>
                  <a:pt x="58577" y="31490"/>
                  <a:pt x="60004" y="30219"/>
                  <a:pt x="61462" y="28947"/>
                </a:cubicBezTo>
                <a:lnTo>
                  <a:pt x="61911" y="28544"/>
                </a:lnTo>
                <a:cubicBezTo>
                  <a:pt x="62252" y="28311"/>
                  <a:pt x="61973" y="27892"/>
                  <a:pt x="61663" y="27877"/>
                </a:cubicBezTo>
                <a:cubicBezTo>
                  <a:pt x="61177" y="27832"/>
                  <a:pt x="60690" y="27809"/>
                  <a:pt x="60203" y="27809"/>
                </a:cubicBezTo>
                <a:cubicBezTo>
                  <a:pt x="58672" y="27809"/>
                  <a:pt x="57148" y="28031"/>
                  <a:pt x="55676" y="28466"/>
                </a:cubicBezTo>
                <a:cubicBezTo>
                  <a:pt x="53800" y="29040"/>
                  <a:pt x="52016" y="29924"/>
                  <a:pt x="50341" y="30979"/>
                </a:cubicBezTo>
                <a:cubicBezTo>
                  <a:pt x="48620" y="32080"/>
                  <a:pt x="47007" y="33352"/>
                  <a:pt x="45440" y="34701"/>
                </a:cubicBezTo>
                <a:cubicBezTo>
                  <a:pt x="45425" y="34716"/>
                  <a:pt x="45406" y="34728"/>
                  <a:pt x="45388" y="34741"/>
                </a:cubicBezTo>
                <a:lnTo>
                  <a:pt x="45388" y="34741"/>
                </a:lnTo>
                <a:cubicBezTo>
                  <a:pt x="47557" y="31963"/>
                  <a:pt x="49343" y="28896"/>
                  <a:pt x="50853" y="25705"/>
                </a:cubicBezTo>
                <a:cubicBezTo>
                  <a:pt x="51877" y="23534"/>
                  <a:pt x="52792" y="21285"/>
                  <a:pt x="53660" y="19036"/>
                </a:cubicBezTo>
                <a:cubicBezTo>
                  <a:pt x="53771" y="18766"/>
                  <a:pt x="53511" y="18515"/>
                  <a:pt x="53252" y="18515"/>
                </a:cubicBezTo>
                <a:cubicBezTo>
                  <a:pt x="53184" y="18515"/>
                  <a:pt x="53117" y="18532"/>
                  <a:pt x="53055" y="18571"/>
                </a:cubicBezTo>
                <a:cubicBezTo>
                  <a:pt x="49550" y="20758"/>
                  <a:pt x="46293" y="23410"/>
                  <a:pt x="43501" y="26481"/>
                </a:cubicBezTo>
                <a:cubicBezTo>
                  <a:pt x="42959" y="27070"/>
                  <a:pt x="42416" y="27691"/>
                  <a:pt x="41919" y="28311"/>
                </a:cubicBezTo>
                <a:cubicBezTo>
                  <a:pt x="42741" y="25271"/>
                  <a:pt x="43393" y="22185"/>
                  <a:pt x="43936" y="19067"/>
                </a:cubicBezTo>
                <a:cubicBezTo>
                  <a:pt x="44354" y="16555"/>
                  <a:pt x="44711" y="14027"/>
                  <a:pt x="45052" y="11483"/>
                </a:cubicBezTo>
                <a:cubicBezTo>
                  <a:pt x="45084" y="11251"/>
                  <a:pt x="44857" y="11083"/>
                  <a:pt x="44635" y="11083"/>
                </a:cubicBezTo>
                <a:cubicBezTo>
                  <a:pt x="44531" y="11083"/>
                  <a:pt x="44429" y="11120"/>
                  <a:pt x="44354" y="11204"/>
                </a:cubicBezTo>
                <a:cubicBezTo>
                  <a:pt x="42292" y="13561"/>
                  <a:pt x="40415" y="16089"/>
                  <a:pt x="38833" y="18804"/>
                </a:cubicBezTo>
                <a:cubicBezTo>
                  <a:pt x="37639" y="20820"/>
                  <a:pt x="36646" y="22945"/>
                  <a:pt x="35902" y="25178"/>
                </a:cubicBezTo>
                <a:cubicBezTo>
                  <a:pt x="35576" y="23022"/>
                  <a:pt x="35142" y="20866"/>
                  <a:pt x="34676" y="18742"/>
                </a:cubicBezTo>
                <a:cubicBezTo>
                  <a:pt x="34041" y="15857"/>
                  <a:pt x="33281" y="12956"/>
                  <a:pt x="32521" y="10087"/>
                </a:cubicBezTo>
                <a:cubicBezTo>
                  <a:pt x="31745" y="7187"/>
                  <a:pt x="30939" y="4302"/>
                  <a:pt x="30179" y="1386"/>
                </a:cubicBezTo>
                <a:lnTo>
                  <a:pt x="29884" y="285"/>
                </a:lnTo>
                <a:cubicBezTo>
                  <a:pt x="29838" y="93"/>
                  <a:pt x="29678" y="0"/>
                  <a:pt x="2951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E4048C-EC2A-CA4A-3161-DC2197C8FB9D}"/>
              </a:ext>
            </a:extLst>
          </p:cNvPr>
          <p:cNvSpPr txBox="1"/>
          <p:nvPr/>
        </p:nvSpPr>
        <p:spPr>
          <a:xfrm>
            <a:off x="2270760" y="247555"/>
            <a:ext cx="4602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63B2E"/>
                </a:solidFill>
                <a:latin typeface="Playfair Display" panose="00000500000000000000" pitchFamily="2" charset="0"/>
                <a:ea typeface="Aptos Display" pitchFamily="34" charset="-122"/>
                <a:cs typeface="Aptos Display" pitchFamily="34" charset="-120"/>
              </a:rPr>
              <a:t>Micro Enterprise Experience</a:t>
            </a:r>
            <a:endParaRPr lang="en-US" sz="2600" dirty="0">
              <a:latin typeface="Playfair Display" panose="00000500000000000000" pitchFamily="2" charset="0"/>
            </a:endParaRPr>
          </a:p>
        </p:txBody>
      </p: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B60FA807-6F95-52AB-CB01-D9EDC7016BC3}"/>
              </a:ext>
            </a:extLst>
          </p:cNvPr>
          <p:cNvGrpSpPr/>
          <p:nvPr/>
        </p:nvGrpSpPr>
        <p:grpSpPr>
          <a:xfrm>
            <a:off x="1005083" y="812067"/>
            <a:ext cx="7133833" cy="3856186"/>
            <a:chOff x="594360" y="1234440"/>
            <a:chExt cx="10972800" cy="4882896"/>
          </a:xfrm>
        </p:grpSpPr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64402508-4687-9A02-DB27-DF3D3EB3B2AA}"/>
                </a:ext>
              </a:extLst>
            </p:cNvPr>
            <p:cNvSpPr/>
            <p:nvPr/>
          </p:nvSpPr>
          <p:spPr>
            <a:xfrm>
              <a:off x="594360" y="1234440"/>
              <a:ext cx="233172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9" name="Text 9">
              <a:extLst>
                <a:ext uri="{FF2B5EF4-FFF2-40B4-BE49-F238E27FC236}">
                  <a16:creationId xmlns:a16="http://schemas.microsoft.com/office/drawing/2014/main" id="{7B9CA712-2A11-2F7A-1718-DBA445E66DF6}"/>
                </a:ext>
              </a:extLst>
            </p:cNvPr>
            <p:cNvSpPr/>
            <p:nvPr/>
          </p:nvSpPr>
          <p:spPr>
            <a:xfrm>
              <a:off x="635508" y="1266444"/>
              <a:ext cx="224942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8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Screen / feature</a:t>
              </a:r>
              <a:endParaRPr lang="en-US" sz="980" dirty="0">
                <a:latin typeface="Playfair Display" panose="00000500000000000000" pitchFamily="2" charset="0"/>
              </a:endParaRPr>
            </a:p>
          </p:txBody>
        </p:sp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63D1E268-F2B1-7D73-1B2D-AF03FECB4241}"/>
                </a:ext>
              </a:extLst>
            </p:cNvPr>
            <p:cNvSpPr/>
            <p:nvPr/>
          </p:nvSpPr>
          <p:spPr>
            <a:xfrm>
              <a:off x="2926080" y="1234440"/>
              <a:ext cx="466344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146E096B-1162-2FA7-A238-D3D31DAC1EA3}"/>
                </a:ext>
              </a:extLst>
            </p:cNvPr>
            <p:cNvSpPr/>
            <p:nvPr/>
          </p:nvSpPr>
          <p:spPr>
            <a:xfrm>
              <a:off x="2967228" y="1266444"/>
              <a:ext cx="45811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8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What the entrepreneur sees</a:t>
              </a:r>
              <a:endParaRPr lang="en-US" sz="980" dirty="0">
                <a:latin typeface="Playfair Display" panose="00000500000000000000" pitchFamily="2" charset="0"/>
              </a:endParaRPr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509074E5-7C02-CBD4-5539-768C81A74E7F}"/>
                </a:ext>
              </a:extLst>
            </p:cNvPr>
            <p:cNvSpPr/>
            <p:nvPr/>
          </p:nvSpPr>
          <p:spPr>
            <a:xfrm>
              <a:off x="7589520" y="1234440"/>
              <a:ext cx="397764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83385412-852A-5365-E415-394CA35621A6}"/>
                </a:ext>
              </a:extLst>
            </p:cNvPr>
            <p:cNvSpPr/>
            <p:nvPr/>
          </p:nvSpPr>
          <p:spPr>
            <a:xfrm>
              <a:off x="7630668" y="1266444"/>
              <a:ext cx="38953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8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Why it helps</a:t>
              </a:r>
              <a:endParaRPr lang="en-US" sz="980" dirty="0">
                <a:latin typeface="Playfair Display" panose="00000500000000000000" pitchFamily="2" charset="0"/>
              </a:endParaRPr>
            </a:p>
          </p:txBody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1BA25700-395F-0EAF-A5E1-8C9E090023A5}"/>
                </a:ext>
              </a:extLst>
            </p:cNvPr>
            <p:cNvSpPr/>
            <p:nvPr/>
          </p:nvSpPr>
          <p:spPr>
            <a:xfrm>
              <a:off x="594360" y="1618488"/>
              <a:ext cx="233172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01FC4A3C-AC71-4BC2-48D8-0E10ECA02FE5}"/>
                </a:ext>
              </a:extLst>
            </p:cNvPr>
            <p:cNvSpPr/>
            <p:nvPr/>
          </p:nvSpPr>
          <p:spPr>
            <a:xfrm>
              <a:off x="635508" y="1650492"/>
              <a:ext cx="2249424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Daily / weekly entry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CB9168BD-4AB2-A259-86CE-07C8C6179B88}"/>
                </a:ext>
              </a:extLst>
            </p:cNvPr>
            <p:cNvSpPr/>
            <p:nvPr/>
          </p:nvSpPr>
          <p:spPr>
            <a:xfrm>
              <a:off x="2926080" y="1618488"/>
              <a:ext cx="466344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380431C0-AA34-806C-ECB2-98EBAF4314BD}"/>
                </a:ext>
              </a:extLst>
            </p:cNvPr>
            <p:cNvSpPr/>
            <p:nvPr/>
          </p:nvSpPr>
          <p:spPr>
            <a:xfrm>
              <a:off x="2967228" y="1650492"/>
              <a:ext cx="4581144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Income, expenses, stock purchase and loan payment entry in local language.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27" name="Shape 18">
              <a:extLst>
                <a:ext uri="{FF2B5EF4-FFF2-40B4-BE49-F238E27FC236}">
                  <a16:creationId xmlns:a16="http://schemas.microsoft.com/office/drawing/2014/main" id="{C8687054-7782-7C06-81C9-5966C06770CD}"/>
                </a:ext>
              </a:extLst>
            </p:cNvPr>
            <p:cNvSpPr/>
            <p:nvPr/>
          </p:nvSpPr>
          <p:spPr>
            <a:xfrm>
              <a:off x="7589520" y="1618488"/>
              <a:ext cx="397764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81FD5A27-5E68-5C18-3156-19F57C6C3CD9}"/>
                </a:ext>
              </a:extLst>
            </p:cNvPr>
            <p:cNvSpPr/>
            <p:nvPr/>
          </p:nvSpPr>
          <p:spPr>
            <a:xfrm>
              <a:off x="7630668" y="1650492"/>
              <a:ext cx="3895344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Creates a usable cash-flow history without complex accounting.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1" name="Shape 20">
              <a:extLst>
                <a:ext uri="{FF2B5EF4-FFF2-40B4-BE49-F238E27FC236}">
                  <a16:creationId xmlns:a16="http://schemas.microsoft.com/office/drawing/2014/main" id="{464BCD2A-552F-F867-08B7-9B6C81475A4D}"/>
                </a:ext>
              </a:extLst>
            </p:cNvPr>
            <p:cNvSpPr/>
            <p:nvPr/>
          </p:nvSpPr>
          <p:spPr>
            <a:xfrm>
              <a:off x="594360" y="2148840"/>
              <a:ext cx="2331720" cy="53035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3" name="Text 21">
              <a:extLst>
                <a:ext uri="{FF2B5EF4-FFF2-40B4-BE49-F238E27FC236}">
                  <a16:creationId xmlns:a16="http://schemas.microsoft.com/office/drawing/2014/main" id="{CBFC543E-9C61-0F6A-F62A-19CE044E35CA}"/>
                </a:ext>
              </a:extLst>
            </p:cNvPr>
            <p:cNvSpPr/>
            <p:nvPr/>
          </p:nvSpPr>
          <p:spPr>
            <a:xfrm>
              <a:off x="635508" y="2180844"/>
              <a:ext cx="2249424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My Cash Flow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5" name="Shape 22">
              <a:extLst>
                <a:ext uri="{FF2B5EF4-FFF2-40B4-BE49-F238E27FC236}">
                  <a16:creationId xmlns:a16="http://schemas.microsoft.com/office/drawing/2014/main" id="{662FEC81-3BA1-2013-0021-B091A6E60AA7}"/>
                </a:ext>
              </a:extLst>
            </p:cNvPr>
            <p:cNvSpPr/>
            <p:nvPr/>
          </p:nvSpPr>
          <p:spPr>
            <a:xfrm>
              <a:off x="2926080" y="2148840"/>
              <a:ext cx="4663440" cy="53035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7" name="Text 23">
              <a:extLst>
                <a:ext uri="{FF2B5EF4-FFF2-40B4-BE49-F238E27FC236}">
                  <a16:creationId xmlns:a16="http://schemas.microsoft.com/office/drawing/2014/main" id="{585D19AD-6981-4002-FC54-40482AEB7277}"/>
                </a:ext>
              </a:extLst>
            </p:cNvPr>
            <p:cNvSpPr/>
            <p:nvPr/>
          </p:nvSpPr>
          <p:spPr>
            <a:xfrm>
              <a:off x="2967228" y="2180844"/>
              <a:ext cx="4581144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Next 3 months expected inflow, expenses and cash balance.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9" name="Shape 24">
              <a:extLst>
                <a:ext uri="{FF2B5EF4-FFF2-40B4-BE49-F238E27FC236}">
                  <a16:creationId xmlns:a16="http://schemas.microsoft.com/office/drawing/2014/main" id="{FFBEA917-C440-DE37-78D7-523788105CB7}"/>
                </a:ext>
              </a:extLst>
            </p:cNvPr>
            <p:cNvSpPr/>
            <p:nvPr/>
          </p:nvSpPr>
          <p:spPr>
            <a:xfrm>
              <a:off x="7589520" y="2148840"/>
              <a:ext cx="3977640" cy="53035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" name="Text 25">
              <a:extLst>
                <a:ext uri="{FF2B5EF4-FFF2-40B4-BE49-F238E27FC236}">
                  <a16:creationId xmlns:a16="http://schemas.microsoft.com/office/drawing/2014/main" id="{7CA223F9-0F49-AF84-91F9-B741C68C8BC3}"/>
                </a:ext>
              </a:extLst>
            </p:cNvPr>
            <p:cNvSpPr/>
            <p:nvPr/>
          </p:nvSpPr>
          <p:spPr>
            <a:xfrm>
              <a:off x="7630668" y="2180844"/>
              <a:ext cx="3895344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Helps business owner plan purchase and repayment.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43" name="Shape 26">
              <a:extLst>
                <a:ext uri="{FF2B5EF4-FFF2-40B4-BE49-F238E27FC236}">
                  <a16:creationId xmlns:a16="http://schemas.microsoft.com/office/drawing/2014/main" id="{C5DCE8B0-CFD2-FB74-B3C2-CE1495681364}"/>
                </a:ext>
              </a:extLst>
            </p:cNvPr>
            <p:cNvSpPr/>
            <p:nvPr/>
          </p:nvSpPr>
          <p:spPr>
            <a:xfrm>
              <a:off x="594360" y="2679192"/>
              <a:ext cx="233172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5" name="Text 27">
              <a:extLst>
                <a:ext uri="{FF2B5EF4-FFF2-40B4-BE49-F238E27FC236}">
                  <a16:creationId xmlns:a16="http://schemas.microsoft.com/office/drawing/2014/main" id="{A11B1BA7-EEA4-73F6-BD3D-0A8E93E82CC3}"/>
                </a:ext>
              </a:extLst>
            </p:cNvPr>
            <p:cNvSpPr/>
            <p:nvPr/>
          </p:nvSpPr>
          <p:spPr>
            <a:xfrm>
              <a:off x="635508" y="2711196"/>
              <a:ext cx="2249424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Risk alert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47" name="Shape 28">
              <a:extLst>
                <a:ext uri="{FF2B5EF4-FFF2-40B4-BE49-F238E27FC236}">
                  <a16:creationId xmlns:a16="http://schemas.microsoft.com/office/drawing/2014/main" id="{98967551-8AB5-4329-9B34-31B6FDF22378}"/>
                </a:ext>
              </a:extLst>
            </p:cNvPr>
            <p:cNvSpPr/>
            <p:nvPr/>
          </p:nvSpPr>
          <p:spPr>
            <a:xfrm>
              <a:off x="2926080" y="2679192"/>
              <a:ext cx="466344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9" name="Text 29">
              <a:extLst>
                <a:ext uri="{FF2B5EF4-FFF2-40B4-BE49-F238E27FC236}">
                  <a16:creationId xmlns:a16="http://schemas.microsoft.com/office/drawing/2014/main" id="{5308D7B7-A0AD-A8E3-C81F-FE8DB9228548}"/>
                </a:ext>
              </a:extLst>
            </p:cNvPr>
            <p:cNvSpPr/>
            <p:nvPr/>
          </p:nvSpPr>
          <p:spPr>
            <a:xfrm>
              <a:off x="2967228" y="2711196"/>
              <a:ext cx="4581144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Plain-language warning: “October may be difficult because expenses are rising.”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51" name="Shape 30">
              <a:extLst>
                <a:ext uri="{FF2B5EF4-FFF2-40B4-BE49-F238E27FC236}">
                  <a16:creationId xmlns:a16="http://schemas.microsoft.com/office/drawing/2014/main" id="{0A908656-4622-8C03-A1E1-BBA0F0177446}"/>
                </a:ext>
              </a:extLst>
            </p:cNvPr>
            <p:cNvSpPr/>
            <p:nvPr/>
          </p:nvSpPr>
          <p:spPr>
            <a:xfrm>
              <a:off x="7589520" y="2679192"/>
              <a:ext cx="397764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3" name="Text 31">
              <a:extLst>
                <a:ext uri="{FF2B5EF4-FFF2-40B4-BE49-F238E27FC236}">
                  <a16:creationId xmlns:a16="http://schemas.microsoft.com/office/drawing/2014/main" id="{2B571C59-2FFB-436F-D0BA-260C7BD18E4D}"/>
                </a:ext>
              </a:extLst>
            </p:cNvPr>
            <p:cNvSpPr/>
            <p:nvPr/>
          </p:nvSpPr>
          <p:spPr>
            <a:xfrm>
              <a:off x="7630668" y="2711196"/>
              <a:ext cx="3895344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Avoids confusing technical risk terms.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55" name="Shape 32">
              <a:extLst>
                <a:ext uri="{FF2B5EF4-FFF2-40B4-BE49-F238E27FC236}">
                  <a16:creationId xmlns:a16="http://schemas.microsoft.com/office/drawing/2014/main" id="{8181ED2F-91A2-AED6-CAA7-FBD30575B238}"/>
                </a:ext>
              </a:extLst>
            </p:cNvPr>
            <p:cNvSpPr/>
            <p:nvPr/>
          </p:nvSpPr>
          <p:spPr>
            <a:xfrm>
              <a:off x="594360" y="3209544"/>
              <a:ext cx="2331720" cy="53035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7" name="Text 33">
              <a:extLst>
                <a:ext uri="{FF2B5EF4-FFF2-40B4-BE49-F238E27FC236}">
                  <a16:creationId xmlns:a16="http://schemas.microsoft.com/office/drawing/2014/main" id="{A4420D65-CFF7-8853-24A1-C27DA5078548}"/>
                </a:ext>
              </a:extLst>
            </p:cNvPr>
            <p:cNvSpPr/>
            <p:nvPr/>
          </p:nvSpPr>
          <p:spPr>
            <a:xfrm>
              <a:off x="635508" y="3241548"/>
              <a:ext cx="2249424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Action suggestion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59" name="Shape 34">
              <a:extLst>
                <a:ext uri="{FF2B5EF4-FFF2-40B4-BE49-F238E27FC236}">
                  <a16:creationId xmlns:a16="http://schemas.microsoft.com/office/drawing/2014/main" id="{C366FC64-9710-FBDE-B327-8CA9710658D2}"/>
                </a:ext>
              </a:extLst>
            </p:cNvPr>
            <p:cNvSpPr/>
            <p:nvPr/>
          </p:nvSpPr>
          <p:spPr>
            <a:xfrm>
              <a:off x="2926080" y="3209544"/>
              <a:ext cx="4663440" cy="53035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61" name="Text 35">
              <a:extLst>
                <a:ext uri="{FF2B5EF4-FFF2-40B4-BE49-F238E27FC236}">
                  <a16:creationId xmlns:a16="http://schemas.microsoft.com/office/drawing/2014/main" id="{CCDED6AE-3099-CA49-737D-891F357BB363}"/>
                </a:ext>
              </a:extLst>
            </p:cNvPr>
            <p:cNvSpPr/>
            <p:nvPr/>
          </p:nvSpPr>
          <p:spPr>
            <a:xfrm>
              <a:off x="2967228" y="3241548"/>
              <a:ext cx="4581144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Delay restocking, save minimum buffer, discuss EMI date, request officer support.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63" name="Shape 36">
              <a:extLst>
                <a:ext uri="{FF2B5EF4-FFF2-40B4-BE49-F238E27FC236}">
                  <a16:creationId xmlns:a16="http://schemas.microsoft.com/office/drawing/2014/main" id="{B312650B-725A-470B-6838-04E46843E45D}"/>
                </a:ext>
              </a:extLst>
            </p:cNvPr>
            <p:cNvSpPr/>
            <p:nvPr/>
          </p:nvSpPr>
          <p:spPr>
            <a:xfrm>
              <a:off x="7589520" y="3209544"/>
              <a:ext cx="3977640" cy="53035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85" name="Text 37">
              <a:extLst>
                <a:ext uri="{FF2B5EF4-FFF2-40B4-BE49-F238E27FC236}">
                  <a16:creationId xmlns:a16="http://schemas.microsoft.com/office/drawing/2014/main" id="{E7B3F047-CD28-5877-1C43-9301947841ED}"/>
                </a:ext>
              </a:extLst>
            </p:cNvPr>
            <p:cNvSpPr/>
            <p:nvPr/>
          </p:nvSpPr>
          <p:spPr>
            <a:xfrm>
              <a:off x="7630668" y="3241548"/>
              <a:ext cx="3895344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Turns alert into a practical next step.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87" name="Shape 38">
              <a:extLst>
                <a:ext uri="{FF2B5EF4-FFF2-40B4-BE49-F238E27FC236}">
                  <a16:creationId xmlns:a16="http://schemas.microsoft.com/office/drawing/2014/main" id="{4553AEDA-4910-08DA-CA3F-0988D95EC3B9}"/>
                </a:ext>
              </a:extLst>
            </p:cNvPr>
            <p:cNvSpPr/>
            <p:nvPr/>
          </p:nvSpPr>
          <p:spPr>
            <a:xfrm>
              <a:off x="594360" y="3739896"/>
              <a:ext cx="233172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89" name="Text 39">
              <a:extLst>
                <a:ext uri="{FF2B5EF4-FFF2-40B4-BE49-F238E27FC236}">
                  <a16:creationId xmlns:a16="http://schemas.microsoft.com/office/drawing/2014/main" id="{11EB0EE5-64E0-DF20-ECB1-92B50DC407DD}"/>
                </a:ext>
              </a:extLst>
            </p:cNvPr>
            <p:cNvSpPr/>
            <p:nvPr/>
          </p:nvSpPr>
          <p:spPr>
            <a:xfrm>
              <a:off x="635508" y="3771900"/>
              <a:ext cx="2249424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Trust Passport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91" name="Shape 40">
              <a:extLst>
                <a:ext uri="{FF2B5EF4-FFF2-40B4-BE49-F238E27FC236}">
                  <a16:creationId xmlns:a16="http://schemas.microsoft.com/office/drawing/2014/main" id="{B093D1C9-2F7B-4323-D396-E71A3D7B1F13}"/>
                </a:ext>
              </a:extLst>
            </p:cNvPr>
            <p:cNvSpPr/>
            <p:nvPr/>
          </p:nvSpPr>
          <p:spPr>
            <a:xfrm>
              <a:off x="2926080" y="3739896"/>
              <a:ext cx="466344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3" name="Text 41">
              <a:extLst>
                <a:ext uri="{FF2B5EF4-FFF2-40B4-BE49-F238E27FC236}">
                  <a16:creationId xmlns:a16="http://schemas.microsoft.com/office/drawing/2014/main" id="{C0BE5487-D244-FE97-F595-176D838669E2}"/>
                </a:ext>
              </a:extLst>
            </p:cNvPr>
            <p:cNvSpPr/>
            <p:nvPr/>
          </p:nvSpPr>
          <p:spPr>
            <a:xfrm>
              <a:off x="2967228" y="3771900"/>
              <a:ext cx="4581144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Data quality, missing entries and confidence level.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95" name="Shape 42">
              <a:extLst>
                <a:ext uri="{FF2B5EF4-FFF2-40B4-BE49-F238E27FC236}">
                  <a16:creationId xmlns:a16="http://schemas.microsoft.com/office/drawing/2014/main" id="{93F9C7CB-7E0B-7B1D-68CB-8477E79DC981}"/>
                </a:ext>
              </a:extLst>
            </p:cNvPr>
            <p:cNvSpPr/>
            <p:nvPr/>
          </p:nvSpPr>
          <p:spPr>
            <a:xfrm>
              <a:off x="7589520" y="3739896"/>
              <a:ext cx="397764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7" name="Text 43">
              <a:extLst>
                <a:ext uri="{FF2B5EF4-FFF2-40B4-BE49-F238E27FC236}">
                  <a16:creationId xmlns:a16="http://schemas.microsoft.com/office/drawing/2014/main" id="{3EBA2CE1-1C28-EB13-5B85-2DF37E70FE80}"/>
                </a:ext>
              </a:extLst>
            </p:cNvPr>
            <p:cNvSpPr/>
            <p:nvPr/>
          </p:nvSpPr>
          <p:spPr>
            <a:xfrm>
              <a:off x="7630668" y="3771900"/>
              <a:ext cx="3895344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6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Shows whether the alert is strong or needs verification.</a:t>
              </a:r>
              <a:endParaRPr lang="en-US" sz="960" dirty="0">
                <a:latin typeface="Playfair Display" panose="00000500000000000000" pitchFamily="2" charset="0"/>
              </a:endParaRPr>
            </a:p>
          </p:txBody>
        </p:sp>
        <p:sp>
          <p:nvSpPr>
            <p:cNvPr id="399" name="Shape 44">
              <a:extLst>
                <a:ext uri="{FF2B5EF4-FFF2-40B4-BE49-F238E27FC236}">
                  <a16:creationId xmlns:a16="http://schemas.microsoft.com/office/drawing/2014/main" id="{59854BD0-2CF5-5568-7136-01BE3BFDA993}"/>
                </a:ext>
              </a:extLst>
            </p:cNvPr>
            <p:cNvSpPr/>
            <p:nvPr/>
          </p:nvSpPr>
          <p:spPr>
            <a:xfrm>
              <a:off x="1097280" y="4754880"/>
              <a:ext cx="10012680" cy="804672"/>
            </a:xfrm>
            <a:prstGeom prst="roundRect">
              <a:avLst>
                <a:gd name="adj" fmla="val 9091"/>
              </a:avLst>
            </a:prstGeom>
            <a:solidFill>
              <a:srgbClr val="FFF2CC"/>
            </a:solidFill>
            <a:ln w="9525">
              <a:solidFill>
                <a:srgbClr val="F2B84B"/>
              </a:solidFill>
              <a:prstDash val="solid"/>
            </a:ln>
          </p:spPr>
        </p:sp>
        <p:sp>
          <p:nvSpPr>
            <p:cNvPr id="401" name="Text 45">
              <a:extLst>
                <a:ext uri="{FF2B5EF4-FFF2-40B4-BE49-F238E27FC236}">
                  <a16:creationId xmlns:a16="http://schemas.microsoft.com/office/drawing/2014/main" id="{E69370F6-ADE3-6EC6-6101-FA66C3E7DA02}"/>
                </a:ext>
              </a:extLst>
            </p:cNvPr>
            <p:cNvSpPr/>
            <p:nvPr/>
          </p:nvSpPr>
          <p:spPr>
            <a:xfrm>
              <a:off x="1325880" y="5010912"/>
              <a:ext cx="9555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47500" lnSpcReduction="20000"/>
            </a:bodyPr>
            <a:lstStyle/>
            <a:p>
              <a:pPr marL="0" indent="0" algn="ctr">
                <a:buNone/>
              </a:pPr>
              <a:r>
                <a:rPr lang="en-US" sz="1380" b="1" dirty="0">
                  <a:solidFill>
                    <a:srgbClr val="1B2420"/>
                  </a:solidFill>
                  <a:latin typeface="Playfair Display" panose="00000500000000000000" pitchFamily="2" charset="0"/>
                </a:rPr>
                <a:t>Sample message: “Moderate risk for next month. Milk income is stable, but fodder expense is rising. Keep ₹5,000 buffer and avoid large stock purchase before 15 Oct.”</a:t>
              </a:r>
              <a:endParaRPr lang="en-US" sz="1380" dirty="0">
                <a:latin typeface="Playfair Display" panose="00000500000000000000" pitchFamily="2" charset="0"/>
              </a:endParaRPr>
            </a:p>
          </p:txBody>
        </p:sp>
        <p:sp>
          <p:nvSpPr>
            <p:cNvPr id="403" name="Shape 46">
              <a:extLst>
                <a:ext uri="{FF2B5EF4-FFF2-40B4-BE49-F238E27FC236}">
                  <a16:creationId xmlns:a16="http://schemas.microsoft.com/office/drawing/2014/main" id="{61714169-6A2C-BF04-8880-9F1F18BE242E}"/>
                </a:ext>
              </a:extLst>
            </p:cNvPr>
            <p:cNvSpPr/>
            <p:nvPr/>
          </p:nvSpPr>
          <p:spPr>
            <a:xfrm>
              <a:off x="2743200" y="5806440"/>
              <a:ext cx="6720840" cy="310896"/>
            </a:xfrm>
            <a:prstGeom prst="roundRect">
              <a:avLst>
                <a:gd name="adj" fmla="val 11765"/>
              </a:avLst>
            </a:prstGeom>
            <a:solidFill>
              <a:schemeClr val="tx1">
                <a:lumMod val="25000"/>
                <a:lumOff val="75000"/>
              </a:schemeClr>
            </a:solidFill>
            <a:ln w="12700">
              <a:solidFill>
                <a:srgbClr val="DDF6EA"/>
              </a:solidFill>
              <a:prstDash val="solid"/>
            </a:ln>
          </p:spPr>
        </p:sp>
        <p:sp>
          <p:nvSpPr>
            <p:cNvPr id="405" name="Text 47">
              <a:extLst>
                <a:ext uri="{FF2B5EF4-FFF2-40B4-BE49-F238E27FC236}">
                  <a16:creationId xmlns:a16="http://schemas.microsoft.com/office/drawing/2014/main" id="{06A3AC3A-24A4-0CC0-D238-0BD421034438}"/>
                </a:ext>
              </a:extLst>
            </p:cNvPr>
            <p:cNvSpPr/>
            <p:nvPr/>
          </p:nvSpPr>
          <p:spPr>
            <a:xfrm>
              <a:off x="2788920" y="5852160"/>
              <a:ext cx="66294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63B2E"/>
                  </a:solidFill>
                  <a:latin typeface="Playfair Display" panose="00000500000000000000" pitchFamily="2" charset="0"/>
                </a:rPr>
                <a:t>Offline entry • Voice support • Local language • Simple visual alerts</a:t>
              </a:r>
              <a:endParaRPr lang="en-US" sz="850" dirty="0">
                <a:latin typeface="Playfair Display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F7382F-4BA6-D960-4DD6-99B29C5748D2}"/>
              </a:ext>
            </a:extLst>
          </p:cNvPr>
          <p:cNvSpPr txBox="1"/>
          <p:nvPr/>
        </p:nvSpPr>
        <p:spPr>
          <a:xfrm>
            <a:off x="2667000" y="328029"/>
            <a:ext cx="4602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63B2E"/>
                </a:solidFill>
                <a:latin typeface="Playfair Display" panose="00000500000000000000" pitchFamily="2" charset="0"/>
                <a:ea typeface="Aptos Display" pitchFamily="34" charset="-122"/>
                <a:cs typeface="Aptos Display" pitchFamily="34" charset="-120"/>
              </a:rPr>
              <a:t>Field Officer Experience</a:t>
            </a:r>
            <a:endParaRPr lang="en-US" sz="2600" dirty="0">
              <a:latin typeface="Playfair Display" panose="00000500000000000000" pitchFamily="2" charset="0"/>
            </a:endParaRPr>
          </a:p>
        </p:txBody>
      </p: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345B4CC3-FDA6-8706-BA14-22156A904A42}"/>
              </a:ext>
            </a:extLst>
          </p:cNvPr>
          <p:cNvGrpSpPr/>
          <p:nvPr/>
        </p:nvGrpSpPr>
        <p:grpSpPr>
          <a:xfrm>
            <a:off x="836427" y="1057231"/>
            <a:ext cx="7207543" cy="3316295"/>
            <a:chOff x="640080" y="1234440"/>
            <a:chExt cx="10881360" cy="4846320"/>
          </a:xfrm>
        </p:grpSpPr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54A72925-C701-A511-6283-A3B42EBF0509}"/>
                </a:ext>
              </a:extLst>
            </p:cNvPr>
            <p:cNvSpPr/>
            <p:nvPr/>
          </p:nvSpPr>
          <p:spPr>
            <a:xfrm>
              <a:off x="640080" y="1234440"/>
              <a:ext cx="237744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Playfair Display" panose="00000500000000000000" pitchFamily="2" charset="0"/>
              </a:endParaRPr>
            </a:p>
          </p:txBody>
        </p:sp>
        <p:sp>
          <p:nvSpPr>
            <p:cNvPr id="9" name="Text 9">
              <a:extLst>
                <a:ext uri="{FF2B5EF4-FFF2-40B4-BE49-F238E27FC236}">
                  <a16:creationId xmlns:a16="http://schemas.microsoft.com/office/drawing/2014/main" id="{A59DB7F0-C457-1C93-E76B-DE77969F531A}"/>
                </a:ext>
              </a:extLst>
            </p:cNvPr>
            <p:cNvSpPr/>
            <p:nvPr/>
          </p:nvSpPr>
          <p:spPr>
            <a:xfrm>
              <a:off x="681228" y="1266444"/>
              <a:ext cx="22951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Field officer module</a:t>
              </a:r>
              <a:endParaRPr lang="en-US" sz="970" dirty="0">
                <a:latin typeface="Playfair Display" panose="00000500000000000000" pitchFamily="2" charset="0"/>
              </a:endParaRPr>
            </a:p>
          </p:txBody>
        </p:sp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E85D28E3-A0B7-A9CC-3439-4E0EF1C20F94}"/>
                </a:ext>
              </a:extLst>
            </p:cNvPr>
            <p:cNvSpPr/>
            <p:nvPr/>
          </p:nvSpPr>
          <p:spPr>
            <a:xfrm>
              <a:off x="3017520" y="1234440"/>
              <a:ext cx="466344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3B77DF7A-5132-642B-497D-DA610C71F635}"/>
                </a:ext>
              </a:extLst>
            </p:cNvPr>
            <p:cNvSpPr/>
            <p:nvPr/>
          </p:nvSpPr>
          <p:spPr>
            <a:xfrm>
              <a:off x="3058668" y="1266444"/>
              <a:ext cx="45811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Information shown</a:t>
              </a:r>
              <a:endParaRPr lang="en-US" sz="970" dirty="0">
                <a:latin typeface="Playfair Display" panose="00000500000000000000" pitchFamily="2" charset="0"/>
              </a:endParaRPr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595304AE-0F14-DF27-6858-80371E9EC28C}"/>
                </a:ext>
              </a:extLst>
            </p:cNvPr>
            <p:cNvSpPr/>
            <p:nvPr/>
          </p:nvSpPr>
          <p:spPr>
            <a:xfrm>
              <a:off x="7680960" y="1234440"/>
              <a:ext cx="384048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2FCE07A1-F8EA-CF6F-8650-40956F646202}"/>
                </a:ext>
              </a:extLst>
            </p:cNvPr>
            <p:cNvSpPr/>
            <p:nvPr/>
          </p:nvSpPr>
          <p:spPr>
            <a:xfrm>
              <a:off x="7722108" y="1266444"/>
              <a:ext cx="37581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Decision supported</a:t>
              </a:r>
              <a:endParaRPr lang="en-US" sz="970" dirty="0">
                <a:latin typeface="Playfair Display" panose="00000500000000000000" pitchFamily="2" charset="0"/>
              </a:endParaRPr>
            </a:p>
          </p:txBody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AA1F2C6C-66A0-7C3A-E5FA-94884BC636C7}"/>
                </a:ext>
              </a:extLst>
            </p:cNvPr>
            <p:cNvSpPr/>
            <p:nvPr/>
          </p:nvSpPr>
          <p:spPr>
            <a:xfrm>
              <a:off x="640080" y="1618488"/>
              <a:ext cx="2377440" cy="58521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C8A00A7B-7824-C6CB-DE68-1927FA998AF4}"/>
                </a:ext>
              </a:extLst>
            </p:cNvPr>
            <p:cNvSpPr/>
            <p:nvPr/>
          </p:nvSpPr>
          <p:spPr>
            <a:xfrm>
              <a:off x="681228" y="1650492"/>
              <a:ext cx="229514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Portfolio risk list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879C44C2-9835-3A92-591B-3755725AC54B}"/>
                </a:ext>
              </a:extLst>
            </p:cNvPr>
            <p:cNvSpPr/>
            <p:nvPr/>
          </p:nvSpPr>
          <p:spPr>
            <a:xfrm>
              <a:off x="3017520" y="1618488"/>
              <a:ext cx="4663440" cy="58521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23495803-FC42-8DF6-1220-FFC816C73F88}"/>
                </a:ext>
              </a:extLst>
            </p:cNvPr>
            <p:cNvSpPr/>
            <p:nvPr/>
          </p:nvSpPr>
          <p:spPr>
            <a:xfrm>
              <a:off x="3058668" y="1650492"/>
              <a:ext cx="458114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All assigned enterprises sorted by High/Moderate/Low risk.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27" name="Shape 18">
              <a:extLst>
                <a:ext uri="{FF2B5EF4-FFF2-40B4-BE49-F238E27FC236}">
                  <a16:creationId xmlns:a16="http://schemas.microsoft.com/office/drawing/2014/main" id="{FABBEB5A-8108-C38D-BCEF-A6829B5D9B25}"/>
                </a:ext>
              </a:extLst>
            </p:cNvPr>
            <p:cNvSpPr/>
            <p:nvPr/>
          </p:nvSpPr>
          <p:spPr>
            <a:xfrm>
              <a:off x="7680960" y="1618488"/>
              <a:ext cx="3840480" cy="58521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0DCF66EA-5CC0-2232-D987-FE24614EB606}"/>
                </a:ext>
              </a:extLst>
            </p:cNvPr>
            <p:cNvSpPr/>
            <p:nvPr/>
          </p:nvSpPr>
          <p:spPr>
            <a:xfrm>
              <a:off x="7722108" y="1650492"/>
              <a:ext cx="375818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Prioritize urgent cases instead of manual follow-up.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31" name="Shape 20">
              <a:extLst>
                <a:ext uri="{FF2B5EF4-FFF2-40B4-BE49-F238E27FC236}">
                  <a16:creationId xmlns:a16="http://schemas.microsoft.com/office/drawing/2014/main" id="{F880C10A-01DA-AF09-008B-4805F3981248}"/>
                </a:ext>
              </a:extLst>
            </p:cNvPr>
            <p:cNvSpPr/>
            <p:nvPr/>
          </p:nvSpPr>
          <p:spPr>
            <a:xfrm>
              <a:off x="640080" y="2203704"/>
              <a:ext cx="2377440" cy="585216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3" name="Text 21">
              <a:extLst>
                <a:ext uri="{FF2B5EF4-FFF2-40B4-BE49-F238E27FC236}">
                  <a16:creationId xmlns:a16="http://schemas.microsoft.com/office/drawing/2014/main" id="{BEB8B849-4BE0-1B6E-3FE7-6090A23BB483}"/>
                </a:ext>
              </a:extLst>
            </p:cNvPr>
            <p:cNvSpPr/>
            <p:nvPr/>
          </p:nvSpPr>
          <p:spPr>
            <a:xfrm>
              <a:off x="681228" y="2235708"/>
              <a:ext cx="229514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Enterprise profile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35" name="Shape 22">
              <a:extLst>
                <a:ext uri="{FF2B5EF4-FFF2-40B4-BE49-F238E27FC236}">
                  <a16:creationId xmlns:a16="http://schemas.microsoft.com/office/drawing/2014/main" id="{726C0761-7B82-28A7-A88A-B3F72DAE18AF}"/>
                </a:ext>
              </a:extLst>
            </p:cNvPr>
            <p:cNvSpPr/>
            <p:nvPr/>
          </p:nvSpPr>
          <p:spPr>
            <a:xfrm>
              <a:off x="3017520" y="2203704"/>
              <a:ext cx="4663440" cy="585216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7" name="Text 23">
              <a:extLst>
                <a:ext uri="{FF2B5EF4-FFF2-40B4-BE49-F238E27FC236}">
                  <a16:creationId xmlns:a16="http://schemas.microsoft.com/office/drawing/2014/main" id="{95838BFE-90D6-C86D-6773-CE141EC76A4B}"/>
                </a:ext>
              </a:extLst>
            </p:cNvPr>
            <p:cNvSpPr/>
            <p:nvPr/>
          </p:nvSpPr>
          <p:spPr>
            <a:xfrm>
              <a:off x="3058668" y="2235708"/>
              <a:ext cx="458114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Business sector, loan/savings status, recent cash-flow trend, data quality.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39" name="Shape 24">
              <a:extLst>
                <a:ext uri="{FF2B5EF4-FFF2-40B4-BE49-F238E27FC236}">
                  <a16:creationId xmlns:a16="http://schemas.microsoft.com/office/drawing/2014/main" id="{5E4D45C9-F8DC-4766-7803-696BBD76363F}"/>
                </a:ext>
              </a:extLst>
            </p:cNvPr>
            <p:cNvSpPr/>
            <p:nvPr/>
          </p:nvSpPr>
          <p:spPr>
            <a:xfrm>
              <a:off x="7680960" y="2203704"/>
              <a:ext cx="3840480" cy="585216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" name="Text 25">
              <a:extLst>
                <a:ext uri="{FF2B5EF4-FFF2-40B4-BE49-F238E27FC236}">
                  <a16:creationId xmlns:a16="http://schemas.microsoft.com/office/drawing/2014/main" id="{40CAB395-747C-A253-A220-6A472C4EB6B2}"/>
                </a:ext>
              </a:extLst>
            </p:cNvPr>
            <p:cNvSpPr/>
            <p:nvPr/>
          </p:nvSpPr>
          <p:spPr>
            <a:xfrm>
              <a:off x="7722108" y="2235708"/>
              <a:ext cx="375818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Understand context before intervention.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43" name="Shape 26">
              <a:extLst>
                <a:ext uri="{FF2B5EF4-FFF2-40B4-BE49-F238E27FC236}">
                  <a16:creationId xmlns:a16="http://schemas.microsoft.com/office/drawing/2014/main" id="{ED945EDB-8EBF-039F-1B76-3FE7414B450E}"/>
                </a:ext>
              </a:extLst>
            </p:cNvPr>
            <p:cNvSpPr/>
            <p:nvPr/>
          </p:nvSpPr>
          <p:spPr>
            <a:xfrm>
              <a:off x="640080" y="2788920"/>
              <a:ext cx="2377440" cy="58521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5" name="Text 27">
              <a:extLst>
                <a:ext uri="{FF2B5EF4-FFF2-40B4-BE49-F238E27FC236}">
                  <a16:creationId xmlns:a16="http://schemas.microsoft.com/office/drawing/2014/main" id="{A950DD55-8A47-3C1F-9324-98F2CFED9FA7}"/>
                </a:ext>
              </a:extLst>
            </p:cNvPr>
            <p:cNvSpPr/>
            <p:nvPr/>
          </p:nvSpPr>
          <p:spPr>
            <a:xfrm>
              <a:off x="681228" y="2820924"/>
              <a:ext cx="229514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Risk explanation panel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47" name="Shape 28">
              <a:extLst>
                <a:ext uri="{FF2B5EF4-FFF2-40B4-BE49-F238E27FC236}">
                  <a16:creationId xmlns:a16="http://schemas.microsoft.com/office/drawing/2014/main" id="{3B365A46-DB47-511B-30DB-7491291FE55A}"/>
                </a:ext>
              </a:extLst>
            </p:cNvPr>
            <p:cNvSpPr/>
            <p:nvPr/>
          </p:nvSpPr>
          <p:spPr>
            <a:xfrm>
              <a:off x="3017520" y="2788920"/>
              <a:ext cx="4663440" cy="58521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9" name="Text 29">
              <a:extLst>
                <a:ext uri="{FF2B5EF4-FFF2-40B4-BE49-F238E27FC236}">
                  <a16:creationId xmlns:a16="http://schemas.microsoft.com/office/drawing/2014/main" id="{FED40792-76F6-8C1E-0946-7CCA44A998CA}"/>
                </a:ext>
              </a:extLst>
            </p:cNvPr>
            <p:cNvSpPr/>
            <p:nvPr/>
          </p:nvSpPr>
          <p:spPr>
            <a:xfrm>
              <a:off x="3058668" y="2820924"/>
              <a:ext cx="458114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Top three drivers such as input cost, repayment pressure, low inflow.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51" name="Shape 30">
              <a:extLst>
                <a:ext uri="{FF2B5EF4-FFF2-40B4-BE49-F238E27FC236}">
                  <a16:creationId xmlns:a16="http://schemas.microsoft.com/office/drawing/2014/main" id="{B573B03B-F138-5E1F-4A93-8FF1A76D7C9C}"/>
                </a:ext>
              </a:extLst>
            </p:cNvPr>
            <p:cNvSpPr/>
            <p:nvPr/>
          </p:nvSpPr>
          <p:spPr>
            <a:xfrm>
              <a:off x="7680960" y="2788920"/>
              <a:ext cx="3840480" cy="58521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3" name="Text 31">
              <a:extLst>
                <a:ext uri="{FF2B5EF4-FFF2-40B4-BE49-F238E27FC236}">
                  <a16:creationId xmlns:a16="http://schemas.microsoft.com/office/drawing/2014/main" id="{94B3D752-192B-3E30-1D60-7657479F9525}"/>
                </a:ext>
              </a:extLst>
            </p:cNvPr>
            <p:cNvSpPr/>
            <p:nvPr/>
          </p:nvSpPr>
          <p:spPr>
            <a:xfrm>
              <a:off x="7722108" y="2820924"/>
              <a:ext cx="375818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Avoid blind dependence on AI score.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55" name="Shape 32">
              <a:extLst>
                <a:ext uri="{FF2B5EF4-FFF2-40B4-BE49-F238E27FC236}">
                  <a16:creationId xmlns:a16="http://schemas.microsoft.com/office/drawing/2014/main" id="{177A295A-AF29-56FE-5055-76AC5D3567D8}"/>
                </a:ext>
              </a:extLst>
            </p:cNvPr>
            <p:cNvSpPr/>
            <p:nvPr/>
          </p:nvSpPr>
          <p:spPr>
            <a:xfrm>
              <a:off x="640080" y="3374136"/>
              <a:ext cx="2377440" cy="585216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7" name="Text 33">
              <a:extLst>
                <a:ext uri="{FF2B5EF4-FFF2-40B4-BE49-F238E27FC236}">
                  <a16:creationId xmlns:a16="http://schemas.microsoft.com/office/drawing/2014/main" id="{7AD12D77-EF73-B101-2EDE-F22C39A8BEC6}"/>
                </a:ext>
              </a:extLst>
            </p:cNvPr>
            <p:cNvSpPr/>
            <p:nvPr/>
          </p:nvSpPr>
          <p:spPr>
            <a:xfrm>
              <a:off x="681228" y="3406140"/>
              <a:ext cx="229514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Rescue recommendation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59" name="Shape 34">
              <a:extLst>
                <a:ext uri="{FF2B5EF4-FFF2-40B4-BE49-F238E27FC236}">
                  <a16:creationId xmlns:a16="http://schemas.microsoft.com/office/drawing/2014/main" id="{E2FD2CE3-C089-28F2-EB87-334210DA31E1}"/>
                </a:ext>
              </a:extLst>
            </p:cNvPr>
            <p:cNvSpPr/>
            <p:nvPr/>
          </p:nvSpPr>
          <p:spPr>
            <a:xfrm>
              <a:off x="3017520" y="3374136"/>
              <a:ext cx="4663440" cy="585216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61" name="Text 35">
              <a:extLst>
                <a:ext uri="{FF2B5EF4-FFF2-40B4-BE49-F238E27FC236}">
                  <a16:creationId xmlns:a16="http://schemas.microsoft.com/office/drawing/2014/main" id="{700D7FB8-FF6F-3B8D-E026-A5E42768930B}"/>
                </a:ext>
              </a:extLst>
            </p:cNvPr>
            <p:cNvSpPr/>
            <p:nvPr/>
          </p:nvSpPr>
          <p:spPr>
            <a:xfrm>
              <a:off x="3058668" y="3406140"/>
              <a:ext cx="458114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Bridge support, EMI shift, advisory, group procurement or verification visit.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63" name="Shape 36">
              <a:extLst>
                <a:ext uri="{FF2B5EF4-FFF2-40B4-BE49-F238E27FC236}">
                  <a16:creationId xmlns:a16="http://schemas.microsoft.com/office/drawing/2014/main" id="{35BD6507-226F-200D-50D7-97114E07F434}"/>
                </a:ext>
              </a:extLst>
            </p:cNvPr>
            <p:cNvSpPr/>
            <p:nvPr/>
          </p:nvSpPr>
          <p:spPr>
            <a:xfrm>
              <a:off x="7680960" y="3374136"/>
              <a:ext cx="3840480" cy="585216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85" name="Text 37">
              <a:extLst>
                <a:ext uri="{FF2B5EF4-FFF2-40B4-BE49-F238E27FC236}">
                  <a16:creationId xmlns:a16="http://schemas.microsoft.com/office/drawing/2014/main" id="{BF97A636-08B0-401F-33D0-E186DB85E537}"/>
                </a:ext>
              </a:extLst>
            </p:cNvPr>
            <p:cNvSpPr/>
            <p:nvPr/>
          </p:nvSpPr>
          <p:spPr>
            <a:xfrm>
              <a:off x="7722108" y="3406140"/>
              <a:ext cx="375818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Take practical corrective action.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387" name="Shape 38">
              <a:extLst>
                <a:ext uri="{FF2B5EF4-FFF2-40B4-BE49-F238E27FC236}">
                  <a16:creationId xmlns:a16="http://schemas.microsoft.com/office/drawing/2014/main" id="{E0C8BD55-23D2-E29D-6E5C-EC7602FC3102}"/>
                </a:ext>
              </a:extLst>
            </p:cNvPr>
            <p:cNvSpPr/>
            <p:nvPr/>
          </p:nvSpPr>
          <p:spPr>
            <a:xfrm>
              <a:off x="640080" y="3959352"/>
              <a:ext cx="2377440" cy="58521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89" name="Text 39">
              <a:extLst>
                <a:ext uri="{FF2B5EF4-FFF2-40B4-BE49-F238E27FC236}">
                  <a16:creationId xmlns:a16="http://schemas.microsoft.com/office/drawing/2014/main" id="{99BCA0AA-F2AC-7DDC-571F-3A0C78B6FC74}"/>
                </a:ext>
              </a:extLst>
            </p:cNvPr>
            <p:cNvSpPr/>
            <p:nvPr/>
          </p:nvSpPr>
          <p:spPr>
            <a:xfrm>
              <a:off x="681228" y="3991356"/>
              <a:ext cx="229514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Outcome tracker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391" name="Shape 40">
              <a:extLst>
                <a:ext uri="{FF2B5EF4-FFF2-40B4-BE49-F238E27FC236}">
                  <a16:creationId xmlns:a16="http://schemas.microsoft.com/office/drawing/2014/main" id="{A3443417-00C6-E529-E630-BF42D1B3575E}"/>
                </a:ext>
              </a:extLst>
            </p:cNvPr>
            <p:cNvSpPr/>
            <p:nvPr/>
          </p:nvSpPr>
          <p:spPr>
            <a:xfrm>
              <a:off x="3017520" y="3959352"/>
              <a:ext cx="4663440" cy="58521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3" name="Text 41">
              <a:extLst>
                <a:ext uri="{FF2B5EF4-FFF2-40B4-BE49-F238E27FC236}">
                  <a16:creationId xmlns:a16="http://schemas.microsoft.com/office/drawing/2014/main" id="{207601D5-A442-3238-688D-65DE56D6C06E}"/>
                </a:ext>
              </a:extLst>
            </p:cNvPr>
            <p:cNvSpPr/>
            <p:nvPr/>
          </p:nvSpPr>
          <p:spPr>
            <a:xfrm>
              <a:off x="3058668" y="3991356"/>
              <a:ext cx="458114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Action taken, current status, repayment improvement, confidence update.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395" name="Shape 42">
              <a:extLst>
                <a:ext uri="{FF2B5EF4-FFF2-40B4-BE49-F238E27FC236}">
                  <a16:creationId xmlns:a16="http://schemas.microsoft.com/office/drawing/2014/main" id="{2885C0C3-5032-71BA-1449-338E2B27F50D}"/>
                </a:ext>
              </a:extLst>
            </p:cNvPr>
            <p:cNvSpPr/>
            <p:nvPr/>
          </p:nvSpPr>
          <p:spPr>
            <a:xfrm>
              <a:off x="7680960" y="3959352"/>
              <a:ext cx="3840480" cy="58521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97" name="Text 43">
              <a:extLst>
                <a:ext uri="{FF2B5EF4-FFF2-40B4-BE49-F238E27FC236}">
                  <a16:creationId xmlns:a16="http://schemas.microsoft.com/office/drawing/2014/main" id="{7A481E7C-402B-2090-35F5-BE21940B1C46}"/>
                </a:ext>
              </a:extLst>
            </p:cNvPr>
            <p:cNvSpPr/>
            <p:nvPr/>
          </p:nvSpPr>
          <p:spPr>
            <a:xfrm>
              <a:off x="7722108" y="3991356"/>
              <a:ext cx="3758184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Measure whether intervention worked.</a:t>
              </a:r>
              <a:endParaRPr lang="en-US" sz="950" dirty="0">
                <a:latin typeface="Playfair Display" panose="00000500000000000000" pitchFamily="2" charset="0"/>
              </a:endParaRPr>
            </a:p>
          </p:txBody>
        </p:sp>
        <p:sp>
          <p:nvSpPr>
            <p:cNvPr id="399" name="Shape 44">
              <a:extLst>
                <a:ext uri="{FF2B5EF4-FFF2-40B4-BE49-F238E27FC236}">
                  <a16:creationId xmlns:a16="http://schemas.microsoft.com/office/drawing/2014/main" id="{BEACEEC3-2F94-73EA-7CD5-C66B9AE5BE03}"/>
                </a:ext>
              </a:extLst>
            </p:cNvPr>
            <p:cNvSpPr/>
            <p:nvPr/>
          </p:nvSpPr>
          <p:spPr>
            <a:xfrm>
              <a:off x="1005840" y="5074920"/>
              <a:ext cx="731520" cy="2011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01" name="Text 45">
              <a:extLst>
                <a:ext uri="{FF2B5EF4-FFF2-40B4-BE49-F238E27FC236}">
                  <a16:creationId xmlns:a16="http://schemas.microsoft.com/office/drawing/2014/main" id="{90370145-264A-D7BD-3D11-D5B236D8E998}"/>
                </a:ext>
              </a:extLst>
            </p:cNvPr>
            <p:cNvSpPr/>
            <p:nvPr/>
          </p:nvSpPr>
          <p:spPr>
            <a:xfrm>
              <a:off x="1046988" y="5106924"/>
              <a:ext cx="64922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4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Priority</a:t>
              </a:r>
              <a:endParaRPr lang="en-US" sz="840" dirty="0">
                <a:latin typeface="Playfair Display" panose="00000500000000000000" pitchFamily="2" charset="0"/>
              </a:endParaRPr>
            </a:p>
          </p:txBody>
        </p:sp>
        <p:sp>
          <p:nvSpPr>
            <p:cNvPr id="403" name="Shape 46">
              <a:extLst>
                <a:ext uri="{FF2B5EF4-FFF2-40B4-BE49-F238E27FC236}">
                  <a16:creationId xmlns:a16="http://schemas.microsoft.com/office/drawing/2014/main" id="{ACC26898-E124-D6E1-8227-C3C4B1ACEB42}"/>
                </a:ext>
              </a:extLst>
            </p:cNvPr>
            <p:cNvSpPr/>
            <p:nvPr/>
          </p:nvSpPr>
          <p:spPr>
            <a:xfrm>
              <a:off x="1737360" y="5074920"/>
              <a:ext cx="2011680" cy="2011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05" name="Text 47">
              <a:extLst>
                <a:ext uri="{FF2B5EF4-FFF2-40B4-BE49-F238E27FC236}">
                  <a16:creationId xmlns:a16="http://schemas.microsoft.com/office/drawing/2014/main" id="{398B3F3D-D8A3-3600-5C99-30191BD16C62}"/>
                </a:ext>
              </a:extLst>
            </p:cNvPr>
            <p:cNvSpPr/>
            <p:nvPr/>
          </p:nvSpPr>
          <p:spPr>
            <a:xfrm>
              <a:off x="1778508" y="5106924"/>
              <a:ext cx="192938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4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Enterprise</a:t>
              </a:r>
              <a:endParaRPr lang="en-US" sz="840" dirty="0">
                <a:latin typeface="Playfair Display" panose="00000500000000000000" pitchFamily="2" charset="0"/>
              </a:endParaRPr>
            </a:p>
          </p:txBody>
        </p:sp>
        <p:sp>
          <p:nvSpPr>
            <p:cNvPr id="407" name="Shape 48">
              <a:extLst>
                <a:ext uri="{FF2B5EF4-FFF2-40B4-BE49-F238E27FC236}">
                  <a16:creationId xmlns:a16="http://schemas.microsoft.com/office/drawing/2014/main" id="{FF083692-F1F1-D2A8-28E3-76959AD11B7D}"/>
                </a:ext>
              </a:extLst>
            </p:cNvPr>
            <p:cNvSpPr/>
            <p:nvPr/>
          </p:nvSpPr>
          <p:spPr>
            <a:xfrm>
              <a:off x="3749040" y="5074920"/>
              <a:ext cx="1097280" cy="2011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09" name="Text 49">
              <a:extLst>
                <a:ext uri="{FF2B5EF4-FFF2-40B4-BE49-F238E27FC236}">
                  <a16:creationId xmlns:a16="http://schemas.microsoft.com/office/drawing/2014/main" id="{F50C4F44-60F3-6302-F2AE-AF29286B3A7F}"/>
                </a:ext>
              </a:extLst>
            </p:cNvPr>
            <p:cNvSpPr/>
            <p:nvPr/>
          </p:nvSpPr>
          <p:spPr>
            <a:xfrm>
              <a:off x="3790188" y="5106924"/>
              <a:ext cx="101498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4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Risk</a:t>
              </a:r>
              <a:endParaRPr lang="en-US" sz="840" dirty="0">
                <a:latin typeface="Playfair Display" panose="00000500000000000000" pitchFamily="2" charset="0"/>
              </a:endParaRPr>
            </a:p>
          </p:txBody>
        </p:sp>
        <p:sp>
          <p:nvSpPr>
            <p:cNvPr id="411" name="Shape 50">
              <a:extLst>
                <a:ext uri="{FF2B5EF4-FFF2-40B4-BE49-F238E27FC236}">
                  <a16:creationId xmlns:a16="http://schemas.microsoft.com/office/drawing/2014/main" id="{B5826847-52CF-4EAA-0519-0A78A6394174}"/>
                </a:ext>
              </a:extLst>
            </p:cNvPr>
            <p:cNvSpPr/>
            <p:nvPr/>
          </p:nvSpPr>
          <p:spPr>
            <a:xfrm>
              <a:off x="4846320" y="5074920"/>
              <a:ext cx="3200400" cy="2011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3" name="Text 51">
              <a:extLst>
                <a:ext uri="{FF2B5EF4-FFF2-40B4-BE49-F238E27FC236}">
                  <a16:creationId xmlns:a16="http://schemas.microsoft.com/office/drawing/2014/main" id="{FA56A8C2-5B3D-CFA1-C53E-16D054E24D63}"/>
                </a:ext>
              </a:extLst>
            </p:cNvPr>
            <p:cNvSpPr/>
            <p:nvPr/>
          </p:nvSpPr>
          <p:spPr>
            <a:xfrm>
              <a:off x="4887468" y="5106924"/>
              <a:ext cx="311810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4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Reason</a:t>
              </a:r>
              <a:endParaRPr lang="en-US" sz="840" dirty="0">
                <a:latin typeface="Playfair Display" panose="00000500000000000000" pitchFamily="2" charset="0"/>
              </a:endParaRPr>
            </a:p>
          </p:txBody>
        </p:sp>
        <p:sp>
          <p:nvSpPr>
            <p:cNvPr id="415" name="Shape 52">
              <a:extLst>
                <a:ext uri="{FF2B5EF4-FFF2-40B4-BE49-F238E27FC236}">
                  <a16:creationId xmlns:a16="http://schemas.microsoft.com/office/drawing/2014/main" id="{791A257B-92FA-AFE8-F75C-E08478572E85}"/>
                </a:ext>
              </a:extLst>
            </p:cNvPr>
            <p:cNvSpPr/>
            <p:nvPr/>
          </p:nvSpPr>
          <p:spPr>
            <a:xfrm>
              <a:off x="8046720" y="5074920"/>
              <a:ext cx="3108960" cy="2011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7" name="Text 53">
              <a:extLst>
                <a:ext uri="{FF2B5EF4-FFF2-40B4-BE49-F238E27FC236}">
                  <a16:creationId xmlns:a16="http://schemas.microsoft.com/office/drawing/2014/main" id="{10202325-E231-396A-F89E-AC0A9EB7130B}"/>
                </a:ext>
              </a:extLst>
            </p:cNvPr>
            <p:cNvSpPr/>
            <p:nvPr/>
          </p:nvSpPr>
          <p:spPr>
            <a:xfrm>
              <a:off x="8087868" y="5106924"/>
              <a:ext cx="302666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4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Next action</a:t>
              </a:r>
              <a:endParaRPr lang="en-US" sz="840" dirty="0">
                <a:latin typeface="Playfair Display" panose="00000500000000000000" pitchFamily="2" charset="0"/>
              </a:endParaRPr>
            </a:p>
          </p:txBody>
        </p:sp>
        <p:sp>
          <p:nvSpPr>
            <p:cNvPr id="419" name="Shape 54">
              <a:extLst>
                <a:ext uri="{FF2B5EF4-FFF2-40B4-BE49-F238E27FC236}">
                  <a16:creationId xmlns:a16="http://schemas.microsoft.com/office/drawing/2014/main" id="{FDD069A4-628B-D2FA-A1E0-40D2B53763C6}"/>
                </a:ext>
              </a:extLst>
            </p:cNvPr>
            <p:cNvSpPr/>
            <p:nvPr/>
          </p:nvSpPr>
          <p:spPr>
            <a:xfrm>
              <a:off x="1005840" y="5276088"/>
              <a:ext cx="731520" cy="2011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21" name="Text 55">
              <a:extLst>
                <a:ext uri="{FF2B5EF4-FFF2-40B4-BE49-F238E27FC236}">
                  <a16:creationId xmlns:a16="http://schemas.microsoft.com/office/drawing/2014/main" id="{C5C51095-4D1C-D48E-7AC1-871AB97334EC}"/>
                </a:ext>
              </a:extLst>
            </p:cNvPr>
            <p:cNvSpPr/>
            <p:nvPr/>
          </p:nvSpPr>
          <p:spPr>
            <a:xfrm>
              <a:off x="1046988" y="5308092"/>
              <a:ext cx="64922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1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23" name="Shape 56">
              <a:extLst>
                <a:ext uri="{FF2B5EF4-FFF2-40B4-BE49-F238E27FC236}">
                  <a16:creationId xmlns:a16="http://schemas.microsoft.com/office/drawing/2014/main" id="{B2FDCEA0-2A81-DA00-1AF7-DFDDE3FD0A64}"/>
                </a:ext>
              </a:extLst>
            </p:cNvPr>
            <p:cNvSpPr/>
            <p:nvPr/>
          </p:nvSpPr>
          <p:spPr>
            <a:xfrm>
              <a:off x="1737360" y="5276088"/>
              <a:ext cx="2011680" cy="2011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25" name="Text 57">
              <a:extLst>
                <a:ext uri="{FF2B5EF4-FFF2-40B4-BE49-F238E27FC236}">
                  <a16:creationId xmlns:a16="http://schemas.microsoft.com/office/drawing/2014/main" id="{1107ABBD-94A5-E246-4267-F2894C36D324}"/>
                </a:ext>
              </a:extLst>
            </p:cNvPr>
            <p:cNvSpPr/>
            <p:nvPr/>
          </p:nvSpPr>
          <p:spPr>
            <a:xfrm>
              <a:off x="1778508" y="5308092"/>
              <a:ext cx="192938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Lakshmi Dairy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27" name="Shape 58">
              <a:extLst>
                <a:ext uri="{FF2B5EF4-FFF2-40B4-BE49-F238E27FC236}">
                  <a16:creationId xmlns:a16="http://schemas.microsoft.com/office/drawing/2014/main" id="{BD84E8BF-1FE8-BE0E-2D22-9547D77AE791}"/>
                </a:ext>
              </a:extLst>
            </p:cNvPr>
            <p:cNvSpPr/>
            <p:nvPr/>
          </p:nvSpPr>
          <p:spPr>
            <a:xfrm>
              <a:off x="3749040" y="5276088"/>
              <a:ext cx="1097280" cy="2011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29" name="Text 59">
              <a:extLst>
                <a:ext uri="{FF2B5EF4-FFF2-40B4-BE49-F238E27FC236}">
                  <a16:creationId xmlns:a16="http://schemas.microsoft.com/office/drawing/2014/main" id="{6980B009-2DDC-7D5D-E723-FDF852D54DEC}"/>
                </a:ext>
              </a:extLst>
            </p:cNvPr>
            <p:cNvSpPr/>
            <p:nvPr/>
          </p:nvSpPr>
          <p:spPr>
            <a:xfrm>
              <a:off x="3790188" y="5308092"/>
              <a:ext cx="101498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HIGH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31" name="Shape 60">
              <a:extLst>
                <a:ext uri="{FF2B5EF4-FFF2-40B4-BE49-F238E27FC236}">
                  <a16:creationId xmlns:a16="http://schemas.microsoft.com/office/drawing/2014/main" id="{25EB2CA4-307A-94F4-45D0-4029A71083E9}"/>
                </a:ext>
              </a:extLst>
            </p:cNvPr>
            <p:cNvSpPr/>
            <p:nvPr/>
          </p:nvSpPr>
          <p:spPr>
            <a:xfrm>
              <a:off x="4846320" y="5276088"/>
              <a:ext cx="3200400" cy="2011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33" name="Text 61">
              <a:extLst>
                <a:ext uri="{FF2B5EF4-FFF2-40B4-BE49-F238E27FC236}">
                  <a16:creationId xmlns:a16="http://schemas.microsoft.com/office/drawing/2014/main" id="{56D7DC14-809D-7FBF-16A7-B5A6892364DD}"/>
                </a:ext>
              </a:extLst>
            </p:cNvPr>
            <p:cNvSpPr/>
            <p:nvPr/>
          </p:nvSpPr>
          <p:spPr>
            <a:xfrm>
              <a:off x="4887468" y="5308092"/>
              <a:ext cx="311810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Fodder cost + EMI overlap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35" name="Shape 62">
              <a:extLst>
                <a:ext uri="{FF2B5EF4-FFF2-40B4-BE49-F238E27FC236}">
                  <a16:creationId xmlns:a16="http://schemas.microsoft.com/office/drawing/2014/main" id="{51498FBD-0DFA-7E4F-47C6-AE965BBE277D}"/>
                </a:ext>
              </a:extLst>
            </p:cNvPr>
            <p:cNvSpPr/>
            <p:nvPr/>
          </p:nvSpPr>
          <p:spPr>
            <a:xfrm>
              <a:off x="8046720" y="5276088"/>
              <a:ext cx="3108960" cy="2011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37" name="Text 63">
              <a:extLst>
                <a:ext uri="{FF2B5EF4-FFF2-40B4-BE49-F238E27FC236}">
                  <a16:creationId xmlns:a16="http://schemas.microsoft.com/office/drawing/2014/main" id="{3B9C6478-0691-9163-7553-3E3307742BDF}"/>
                </a:ext>
              </a:extLst>
            </p:cNvPr>
            <p:cNvSpPr/>
            <p:nvPr/>
          </p:nvSpPr>
          <p:spPr>
            <a:xfrm>
              <a:off x="8087868" y="5308092"/>
              <a:ext cx="302666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Bridge support / EMI discussion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41" name="Shape 64">
              <a:extLst>
                <a:ext uri="{FF2B5EF4-FFF2-40B4-BE49-F238E27FC236}">
                  <a16:creationId xmlns:a16="http://schemas.microsoft.com/office/drawing/2014/main" id="{4D05C87C-EC71-0D40-2DBD-94E65114B905}"/>
                </a:ext>
              </a:extLst>
            </p:cNvPr>
            <p:cNvSpPr/>
            <p:nvPr/>
          </p:nvSpPr>
          <p:spPr>
            <a:xfrm>
              <a:off x="1005840" y="5477256"/>
              <a:ext cx="731520" cy="201168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43" name="Text 65">
              <a:extLst>
                <a:ext uri="{FF2B5EF4-FFF2-40B4-BE49-F238E27FC236}">
                  <a16:creationId xmlns:a16="http://schemas.microsoft.com/office/drawing/2014/main" id="{AFC5692F-0D40-5E42-4B28-FAB360F6DBB2}"/>
                </a:ext>
              </a:extLst>
            </p:cNvPr>
            <p:cNvSpPr/>
            <p:nvPr/>
          </p:nvSpPr>
          <p:spPr>
            <a:xfrm>
              <a:off x="1046988" y="5509260"/>
              <a:ext cx="64922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2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45" name="Shape 66">
              <a:extLst>
                <a:ext uri="{FF2B5EF4-FFF2-40B4-BE49-F238E27FC236}">
                  <a16:creationId xmlns:a16="http://schemas.microsoft.com/office/drawing/2014/main" id="{4DFB5B18-8CC1-79C7-6FBB-D53634884D3D}"/>
                </a:ext>
              </a:extLst>
            </p:cNvPr>
            <p:cNvSpPr/>
            <p:nvPr/>
          </p:nvSpPr>
          <p:spPr>
            <a:xfrm>
              <a:off x="1737360" y="5477256"/>
              <a:ext cx="2011680" cy="201168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47" name="Text 67">
              <a:extLst>
                <a:ext uri="{FF2B5EF4-FFF2-40B4-BE49-F238E27FC236}">
                  <a16:creationId xmlns:a16="http://schemas.microsoft.com/office/drawing/2014/main" id="{85246052-32F9-9853-CC6F-F0F364DF25DD}"/>
                </a:ext>
              </a:extLst>
            </p:cNvPr>
            <p:cNvSpPr/>
            <p:nvPr/>
          </p:nvSpPr>
          <p:spPr>
            <a:xfrm>
              <a:off x="1778508" y="5509260"/>
              <a:ext cx="192938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Ravi Poultry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49" name="Shape 68">
              <a:extLst>
                <a:ext uri="{FF2B5EF4-FFF2-40B4-BE49-F238E27FC236}">
                  <a16:creationId xmlns:a16="http://schemas.microsoft.com/office/drawing/2014/main" id="{CF690761-C473-47B8-7256-0BC2174AB9CC}"/>
                </a:ext>
              </a:extLst>
            </p:cNvPr>
            <p:cNvSpPr/>
            <p:nvPr/>
          </p:nvSpPr>
          <p:spPr>
            <a:xfrm>
              <a:off x="3749040" y="5477256"/>
              <a:ext cx="1097280" cy="201168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51" name="Text 69">
              <a:extLst>
                <a:ext uri="{FF2B5EF4-FFF2-40B4-BE49-F238E27FC236}">
                  <a16:creationId xmlns:a16="http://schemas.microsoft.com/office/drawing/2014/main" id="{95DAC028-CB72-1F9E-476B-537D1537E304}"/>
                </a:ext>
              </a:extLst>
            </p:cNvPr>
            <p:cNvSpPr/>
            <p:nvPr/>
          </p:nvSpPr>
          <p:spPr>
            <a:xfrm>
              <a:off x="3790188" y="5509260"/>
              <a:ext cx="101498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HIGH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53" name="Shape 70">
              <a:extLst>
                <a:ext uri="{FF2B5EF4-FFF2-40B4-BE49-F238E27FC236}">
                  <a16:creationId xmlns:a16="http://schemas.microsoft.com/office/drawing/2014/main" id="{1A25D632-C3B7-2C32-CF5F-7527F413B92B}"/>
                </a:ext>
              </a:extLst>
            </p:cNvPr>
            <p:cNvSpPr/>
            <p:nvPr/>
          </p:nvSpPr>
          <p:spPr>
            <a:xfrm>
              <a:off x="4846320" y="5477256"/>
              <a:ext cx="3200400" cy="201168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55" name="Text 71">
              <a:extLst>
                <a:ext uri="{FF2B5EF4-FFF2-40B4-BE49-F238E27FC236}">
                  <a16:creationId xmlns:a16="http://schemas.microsoft.com/office/drawing/2014/main" id="{66B69612-04E7-41D4-8E75-AE557BD7B421}"/>
                </a:ext>
              </a:extLst>
            </p:cNvPr>
            <p:cNvSpPr/>
            <p:nvPr/>
          </p:nvSpPr>
          <p:spPr>
            <a:xfrm>
              <a:off x="4887468" y="5509260"/>
              <a:ext cx="311810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Feed price shock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57" name="Shape 72">
              <a:extLst>
                <a:ext uri="{FF2B5EF4-FFF2-40B4-BE49-F238E27FC236}">
                  <a16:creationId xmlns:a16="http://schemas.microsoft.com/office/drawing/2014/main" id="{F85A802F-A2BB-5E51-B977-A76C0064A129}"/>
                </a:ext>
              </a:extLst>
            </p:cNvPr>
            <p:cNvSpPr/>
            <p:nvPr/>
          </p:nvSpPr>
          <p:spPr>
            <a:xfrm>
              <a:off x="8046720" y="5477256"/>
              <a:ext cx="3108960" cy="201168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59" name="Text 73">
              <a:extLst>
                <a:ext uri="{FF2B5EF4-FFF2-40B4-BE49-F238E27FC236}">
                  <a16:creationId xmlns:a16="http://schemas.microsoft.com/office/drawing/2014/main" id="{9F693E75-9924-4F88-A3B0-64E71D2D7C32}"/>
                </a:ext>
              </a:extLst>
            </p:cNvPr>
            <p:cNvSpPr/>
            <p:nvPr/>
          </p:nvSpPr>
          <p:spPr>
            <a:xfrm>
              <a:off x="8087868" y="5509260"/>
              <a:ext cx="302666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Cluster advisory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61" name="Shape 74">
              <a:extLst>
                <a:ext uri="{FF2B5EF4-FFF2-40B4-BE49-F238E27FC236}">
                  <a16:creationId xmlns:a16="http://schemas.microsoft.com/office/drawing/2014/main" id="{D8DF12DD-C08B-B1C1-F6C3-A1B6814ED04C}"/>
                </a:ext>
              </a:extLst>
            </p:cNvPr>
            <p:cNvSpPr/>
            <p:nvPr/>
          </p:nvSpPr>
          <p:spPr>
            <a:xfrm>
              <a:off x="1005840" y="5678424"/>
              <a:ext cx="731520" cy="2011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63" name="Text 75">
              <a:extLst>
                <a:ext uri="{FF2B5EF4-FFF2-40B4-BE49-F238E27FC236}">
                  <a16:creationId xmlns:a16="http://schemas.microsoft.com/office/drawing/2014/main" id="{852969F0-638B-EB50-BC17-2B119B2E5078}"/>
                </a:ext>
              </a:extLst>
            </p:cNvPr>
            <p:cNvSpPr/>
            <p:nvPr/>
          </p:nvSpPr>
          <p:spPr>
            <a:xfrm>
              <a:off x="1046988" y="5710428"/>
              <a:ext cx="64922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3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65" name="Shape 76">
              <a:extLst>
                <a:ext uri="{FF2B5EF4-FFF2-40B4-BE49-F238E27FC236}">
                  <a16:creationId xmlns:a16="http://schemas.microsoft.com/office/drawing/2014/main" id="{4443CB61-896F-FB1E-BE21-619D19F5EEEA}"/>
                </a:ext>
              </a:extLst>
            </p:cNvPr>
            <p:cNvSpPr/>
            <p:nvPr/>
          </p:nvSpPr>
          <p:spPr>
            <a:xfrm>
              <a:off x="1737360" y="5678424"/>
              <a:ext cx="2011680" cy="2011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67" name="Text 77">
              <a:extLst>
                <a:ext uri="{FF2B5EF4-FFF2-40B4-BE49-F238E27FC236}">
                  <a16:creationId xmlns:a16="http://schemas.microsoft.com/office/drawing/2014/main" id="{4FEF6DBA-930E-0EC3-7B6D-BFE73E16CA0E}"/>
                </a:ext>
              </a:extLst>
            </p:cNvPr>
            <p:cNvSpPr/>
            <p:nvPr/>
          </p:nvSpPr>
          <p:spPr>
            <a:xfrm>
              <a:off x="1778508" y="5710428"/>
              <a:ext cx="192938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Meena Retail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69" name="Shape 78">
              <a:extLst>
                <a:ext uri="{FF2B5EF4-FFF2-40B4-BE49-F238E27FC236}">
                  <a16:creationId xmlns:a16="http://schemas.microsoft.com/office/drawing/2014/main" id="{2DC049FF-9AC8-8914-5263-121DA80EC5FC}"/>
                </a:ext>
              </a:extLst>
            </p:cNvPr>
            <p:cNvSpPr/>
            <p:nvPr/>
          </p:nvSpPr>
          <p:spPr>
            <a:xfrm>
              <a:off x="3749040" y="5678424"/>
              <a:ext cx="1097280" cy="2011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71" name="Text 79">
              <a:extLst>
                <a:ext uri="{FF2B5EF4-FFF2-40B4-BE49-F238E27FC236}">
                  <a16:creationId xmlns:a16="http://schemas.microsoft.com/office/drawing/2014/main" id="{55B00D98-9DCB-19E8-8B89-BB91DE20140C}"/>
                </a:ext>
              </a:extLst>
            </p:cNvPr>
            <p:cNvSpPr/>
            <p:nvPr/>
          </p:nvSpPr>
          <p:spPr>
            <a:xfrm>
              <a:off x="3790188" y="5710428"/>
              <a:ext cx="101498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MODERATE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73" name="Shape 80">
              <a:extLst>
                <a:ext uri="{FF2B5EF4-FFF2-40B4-BE49-F238E27FC236}">
                  <a16:creationId xmlns:a16="http://schemas.microsoft.com/office/drawing/2014/main" id="{4ACBFAE9-DBD9-BBB2-B646-CBD3140DCF39}"/>
                </a:ext>
              </a:extLst>
            </p:cNvPr>
            <p:cNvSpPr/>
            <p:nvPr/>
          </p:nvSpPr>
          <p:spPr>
            <a:xfrm>
              <a:off x="4846320" y="5678424"/>
              <a:ext cx="3200400" cy="2011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75" name="Text 81">
              <a:extLst>
                <a:ext uri="{FF2B5EF4-FFF2-40B4-BE49-F238E27FC236}">
                  <a16:creationId xmlns:a16="http://schemas.microsoft.com/office/drawing/2014/main" id="{B58D0514-C279-FE70-B318-EE943CBC5E47}"/>
                </a:ext>
              </a:extLst>
            </p:cNvPr>
            <p:cNvSpPr/>
            <p:nvPr/>
          </p:nvSpPr>
          <p:spPr>
            <a:xfrm>
              <a:off x="4887468" y="5710428"/>
              <a:ext cx="311810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Demand dip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77" name="Shape 82">
              <a:extLst>
                <a:ext uri="{FF2B5EF4-FFF2-40B4-BE49-F238E27FC236}">
                  <a16:creationId xmlns:a16="http://schemas.microsoft.com/office/drawing/2014/main" id="{9CDD00CB-74A5-E018-1E00-F9BFB68C7E65}"/>
                </a:ext>
              </a:extLst>
            </p:cNvPr>
            <p:cNvSpPr/>
            <p:nvPr/>
          </p:nvSpPr>
          <p:spPr>
            <a:xfrm>
              <a:off x="8046720" y="5678424"/>
              <a:ext cx="3108960" cy="2011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79" name="Text 83">
              <a:extLst>
                <a:ext uri="{FF2B5EF4-FFF2-40B4-BE49-F238E27FC236}">
                  <a16:creationId xmlns:a16="http://schemas.microsoft.com/office/drawing/2014/main" id="{1C2A7BDC-AB0F-9544-5400-5A748F210E89}"/>
                </a:ext>
              </a:extLst>
            </p:cNvPr>
            <p:cNvSpPr/>
            <p:nvPr/>
          </p:nvSpPr>
          <p:spPr>
            <a:xfrm>
              <a:off x="8087868" y="5710428"/>
              <a:ext cx="302666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Field call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81" name="Shape 84">
              <a:extLst>
                <a:ext uri="{FF2B5EF4-FFF2-40B4-BE49-F238E27FC236}">
                  <a16:creationId xmlns:a16="http://schemas.microsoft.com/office/drawing/2014/main" id="{F422B6E5-2D3D-CD7D-1D12-E69A2CBAC4D2}"/>
                </a:ext>
              </a:extLst>
            </p:cNvPr>
            <p:cNvSpPr/>
            <p:nvPr/>
          </p:nvSpPr>
          <p:spPr>
            <a:xfrm>
              <a:off x="1005840" y="5879592"/>
              <a:ext cx="731520" cy="201168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83" name="Text 85">
              <a:extLst>
                <a:ext uri="{FF2B5EF4-FFF2-40B4-BE49-F238E27FC236}">
                  <a16:creationId xmlns:a16="http://schemas.microsoft.com/office/drawing/2014/main" id="{0F2B9BE5-CA96-C1A8-5A0F-1DECEB077ECD}"/>
                </a:ext>
              </a:extLst>
            </p:cNvPr>
            <p:cNvSpPr/>
            <p:nvPr/>
          </p:nvSpPr>
          <p:spPr>
            <a:xfrm>
              <a:off x="1046988" y="5911596"/>
              <a:ext cx="64922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4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85" name="Shape 86">
              <a:extLst>
                <a:ext uri="{FF2B5EF4-FFF2-40B4-BE49-F238E27FC236}">
                  <a16:creationId xmlns:a16="http://schemas.microsoft.com/office/drawing/2014/main" id="{F79D672E-EAB2-5CC7-D280-DCC2A45E5A86}"/>
                </a:ext>
              </a:extLst>
            </p:cNvPr>
            <p:cNvSpPr/>
            <p:nvPr/>
          </p:nvSpPr>
          <p:spPr>
            <a:xfrm>
              <a:off x="1737360" y="5879592"/>
              <a:ext cx="2011680" cy="201168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87" name="Text 87">
              <a:extLst>
                <a:ext uri="{FF2B5EF4-FFF2-40B4-BE49-F238E27FC236}">
                  <a16:creationId xmlns:a16="http://schemas.microsoft.com/office/drawing/2014/main" id="{05BA5BC4-26BE-367B-3229-E6EBD061EEA9}"/>
                </a:ext>
              </a:extLst>
            </p:cNvPr>
            <p:cNvSpPr/>
            <p:nvPr/>
          </p:nvSpPr>
          <p:spPr>
            <a:xfrm>
              <a:off x="1778508" y="5911596"/>
              <a:ext cx="192938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Kavya Handicrafts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89" name="Shape 88">
              <a:extLst>
                <a:ext uri="{FF2B5EF4-FFF2-40B4-BE49-F238E27FC236}">
                  <a16:creationId xmlns:a16="http://schemas.microsoft.com/office/drawing/2014/main" id="{9C56698A-330D-41D3-123C-71BA2F90ABE9}"/>
                </a:ext>
              </a:extLst>
            </p:cNvPr>
            <p:cNvSpPr/>
            <p:nvPr/>
          </p:nvSpPr>
          <p:spPr>
            <a:xfrm>
              <a:off x="3749040" y="5879592"/>
              <a:ext cx="1097280" cy="201168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91" name="Text 89">
              <a:extLst>
                <a:ext uri="{FF2B5EF4-FFF2-40B4-BE49-F238E27FC236}">
                  <a16:creationId xmlns:a16="http://schemas.microsoft.com/office/drawing/2014/main" id="{7E67D2F7-D537-6551-0776-1E3129A217DD}"/>
                </a:ext>
              </a:extLst>
            </p:cNvPr>
            <p:cNvSpPr/>
            <p:nvPr/>
          </p:nvSpPr>
          <p:spPr>
            <a:xfrm>
              <a:off x="3790188" y="5911596"/>
              <a:ext cx="101498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LOW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93" name="Shape 90">
              <a:extLst>
                <a:ext uri="{FF2B5EF4-FFF2-40B4-BE49-F238E27FC236}">
                  <a16:creationId xmlns:a16="http://schemas.microsoft.com/office/drawing/2014/main" id="{5E7889D9-EF35-837A-2DA3-3CFC25C09A5E}"/>
                </a:ext>
              </a:extLst>
            </p:cNvPr>
            <p:cNvSpPr/>
            <p:nvPr/>
          </p:nvSpPr>
          <p:spPr>
            <a:xfrm>
              <a:off x="4846320" y="5879592"/>
              <a:ext cx="3200400" cy="201168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95" name="Text 91">
              <a:extLst>
                <a:ext uri="{FF2B5EF4-FFF2-40B4-BE49-F238E27FC236}">
                  <a16:creationId xmlns:a16="http://schemas.microsoft.com/office/drawing/2014/main" id="{70380CD6-AE93-70BC-F8D7-9CDF0E1C24C3}"/>
                </a:ext>
              </a:extLst>
            </p:cNvPr>
            <p:cNvSpPr/>
            <p:nvPr/>
          </p:nvSpPr>
          <p:spPr>
            <a:xfrm>
              <a:off x="4887468" y="5911596"/>
              <a:ext cx="311810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Stable orders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  <p:sp>
          <p:nvSpPr>
            <p:cNvPr id="497" name="Shape 92">
              <a:extLst>
                <a:ext uri="{FF2B5EF4-FFF2-40B4-BE49-F238E27FC236}">
                  <a16:creationId xmlns:a16="http://schemas.microsoft.com/office/drawing/2014/main" id="{D3A82CF7-E745-7F86-A3E7-E792705AD9DB}"/>
                </a:ext>
              </a:extLst>
            </p:cNvPr>
            <p:cNvSpPr/>
            <p:nvPr/>
          </p:nvSpPr>
          <p:spPr>
            <a:xfrm>
              <a:off x="8046720" y="5879592"/>
              <a:ext cx="3108960" cy="201168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99" name="Text 93">
              <a:extLst>
                <a:ext uri="{FF2B5EF4-FFF2-40B4-BE49-F238E27FC236}">
                  <a16:creationId xmlns:a16="http://schemas.microsoft.com/office/drawing/2014/main" id="{E1213F47-D795-D01C-50A6-3CE5C4E40B2B}"/>
                </a:ext>
              </a:extLst>
            </p:cNvPr>
            <p:cNvSpPr/>
            <p:nvPr/>
          </p:nvSpPr>
          <p:spPr>
            <a:xfrm>
              <a:off x="8087868" y="5911596"/>
              <a:ext cx="302666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Monthly monitor</a:t>
              </a:r>
              <a:endParaRPr lang="en-US" sz="820" dirty="0">
                <a:latin typeface="Playfair Display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327F55E-6D22-C5EE-B911-52E631343307}"/>
              </a:ext>
            </a:extLst>
          </p:cNvPr>
          <p:cNvSpPr txBox="1"/>
          <p:nvPr/>
        </p:nvSpPr>
        <p:spPr>
          <a:xfrm>
            <a:off x="2045207" y="223171"/>
            <a:ext cx="529749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63B2E"/>
                </a:solidFill>
                <a:latin typeface="Playfair Display" panose="00000500000000000000" pitchFamily="2" charset="0"/>
                <a:ea typeface="Aptos Display" pitchFamily="34" charset="-122"/>
                <a:cs typeface="Aptos Display" pitchFamily="34" charset="-120"/>
              </a:rPr>
              <a:t>Feasibility, Risks and Mitigation</a:t>
            </a:r>
            <a:endParaRPr lang="en-US" sz="2600" dirty="0">
              <a:latin typeface="Playfair Display" panose="00000500000000000000" pitchFamily="2" charset="0"/>
            </a:endParaRPr>
          </a:p>
        </p:txBody>
      </p: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81905BB7-60A5-DEB7-CDA2-65F91D45DCBF}"/>
              </a:ext>
            </a:extLst>
          </p:cNvPr>
          <p:cNvGrpSpPr/>
          <p:nvPr/>
        </p:nvGrpSpPr>
        <p:grpSpPr>
          <a:xfrm>
            <a:off x="400705" y="803558"/>
            <a:ext cx="8193279" cy="3562186"/>
            <a:chOff x="548640" y="1143000"/>
            <a:chExt cx="11064240" cy="3840480"/>
          </a:xfrm>
        </p:grpSpPr>
        <p:sp>
          <p:nvSpPr>
            <p:cNvPr id="19" name="Shape 8">
              <a:extLst>
                <a:ext uri="{FF2B5EF4-FFF2-40B4-BE49-F238E27FC236}">
                  <a16:creationId xmlns:a16="http://schemas.microsoft.com/office/drawing/2014/main" id="{9700F9BF-A5F3-C053-C7ED-266D597E5C0E}"/>
                </a:ext>
              </a:extLst>
            </p:cNvPr>
            <p:cNvSpPr/>
            <p:nvPr/>
          </p:nvSpPr>
          <p:spPr>
            <a:xfrm>
              <a:off x="548640" y="1143000"/>
              <a:ext cx="242316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8E50ED6A-8790-E09B-5466-AAE15BC3D6B9}"/>
                </a:ext>
              </a:extLst>
            </p:cNvPr>
            <p:cNvSpPr/>
            <p:nvPr/>
          </p:nvSpPr>
          <p:spPr>
            <a:xfrm>
              <a:off x="589788" y="1175004"/>
              <a:ext cx="234086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Risk / challenge</a:t>
              </a:r>
              <a:endParaRPr lang="en-US" sz="940" dirty="0">
                <a:latin typeface="Playfair Display" panose="00000500000000000000" pitchFamily="2" charset="0"/>
              </a:endParaRPr>
            </a:p>
          </p:txBody>
        </p:sp>
        <p:sp>
          <p:nvSpPr>
            <p:cNvPr id="23" name="Shape 10">
              <a:extLst>
                <a:ext uri="{FF2B5EF4-FFF2-40B4-BE49-F238E27FC236}">
                  <a16:creationId xmlns:a16="http://schemas.microsoft.com/office/drawing/2014/main" id="{3822F697-08D2-23A3-1786-B9DBE1215D2F}"/>
                </a:ext>
              </a:extLst>
            </p:cNvPr>
            <p:cNvSpPr/>
            <p:nvPr/>
          </p:nvSpPr>
          <p:spPr>
            <a:xfrm>
              <a:off x="2971800" y="1143000"/>
              <a:ext cx="388620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5" name="Text 11">
              <a:extLst>
                <a:ext uri="{FF2B5EF4-FFF2-40B4-BE49-F238E27FC236}">
                  <a16:creationId xmlns:a16="http://schemas.microsoft.com/office/drawing/2014/main" id="{99CFC2B1-7678-7FF3-F71B-A64B353F0770}"/>
                </a:ext>
              </a:extLst>
            </p:cNvPr>
            <p:cNvSpPr/>
            <p:nvPr/>
          </p:nvSpPr>
          <p:spPr>
            <a:xfrm>
              <a:off x="3012948" y="1175004"/>
              <a:ext cx="380390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Impact if ignored</a:t>
              </a:r>
              <a:endParaRPr lang="en-US" sz="940" dirty="0">
                <a:latin typeface="Playfair Display" panose="00000500000000000000" pitchFamily="2" charset="0"/>
              </a:endParaRPr>
            </a:p>
          </p:txBody>
        </p:sp>
        <p:sp>
          <p:nvSpPr>
            <p:cNvPr id="27" name="Shape 12">
              <a:extLst>
                <a:ext uri="{FF2B5EF4-FFF2-40B4-BE49-F238E27FC236}">
                  <a16:creationId xmlns:a16="http://schemas.microsoft.com/office/drawing/2014/main" id="{F02575EF-5E3F-00B1-2608-D0A59BF60C08}"/>
                </a:ext>
              </a:extLst>
            </p:cNvPr>
            <p:cNvSpPr/>
            <p:nvPr/>
          </p:nvSpPr>
          <p:spPr>
            <a:xfrm>
              <a:off x="6858000" y="1143000"/>
              <a:ext cx="4754880" cy="38404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FA698897-09C3-4631-18FC-6C0ADBB3CB94}"/>
                </a:ext>
              </a:extLst>
            </p:cNvPr>
            <p:cNvSpPr/>
            <p:nvPr/>
          </p:nvSpPr>
          <p:spPr>
            <a:xfrm>
              <a:off x="6899148" y="1175004"/>
              <a:ext cx="46725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b="1" dirty="0">
                  <a:solidFill>
                    <a:srgbClr val="FFFFFF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Mitigation in our design</a:t>
              </a:r>
              <a:endParaRPr lang="en-US" sz="940" dirty="0">
                <a:latin typeface="Playfair Display" panose="00000500000000000000" pitchFamily="2" charset="0"/>
              </a:endParaRPr>
            </a:p>
          </p:txBody>
        </p:sp>
        <p:sp>
          <p:nvSpPr>
            <p:cNvPr id="31" name="Shape 14">
              <a:extLst>
                <a:ext uri="{FF2B5EF4-FFF2-40B4-BE49-F238E27FC236}">
                  <a16:creationId xmlns:a16="http://schemas.microsoft.com/office/drawing/2014/main" id="{58A998F7-E82D-27A0-3267-9EFA9952CA9D}"/>
                </a:ext>
              </a:extLst>
            </p:cNvPr>
            <p:cNvSpPr/>
            <p:nvPr/>
          </p:nvSpPr>
          <p:spPr>
            <a:xfrm>
              <a:off x="548640" y="1527048"/>
              <a:ext cx="2423160" cy="5760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3" name="Text 15">
              <a:extLst>
                <a:ext uri="{FF2B5EF4-FFF2-40B4-BE49-F238E27FC236}">
                  <a16:creationId xmlns:a16="http://schemas.microsoft.com/office/drawing/2014/main" id="{2EFDBAB1-092C-490D-A7C8-833827DCB650}"/>
                </a:ext>
              </a:extLst>
            </p:cNvPr>
            <p:cNvSpPr/>
            <p:nvPr/>
          </p:nvSpPr>
          <p:spPr>
            <a:xfrm>
              <a:off x="589788" y="1559052"/>
              <a:ext cx="23408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Data sparsity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35" name="Shape 16">
              <a:extLst>
                <a:ext uri="{FF2B5EF4-FFF2-40B4-BE49-F238E27FC236}">
                  <a16:creationId xmlns:a16="http://schemas.microsoft.com/office/drawing/2014/main" id="{A22B0AA8-6C62-55F4-27BE-314698CA5F00}"/>
                </a:ext>
              </a:extLst>
            </p:cNvPr>
            <p:cNvSpPr/>
            <p:nvPr/>
          </p:nvSpPr>
          <p:spPr>
            <a:xfrm>
              <a:off x="2971800" y="1527048"/>
              <a:ext cx="3886200" cy="5760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37" name="Text 17">
              <a:extLst>
                <a:ext uri="{FF2B5EF4-FFF2-40B4-BE49-F238E27FC236}">
                  <a16:creationId xmlns:a16="http://schemas.microsoft.com/office/drawing/2014/main" id="{09FE67D0-BAFB-BC49-328B-0837DFA7B63F}"/>
                </a:ext>
              </a:extLst>
            </p:cNvPr>
            <p:cNvSpPr/>
            <p:nvPr/>
          </p:nvSpPr>
          <p:spPr>
            <a:xfrm>
              <a:off x="3012948" y="1559052"/>
              <a:ext cx="380390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New enterprises may not have enough historical records.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39" name="Shape 18">
              <a:extLst>
                <a:ext uri="{FF2B5EF4-FFF2-40B4-BE49-F238E27FC236}">
                  <a16:creationId xmlns:a16="http://schemas.microsoft.com/office/drawing/2014/main" id="{AE0926EF-B3AB-2546-214B-6D96ECC313F2}"/>
                </a:ext>
              </a:extLst>
            </p:cNvPr>
            <p:cNvSpPr/>
            <p:nvPr/>
          </p:nvSpPr>
          <p:spPr>
            <a:xfrm>
              <a:off x="6858000" y="1527048"/>
              <a:ext cx="4754880" cy="5760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1" name="Text 19">
              <a:extLst>
                <a:ext uri="{FF2B5EF4-FFF2-40B4-BE49-F238E27FC236}">
                  <a16:creationId xmlns:a16="http://schemas.microsoft.com/office/drawing/2014/main" id="{F14B20CF-DB0D-E60C-1520-A21050F9E1DB}"/>
                </a:ext>
              </a:extLst>
            </p:cNvPr>
            <p:cNvSpPr/>
            <p:nvPr/>
          </p:nvSpPr>
          <p:spPr>
            <a:xfrm>
              <a:off x="6899148" y="1559052"/>
              <a:ext cx="467258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Use sector/district cohort baseline and clearly show confidence level.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3" name="Shape 20">
              <a:extLst>
                <a:ext uri="{FF2B5EF4-FFF2-40B4-BE49-F238E27FC236}">
                  <a16:creationId xmlns:a16="http://schemas.microsoft.com/office/drawing/2014/main" id="{C214B32A-6DC3-70BD-6893-0F2CCCD1F66B}"/>
                </a:ext>
              </a:extLst>
            </p:cNvPr>
            <p:cNvSpPr/>
            <p:nvPr/>
          </p:nvSpPr>
          <p:spPr>
            <a:xfrm>
              <a:off x="548640" y="2103120"/>
              <a:ext cx="2423160" cy="57607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5" name="Text 21">
              <a:extLst>
                <a:ext uri="{FF2B5EF4-FFF2-40B4-BE49-F238E27FC236}">
                  <a16:creationId xmlns:a16="http://schemas.microsoft.com/office/drawing/2014/main" id="{F92183A3-FEE6-4D2E-3755-B8F18393F4B8}"/>
                </a:ext>
              </a:extLst>
            </p:cNvPr>
            <p:cNvSpPr/>
            <p:nvPr/>
          </p:nvSpPr>
          <p:spPr>
            <a:xfrm>
              <a:off x="589788" y="2135124"/>
              <a:ext cx="23408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Incorrect manual entries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7" name="Shape 22">
              <a:extLst>
                <a:ext uri="{FF2B5EF4-FFF2-40B4-BE49-F238E27FC236}">
                  <a16:creationId xmlns:a16="http://schemas.microsoft.com/office/drawing/2014/main" id="{33EECCB8-2B2C-1BA1-59B4-586B2DAF0EBA}"/>
                </a:ext>
              </a:extLst>
            </p:cNvPr>
            <p:cNvSpPr/>
            <p:nvPr/>
          </p:nvSpPr>
          <p:spPr>
            <a:xfrm>
              <a:off x="2971800" y="2103120"/>
              <a:ext cx="3886200" cy="57607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9" name="Text 23">
              <a:extLst>
                <a:ext uri="{FF2B5EF4-FFF2-40B4-BE49-F238E27FC236}">
                  <a16:creationId xmlns:a16="http://schemas.microsoft.com/office/drawing/2014/main" id="{463BA943-680A-05AB-2B0A-98C2D41F4149}"/>
                </a:ext>
              </a:extLst>
            </p:cNvPr>
            <p:cNvSpPr/>
            <p:nvPr/>
          </p:nvSpPr>
          <p:spPr>
            <a:xfrm>
              <a:off x="3012948" y="2135124"/>
              <a:ext cx="380390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Wrong forecasts and unfair risk flags.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51" name="Shape 24">
              <a:extLst>
                <a:ext uri="{FF2B5EF4-FFF2-40B4-BE49-F238E27FC236}">
                  <a16:creationId xmlns:a16="http://schemas.microsoft.com/office/drawing/2014/main" id="{3C5BA9D4-5ECA-7950-75FB-3C69C134E41D}"/>
                </a:ext>
              </a:extLst>
            </p:cNvPr>
            <p:cNvSpPr/>
            <p:nvPr/>
          </p:nvSpPr>
          <p:spPr>
            <a:xfrm>
              <a:off x="6858000" y="2103120"/>
              <a:ext cx="4754880" cy="57607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3" name="Text 25">
              <a:extLst>
                <a:ext uri="{FF2B5EF4-FFF2-40B4-BE49-F238E27FC236}">
                  <a16:creationId xmlns:a16="http://schemas.microsoft.com/office/drawing/2014/main" id="{539BBBB6-D6F9-FB8A-4792-64001FFDF8D1}"/>
                </a:ext>
              </a:extLst>
            </p:cNvPr>
            <p:cNvSpPr/>
            <p:nvPr/>
          </p:nvSpPr>
          <p:spPr>
            <a:xfrm>
              <a:off x="6899148" y="2135124"/>
              <a:ext cx="467258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Validation rules, field verification and missing-data warnings.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55" name="Shape 26">
              <a:extLst>
                <a:ext uri="{FF2B5EF4-FFF2-40B4-BE49-F238E27FC236}">
                  <a16:creationId xmlns:a16="http://schemas.microsoft.com/office/drawing/2014/main" id="{6B4B5D75-1FF0-522C-3D3C-22372FE0C6B1}"/>
                </a:ext>
              </a:extLst>
            </p:cNvPr>
            <p:cNvSpPr/>
            <p:nvPr/>
          </p:nvSpPr>
          <p:spPr>
            <a:xfrm>
              <a:off x="548640" y="2679192"/>
              <a:ext cx="2423160" cy="5760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57" name="Text 27">
              <a:extLst>
                <a:ext uri="{FF2B5EF4-FFF2-40B4-BE49-F238E27FC236}">
                  <a16:creationId xmlns:a16="http://schemas.microsoft.com/office/drawing/2014/main" id="{F4746CFE-9ABF-9AA8-E0F7-E37B2472556B}"/>
                </a:ext>
              </a:extLst>
            </p:cNvPr>
            <p:cNvSpPr/>
            <p:nvPr/>
          </p:nvSpPr>
          <p:spPr>
            <a:xfrm>
              <a:off x="589788" y="2711196"/>
              <a:ext cx="23408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Overdependence on AI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59" name="Shape 28">
              <a:extLst>
                <a:ext uri="{FF2B5EF4-FFF2-40B4-BE49-F238E27FC236}">
                  <a16:creationId xmlns:a16="http://schemas.microsoft.com/office/drawing/2014/main" id="{743B3741-B987-7DC8-8C09-724850937DC9}"/>
                </a:ext>
              </a:extLst>
            </p:cNvPr>
            <p:cNvSpPr/>
            <p:nvPr/>
          </p:nvSpPr>
          <p:spPr>
            <a:xfrm>
              <a:off x="2971800" y="2679192"/>
              <a:ext cx="3886200" cy="5760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61" name="Text 29">
              <a:extLst>
                <a:ext uri="{FF2B5EF4-FFF2-40B4-BE49-F238E27FC236}">
                  <a16:creationId xmlns:a16="http://schemas.microsoft.com/office/drawing/2014/main" id="{FFEEA364-2656-85E1-1EC1-E6C8328B0649}"/>
                </a:ext>
              </a:extLst>
            </p:cNvPr>
            <p:cNvSpPr/>
            <p:nvPr/>
          </p:nvSpPr>
          <p:spPr>
            <a:xfrm>
              <a:off x="3012948" y="2711196"/>
              <a:ext cx="380390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False confidence may harm borrower decisions.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63" name="Shape 30">
              <a:extLst>
                <a:ext uri="{FF2B5EF4-FFF2-40B4-BE49-F238E27FC236}">
                  <a16:creationId xmlns:a16="http://schemas.microsoft.com/office/drawing/2014/main" id="{1D6C1216-FAB6-0804-AF71-E343D8BAB9A0}"/>
                </a:ext>
              </a:extLst>
            </p:cNvPr>
            <p:cNvSpPr/>
            <p:nvPr/>
          </p:nvSpPr>
          <p:spPr>
            <a:xfrm>
              <a:off x="6858000" y="2679192"/>
              <a:ext cx="4754880" cy="5760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53" name="Text 31">
              <a:extLst>
                <a:ext uri="{FF2B5EF4-FFF2-40B4-BE49-F238E27FC236}">
                  <a16:creationId xmlns:a16="http://schemas.microsoft.com/office/drawing/2014/main" id="{C902812B-FD0A-3169-D606-59EB430EEE61}"/>
                </a:ext>
              </a:extLst>
            </p:cNvPr>
            <p:cNvSpPr/>
            <p:nvPr/>
          </p:nvSpPr>
          <p:spPr>
            <a:xfrm>
              <a:off x="6899148" y="2711196"/>
              <a:ext cx="467258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Human-in-the-loop approval and explainable reason codes.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55" name="Shape 32">
              <a:extLst>
                <a:ext uri="{FF2B5EF4-FFF2-40B4-BE49-F238E27FC236}">
                  <a16:creationId xmlns:a16="http://schemas.microsoft.com/office/drawing/2014/main" id="{1A5AEAA3-3FBA-5825-663E-CF067B6FEBEB}"/>
                </a:ext>
              </a:extLst>
            </p:cNvPr>
            <p:cNvSpPr/>
            <p:nvPr/>
          </p:nvSpPr>
          <p:spPr>
            <a:xfrm>
              <a:off x="548640" y="3255264"/>
              <a:ext cx="2423160" cy="57607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57" name="Text 33">
              <a:extLst>
                <a:ext uri="{FF2B5EF4-FFF2-40B4-BE49-F238E27FC236}">
                  <a16:creationId xmlns:a16="http://schemas.microsoft.com/office/drawing/2014/main" id="{84DDAE03-6C91-BD75-A3B6-0798785881B6}"/>
                </a:ext>
              </a:extLst>
            </p:cNvPr>
            <p:cNvSpPr/>
            <p:nvPr/>
          </p:nvSpPr>
          <p:spPr>
            <a:xfrm>
              <a:off x="589788" y="3287268"/>
              <a:ext cx="23408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Privacy concerns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59" name="Shape 34">
              <a:extLst>
                <a:ext uri="{FF2B5EF4-FFF2-40B4-BE49-F238E27FC236}">
                  <a16:creationId xmlns:a16="http://schemas.microsoft.com/office/drawing/2014/main" id="{11F239C2-B665-E74B-F543-9D630BE203B4}"/>
                </a:ext>
              </a:extLst>
            </p:cNvPr>
            <p:cNvSpPr/>
            <p:nvPr/>
          </p:nvSpPr>
          <p:spPr>
            <a:xfrm>
              <a:off x="2971800" y="3255264"/>
              <a:ext cx="3886200" cy="57607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61" name="Text 35">
              <a:extLst>
                <a:ext uri="{FF2B5EF4-FFF2-40B4-BE49-F238E27FC236}">
                  <a16:creationId xmlns:a16="http://schemas.microsoft.com/office/drawing/2014/main" id="{130CEA8C-B06C-2D53-E165-0581643F415E}"/>
                </a:ext>
              </a:extLst>
            </p:cNvPr>
            <p:cNvSpPr/>
            <p:nvPr/>
          </p:nvSpPr>
          <p:spPr>
            <a:xfrm>
              <a:off x="3012948" y="3287268"/>
              <a:ext cx="380390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Users may not trust the platform.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63" name="Shape 36">
              <a:extLst>
                <a:ext uri="{FF2B5EF4-FFF2-40B4-BE49-F238E27FC236}">
                  <a16:creationId xmlns:a16="http://schemas.microsoft.com/office/drawing/2014/main" id="{7E5E4011-0BCC-9635-840C-BEAF5C5F2A5F}"/>
                </a:ext>
              </a:extLst>
            </p:cNvPr>
            <p:cNvSpPr/>
            <p:nvPr/>
          </p:nvSpPr>
          <p:spPr>
            <a:xfrm>
              <a:off x="6858000" y="3255264"/>
              <a:ext cx="4754880" cy="57607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65" name="Text 37">
              <a:extLst>
                <a:ext uri="{FF2B5EF4-FFF2-40B4-BE49-F238E27FC236}">
                  <a16:creationId xmlns:a16="http://schemas.microsoft.com/office/drawing/2014/main" id="{E062353F-FFD2-A5C6-A805-4BEE40906B24}"/>
                </a:ext>
              </a:extLst>
            </p:cNvPr>
            <p:cNvSpPr/>
            <p:nvPr/>
          </p:nvSpPr>
          <p:spPr>
            <a:xfrm>
              <a:off x="6899148" y="3287268"/>
              <a:ext cx="467258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Use aggregated proxies, consent-based sharing, role access and audit logs.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67" name="Shape 38">
              <a:extLst>
                <a:ext uri="{FF2B5EF4-FFF2-40B4-BE49-F238E27FC236}">
                  <a16:creationId xmlns:a16="http://schemas.microsoft.com/office/drawing/2014/main" id="{C7EC4B8D-CF89-6D97-14AB-31FE0709B947}"/>
                </a:ext>
              </a:extLst>
            </p:cNvPr>
            <p:cNvSpPr/>
            <p:nvPr/>
          </p:nvSpPr>
          <p:spPr>
            <a:xfrm>
              <a:off x="548640" y="3831336"/>
              <a:ext cx="2423160" cy="5760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69" name="Text 39">
              <a:extLst>
                <a:ext uri="{FF2B5EF4-FFF2-40B4-BE49-F238E27FC236}">
                  <a16:creationId xmlns:a16="http://schemas.microsoft.com/office/drawing/2014/main" id="{10F3865F-F02A-EAF0-8661-D8F0DFFE708D}"/>
                </a:ext>
              </a:extLst>
            </p:cNvPr>
            <p:cNvSpPr/>
            <p:nvPr/>
          </p:nvSpPr>
          <p:spPr>
            <a:xfrm>
              <a:off x="589788" y="3863340"/>
              <a:ext cx="23408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Connectivity limitations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71" name="Shape 40">
              <a:extLst>
                <a:ext uri="{FF2B5EF4-FFF2-40B4-BE49-F238E27FC236}">
                  <a16:creationId xmlns:a16="http://schemas.microsoft.com/office/drawing/2014/main" id="{FECAFC6E-E983-D9CD-57C6-D598A839F027}"/>
                </a:ext>
              </a:extLst>
            </p:cNvPr>
            <p:cNvSpPr/>
            <p:nvPr/>
          </p:nvSpPr>
          <p:spPr>
            <a:xfrm>
              <a:off x="2971800" y="3831336"/>
              <a:ext cx="3886200" cy="5760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73" name="Text 41">
              <a:extLst>
                <a:ext uri="{FF2B5EF4-FFF2-40B4-BE49-F238E27FC236}">
                  <a16:creationId xmlns:a16="http://schemas.microsoft.com/office/drawing/2014/main" id="{E763E2C2-8C27-45E4-0C5D-DB107F5CEEC7}"/>
                </a:ext>
              </a:extLst>
            </p:cNvPr>
            <p:cNvSpPr/>
            <p:nvPr/>
          </p:nvSpPr>
          <p:spPr>
            <a:xfrm>
              <a:off x="3012948" y="3863340"/>
              <a:ext cx="380390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Data entry and alerts may fail in rural areas.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75" name="Shape 42">
              <a:extLst>
                <a:ext uri="{FF2B5EF4-FFF2-40B4-BE49-F238E27FC236}">
                  <a16:creationId xmlns:a16="http://schemas.microsoft.com/office/drawing/2014/main" id="{A2A2058C-8713-DB54-097D-804D466EB424}"/>
                </a:ext>
              </a:extLst>
            </p:cNvPr>
            <p:cNvSpPr/>
            <p:nvPr/>
          </p:nvSpPr>
          <p:spPr>
            <a:xfrm>
              <a:off x="6858000" y="3831336"/>
              <a:ext cx="4754880" cy="5760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77" name="Text 43">
              <a:extLst>
                <a:ext uri="{FF2B5EF4-FFF2-40B4-BE49-F238E27FC236}">
                  <a16:creationId xmlns:a16="http://schemas.microsoft.com/office/drawing/2014/main" id="{AB2ECEE4-BBE1-BB95-3C49-88012020AE4D}"/>
                </a:ext>
              </a:extLst>
            </p:cNvPr>
            <p:cNvSpPr/>
            <p:nvPr/>
          </p:nvSpPr>
          <p:spPr>
            <a:xfrm>
              <a:off x="6899148" y="3863340"/>
              <a:ext cx="467258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Offline-first local storage and automatic sync.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79" name="Shape 44">
              <a:extLst>
                <a:ext uri="{FF2B5EF4-FFF2-40B4-BE49-F238E27FC236}">
                  <a16:creationId xmlns:a16="http://schemas.microsoft.com/office/drawing/2014/main" id="{B1DAC8CC-4B12-C118-1140-1E7551C80B39}"/>
                </a:ext>
              </a:extLst>
            </p:cNvPr>
            <p:cNvSpPr/>
            <p:nvPr/>
          </p:nvSpPr>
          <p:spPr>
            <a:xfrm>
              <a:off x="548640" y="4407408"/>
              <a:ext cx="2423160" cy="57607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81" name="Text 45">
              <a:extLst>
                <a:ext uri="{FF2B5EF4-FFF2-40B4-BE49-F238E27FC236}">
                  <a16:creationId xmlns:a16="http://schemas.microsoft.com/office/drawing/2014/main" id="{F05542B3-7190-155B-BBE3-934E0EB17177}"/>
                </a:ext>
              </a:extLst>
            </p:cNvPr>
            <p:cNvSpPr/>
            <p:nvPr/>
          </p:nvSpPr>
          <p:spPr>
            <a:xfrm>
              <a:off x="589788" y="4439412"/>
              <a:ext cx="23408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Model bias across sectors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83" name="Shape 46">
              <a:extLst>
                <a:ext uri="{FF2B5EF4-FFF2-40B4-BE49-F238E27FC236}">
                  <a16:creationId xmlns:a16="http://schemas.microsoft.com/office/drawing/2014/main" id="{9487419A-4F94-F6AB-D44E-DA2452F23CD4}"/>
                </a:ext>
              </a:extLst>
            </p:cNvPr>
            <p:cNvSpPr/>
            <p:nvPr/>
          </p:nvSpPr>
          <p:spPr>
            <a:xfrm>
              <a:off x="2971800" y="4407408"/>
              <a:ext cx="3886200" cy="57607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85" name="Text 47">
              <a:extLst>
                <a:ext uri="{FF2B5EF4-FFF2-40B4-BE49-F238E27FC236}">
                  <a16:creationId xmlns:a16="http://schemas.microsoft.com/office/drawing/2014/main" id="{FF61E322-5EAC-7438-E4B6-E6013C53FB3A}"/>
                </a:ext>
              </a:extLst>
            </p:cNvPr>
            <p:cNvSpPr/>
            <p:nvPr/>
          </p:nvSpPr>
          <p:spPr>
            <a:xfrm>
              <a:off x="3012948" y="4439412"/>
              <a:ext cx="380390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One model may unfairly judge different businesses.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  <p:sp>
          <p:nvSpPr>
            <p:cNvPr id="487" name="Shape 48">
              <a:extLst>
                <a:ext uri="{FF2B5EF4-FFF2-40B4-BE49-F238E27FC236}">
                  <a16:creationId xmlns:a16="http://schemas.microsoft.com/office/drawing/2014/main" id="{C5E4EC2D-3F30-9A4D-F42E-5EF1FC19E538}"/>
                </a:ext>
              </a:extLst>
            </p:cNvPr>
            <p:cNvSpPr/>
            <p:nvPr/>
          </p:nvSpPr>
          <p:spPr>
            <a:xfrm>
              <a:off x="6858000" y="4407408"/>
              <a:ext cx="4754880" cy="576072"/>
            </a:xfrm>
            <a:prstGeom prst="rect">
              <a:avLst/>
            </a:prstGeom>
            <a:solidFill>
              <a:srgbClr val="F1F5F2"/>
            </a:solidFill>
            <a:ln w="6350">
              <a:solidFill>
                <a:srgbClr val="E6ECE8"/>
              </a:solidFill>
              <a:prstDash val="solid"/>
            </a:ln>
          </p:spPr>
        </p:sp>
        <p:sp>
          <p:nvSpPr>
            <p:cNvPr id="489" name="Text 49">
              <a:extLst>
                <a:ext uri="{FF2B5EF4-FFF2-40B4-BE49-F238E27FC236}">
                  <a16:creationId xmlns:a16="http://schemas.microsoft.com/office/drawing/2014/main" id="{5E412F55-28ED-BFBF-38F5-94DAA50574D3}"/>
                </a:ext>
              </a:extLst>
            </p:cNvPr>
            <p:cNvSpPr/>
            <p:nvPr/>
          </p:nvSpPr>
          <p:spPr>
            <a:xfrm>
              <a:off x="6899148" y="4439412"/>
              <a:ext cx="467258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B2420"/>
                  </a:solidFill>
                  <a:latin typeface="Playfair Display" panose="00000500000000000000" pitchFamily="2" charset="0"/>
                  <a:ea typeface="Aptos" pitchFamily="34" charset="-122"/>
                  <a:cs typeface="Aptos" pitchFamily="34" charset="-120"/>
                </a:rPr>
                <a:t>Sector-specific features and separate thresholds for dairy, retail, poultry etc.</a:t>
              </a:r>
              <a:endParaRPr lang="en-US" sz="920" dirty="0">
                <a:latin typeface="Playfair Display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>
          <a:extLst>
            <a:ext uri="{FF2B5EF4-FFF2-40B4-BE49-F238E27FC236}">
              <a16:creationId xmlns:a16="http://schemas.microsoft.com/office/drawing/2014/main" id="{92511493-65B0-0287-2684-00788D33C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5DED764-7210-1363-A288-2F9298AE5051}"/>
              </a:ext>
            </a:extLst>
          </p:cNvPr>
          <p:cNvSpPr txBox="1"/>
          <p:nvPr/>
        </p:nvSpPr>
        <p:spPr>
          <a:xfrm>
            <a:off x="1618487" y="186595"/>
            <a:ext cx="64282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05337"/>
                </a:solidFill>
                <a:latin typeface="Aptos"/>
              </a:defRPr>
            </a:pPr>
            <a:r>
              <a:rPr lang="en-US" sz="2400" dirty="0">
                <a:latin typeface="Playfair Display" panose="00000500000000000000" pitchFamily="2" charset="0"/>
              </a:rPr>
              <a:t>Conclusion —  Rural Finance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C1A024-01A1-B87C-DBBD-7D7C07106495}"/>
              </a:ext>
            </a:extLst>
          </p:cNvPr>
          <p:cNvSpPr txBox="1"/>
          <p:nvPr/>
        </p:nvSpPr>
        <p:spPr>
          <a:xfrm>
            <a:off x="350520" y="648260"/>
            <a:ext cx="86593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70" b="0">
                <a:solidFill>
                  <a:srgbClr val="454E56"/>
                </a:solidFill>
                <a:latin typeface="Aptos"/>
              </a:defRPr>
            </a:pPr>
            <a:r>
              <a:rPr lang="en-IN" sz="1100" dirty="0">
                <a:latin typeface="Playfair Display" panose="00000500000000000000" pitchFamily="2" charset="0"/>
              </a:rPr>
              <a:t>RKV </a:t>
            </a:r>
            <a:r>
              <a:rPr lang="en-IN" sz="1100" dirty="0" err="1">
                <a:latin typeface="Playfair Display" panose="00000500000000000000" pitchFamily="2" charset="0"/>
              </a:rPr>
              <a:t>ResiNidhi</a:t>
            </a:r>
            <a:r>
              <a:rPr lang="en-IN" sz="1100" dirty="0">
                <a:latin typeface="Playfair Display" panose="00000500000000000000" pitchFamily="2" charset="0"/>
              </a:rPr>
              <a:t> AI </a:t>
            </a:r>
            <a:r>
              <a:rPr lang="en-US" sz="1100" dirty="0">
                <a:latin typeface="Playfair Display" panose="00000500000000000000" pitchFamily="2" charset="0"/>
              </a:rPr>
              <a:t>converts fragmented rural enterprise signals into forecasts, explanations and intervention decisions before financial stress becomes default risk.</a:t>
            </a:r>
          </a:p>
        </p:txBody>
      </p: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14D31E27-CA23-976C-46D2-7E8F570ABA19}"/>
              </a:ext>
            </a:extLst>
          </p:cNvPr>
          <p:cNvGrpSpPr/>
          <p:nvPr/>
        </p:nvGrpSpPr>
        <p:grpSpPr>
          <a:xfrm>
            <a:off x="466308" y="1190493"/>
            <a:ext cx="8211383" cy="3402773"/>
            <a:chOff x="566928" y="1417320"/>
            <a:chExt cx="11018520" cy="4809744"/>
          </a:xfrm>
        </p:grpSpPr>
        <p:sp>
          <p:nvSpPr>
            <p:cNvPr id="5" name="Rounded Rectangle 6">
              <a:extLst>
                <a:ext uri="{FF2B5EF4-FFF2-40B4-BE49-F238E27FC236}">
                  <a16:creationId xmlns:a16="http://schemas.microsoft.com/office/drawing/2014/main" id="{40963029-E8B8-3C9A-942E-B10CC0B068BE}"/>
                </a:ext>
              </a:extLst>
            </p:cNvPr>
            <p:cNvSpPr/>
            <p:nvPr/>
          </p:nvSpPr>
          <p:spPr>
            <a:xfrm>
              <a:off x="566928" y="1417320"/>
              <a:ext cx="11018520" cy="658368"/>
            </a:xfrm>
            <a:prstGeom prst="roundRect">
              <a:avLst/>
            </a:prstGeom>
            <a:solidFill>
              <a:srgbClr val="EBF8F1"/>
            </a:solidFill>
            <a:ln w="12700">
              <a:solidFill>
                <a:srgbClr val="8DB8A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377434-CF29-3504-4DBB-AF8BF15D203F}"/>
                </a:ext>
              </a:extLst>
            </p:cNvPr>
            <p:cNvSpPr txBox="1"/>
            <p:nvPr/>
          </p:nvSpPr>
          <p:spPr>
            <a:xfrm>
              <a:off x="786384" y="1563623"/>
              <a:ext cx="1645920" cy="508992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1050" b="1">
                  <a:solidFill>
                    <a:srgbClr val="005337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FINAL TAKEAWAY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F6DD655-CEAF-D7A3-C5C3-E785469D2198}"/>
                </a:ext>
              </a:extLst>
            </p:cNvPr>
            <p:cNvSpPr txBox="1"/>
            <p:nvPr/>
          </p:nvSpPr>
          <p:spPr>
            <a:xfrm>
              <a:off x="2542032" y="1457108"/>
              <a:ext cx="9015983" cy="530743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>
                <a:defRPr sz="1500" b="1">
                  <a:solidFill>
                    <a:srgbClr val="005337"/>
                  </a:solidFill>
                  <a:latin typeface="Aptos"/>
                </a:defRPr>
              </a:pPr>
              <a:r>
                <a:rPr sz="1100" dirty="0">
                  <a:latin typeface="Playfair Display" panose="00000500000000000000" pitchFamily="2" charset="0"/>
                </a:rPr>
                <a:t>Not just “who is risky?” — </a:t>
              </a:r>
              <a:r>
                <a:rPr lang="en-IN" sz="1100" dirty="0">
                  <a:latin typeface="Playfair Display" panose="00000500000000000000" pitchFamily="2" charset="0"/>
                </a:rPr>
                <a:t>RKV </a:t>
              </a:r>
              <a:r>
                <a:rPr lang="en-IN" sz="1100" dirty="0" err="1">
                  <a:latin typeface="Playfair Display" panose="00000500000000000000" pitchFamily="2" charset="0"/>
                </a:rPr>
                <a:t>ResiNidhi</a:t>
              </a:r>
              <a:r>
                <a:rPr lang="en-IN" sz="1100" dirty="0">
                  <a:latin typeface="Playfair Display" panose="00000500000000000000" pitchFamily="2" charset="0"/>
                </a:rPr>
                <a:t> AI </a:t>
              </a:r>
              <a:r>
                <a:rPr sz="1100" dirty="0">
                  <a:latin typeface="Playfair Display" panose="00000500000000000000" pitchFamily="2" charset="0"/>
                </a:rPr>
                <a:t>answers: why risk will happen, when it will happen, and what minimum action can prevent it.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C9E459-00CF-0306-6B65-771E1A8D157E}"/>
                </a:ext>
              </a:extLst>
            </p:cNvPr>
            <p:cNvSpPr/>
            <p:nvPr/>
          </p:nvSpPr>
          <p:spPr>
            <a:xfrm>
              <a:off x="566928" y="2331720"/>
              <a:ext cx="2487168" cy="384048"/>
            </a:xfrm>
            <a:prstGeom prst="rect">
              <a:avLst/>
            </a:prstGeom>
            <a:solidFill>
              <a:srgbClr val="005337"/>
            </a:solidFill>
            <a:ln w="12700">
              <a:solidFill>
                <a:srgbClr val="0053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4B69E1-CF06-0718-E301-BEBBA2397E2D}"/>
                </a:ext>
              </a:extLst>
            </p:cNvPr>
            <p:cNvSpPr txBox="1"/>
            <p:nvPr/>
          </p:nvSpPr>
          <p:spPr>
            <a:xfrm>
              <a:off x="676656" y="2404872"/>
              <a:ext cx="2267713" cy="295824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ctr">
                <a:defRPr sz="1120" b="1">
                  <a:solidFill>
                    <a:srgbClr val="FFFFFF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NABARD objective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5A5846-A663-B502-6AE8-3FCB471BBC66}"/>
                </a:ext>
              </a:extLst>
            </p:cNvPr>
            <p:cNvSpPr/>
            <p:nvPr/>
          </p:nvSpPr>
          <p:spPr>
            <a:xfrm>
              <a:off x="3054096" y="2331720"/>
              <a:ext cx="4626864" cy="384048"/>
            </a:xfrm>
            <a:prstGeom prst="rect">
              <a:avLst/>
            </a:prstGeom>
            <a:solidFill>
              <a:srgbClr val="005337"/>
            </a:solidFill>
            <a:ln w="12700">
              <a:solidFill>
                <a:srgbClr val="0053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45470B6-EA46-6F28-D084-32946F300AFA}"/>
                </a:ext>
              </a:extLst>
            </p:cNvPr>
            <p:cNvSpPr txBox="1"/>
            <p:nvPr/>
          </p:nvSpPr>
          <p:spPr>
            <a:xfrm>
              <a:off x="3163824" y="2404872"/>
              <a:ext cx="4407406" cy="295824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ctr">
                <a:defRPr sz="1120" b="1">
                  <a:solidFill>
                    <a:srgbClr val="FFFFFF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How RaKVa Setu AI delivers it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7B68AB4-85F9-7418-E690-6F4CFA653C68}"/>
                </a:ext>
              </a:extLst>
            </p:cNvPr>
            <p:cNvSpPr/>
            <p:nvPr/>
          </p:nvSpPr>
          <p:spPr>
            <a:xfrm>
              <a:off x="7680960" y="2331720"/>
              <a:ext cx="3904487" cy="384048"/>
            </a:xfrm>
            <a:prstGeom prst="rect">
              <a:avLst/>
            </a:prstGeom>
            <a:solidFill>
              <a:srgbClr val="005337"/>
            </a:solidFill>
            <a:ln w="12700">
              <a:solidFill>
                <a:srgbClr val="0053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CBAEEC-E0D7-09EF-C992-33B7129E4DEC}"/>
                </a:ext>
              </a:extLst>
            </p:cNvPr>
            <p:cNvSpPr txBox="1"/>
            <p:nvPr/>
          </p:nvSpPr>
          <p:spPr>
            <a:xfrm>
              <a:off x="7790688" y="2404872"/>
              <a:ext cx="3685031" cy="295824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ctr">
                <a:defRPr sz="1120" b="1">
                  <a:solidFill>
                    <a:srgbClr val="FFFFFF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Round 2 demo proof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835FA9E-ED61-4F2C-2571-5C932182E329}"/>
                </a:ext>
              </a:extLst>
            </p:cNvPr>
            <p:cNvSpPr/>
            <p:nvPr/>
          </p:nvSpPr>
          <p:spPr>
            <a:xfrm>
              <a:off x="566928" y="2715768"/>
              <a:ext cx="2487168" cy="5212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8C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4E268A-A87E-D71E-67DD-5F3018A6C78F}"/>
                </a:ext>
              </a:extLst>
            </p:cNvPr>
            <p:cNvSpPr txBox="1"/>
            <p:nvPr/>
          </p:nvSpPr>
          <p:spPr>
            <a:xfrm>
              <a:off x="676656" y="2784348"/>
              <a:ext cx="2267713" cy="49557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1019" b="1">
                  <a:solidFill>
                    <a:srgbClr val="005337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3–6 month cash-flow prediction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5BB72C7-77CF-DBF6-2706-90AADA9EF5A1}"/>
                </a:ext>
              </a:extLst>
            </p:cNvPr>
            <p:cNvSpPr/>
            <p:nvPr/>
          </p:nvSpPr>
          <p:spPr>
            <a:xfrm>
              <a:off x="3054096" y="2715768"/>
              <a:ext cx="4626864" cy="5212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8C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41CAE6B-EA64-5A80-FBD3-7959775A505C}"/>
                </a:ext>
              </a:extLst>
            </p:cNvPr>
            <p:cNvSpPr txBox="1"/>
            <p:nvPr/>
          </p:nvSpPr>
          <p:spPr>
            <a:xfrm>
              <a:off x="3163824" y="2784348"/>
              <a:ext cx="4407406" cy="46548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950" b="0">
                  <a:solidFill>
                    <a:srgbClr val="454E56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Forecast future income, expenses and cash position using enterprise records + UPI proxies + market/climate signals.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50DABCA-F3C8-6778-3B59-71337BB9B4D1}"/>
                </a:ext>
              </a:extLst>
            </p:cNvPr>
            <p:cNvSpPr/>
            <p:nvPr/>
          </p:nvSpPr>
          <p:spPr>
            <a:xfrm>
              <a:off x="7680960" y="2715768"/>
              <a:ext cx="3904487" cy="5212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8C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6326037-A73E-3A6F-383C-F19B100DAA43}"/>
                </a:ext>
              </a:extLst>
            </p:cNvPr>
            <p:cNvSpPr txBox="1"/>
            <p:nvPr/>
          </p:nvSpPr>
          <p:spPr>
            <a:xfrm>
              <a:off x="7790688" y="2784348"/>
              <a:ext cx="3685031" cy="46548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950" b="0">
                  <a:solidFill>
                    <a:srgbClr val="454E56"/>
                  </a:solidFill>
                  <a:latin typeface="Aptos"/>
                </a:defRPr>
              </a:pPr>
              <a:r>
                <a:rPr dirty="0">
                  <a:latin typeface="Playfair Display" panose="00000500000000000000" pitchFamily="2" charset="0"/>
                </a:rPr>
                <a:t>Forecast dashboard with confidence range for dairy and rural retail.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3DD82D6-4A41-4ECB-8815-0AED0A67DD9C}"/>
                </a:ext>
              </a:extLst>
            </p:cNvPr>
            <p:cNvSpPr/>
            <p:nvPr/>
          </p:nvSpPr>
          <p:spPr>
            <a:xfrm>
              <a:off x="566928" y="3236975"/>
              <a:ext cx="2487168" cy="521207"/>
            </a:xfrm>
            <a:prstGeom prst="rect">
              <a:avLst/>
            </a:prstGeom>
            <a:solidFill>
              <a:srgbClr val="F8FAF8"/>
            </a:solidFill>
            <a:ln w="12700">
              <a:solidFill>
                <a:srgbClr val="B8C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15EA7D5-6446-CB85-CE4A-22790AC37E09}"/>
                </a:ext>
              </a:extLst>
            </p:cNvPr>
            <p:cNvSpPr txBox="1"/>
            <p:nvPr/>
          </p:nvSpPr>
          <p:spPr>
            <a:xfrm>
              <a:off x="676656" y="3305557"/>
              <a:ext cx="2267713" cy="273891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1019" b="1">
                  <a:solidFill>
                    <a:srgbClr val="005337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Early risk detection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F55D42F-B6B3-0707-6051-807F5A125348}"/>
                </a:ext>
              </a:extLst>
            </p:cNvPr>
            <p:cNvSpPr/>
            <p:nvPr/>
          </p:nvSpPr>
          <p:spPr>
            <a:xfrm>
              <a:off x="3054096" y="3236975"/>
              <a:ext cx="4626864" cy="521207"/>
            </a:xfrm>
            <a:prstGeom prst="rect">
              <a:avLst/>
            </a:prstGeom>
            <a:solidFill>
              <a:srgbClr val="F8FAF8"/>
            </a:solidFill>
            <a:ln w="12700">
              <a:solidFill>
                <a:srgbClr val="B8C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601D867B-D25C-A499-EA83-A3B6C4F98F35}"/>
                </a:ext>
              </a:extLst>
            </p:cNvPr>
            <p:cNvSpPr txBox="1"/>
            <p:nvPr/>
          </p:nvSpPr>
          <p:spPr>
            <a:xfrm>
              <a:off x="3163824" y="3305557"/>
              <a:ext cx="4407406" cy="46548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950" b="0">
                  <a:solidFill>
                    <a:srgbClr val="454E56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Classifies Low / Moderate / High risk using cash-gap timing, repayment pressure and external shock exposure.</a:t>
              </a:r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F26B1B6E-0F42-A665-E5A4-21C0278B607E}"/>
                </a:ext>
              </a:extLst>
            </p:cNvPr>
            <p:cNvSpPr/>
            <p:nvPr/>
          </p:nvSpPr>
          <p:spPr>
            <a:xfrm>
              <a:off x="7680960" y="3236975"/>
              <a:ext cx="3904487" cy="521207"/>
            </a:xfrm>
            <a:prstGeom prst="rect">
              <a:avLst/>
            </a:prstGeom>
            <a:solidFill>
              <a:srgbClr val="F8FAF8"/>
            </a:solidFill>
            <a:ln w="12700">
              <a:solidFill>
                <a:srgbClr val="B8C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3978275F-7413-3750-A2B3-E98C572A06E9}"/>
                </a:ext>
              </a:extLst>
            </p:cNvPr>
            <p:cNvSpPr txBox="1"/>
            <p:nvPr/>
          </p:nvSpPr>
          <p:spPr>
            <a:xfrm>
              <a:off x="7790688" y="3305557"/>
              <a:ext cx="3685031" cy="46548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950" b="0">
                  <a:solidFill>
                    <a:srgbClr val="454E56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Risk panel showing top three drivers and critical shortage date.</a:t>
              </a:r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32AEEBF3-BD26-59B1-4628-350F334092AB}"/>
                </a:ext>
              </a:extLst>
            </p:cNvPr>
            <p:cNvSpPr/>
            <p:nvPr/>
          </p:nvSpPr>
          <p:spPr>
            <a:xfrm>
              <a:off x="566928" y="3758183"/>
              <a:ext cx="2487168" cy="5212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8C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62" name="TextBox 461">
              <a:extLst>
                <a:ext uri="{FF2B5EF4-FFF2-40B4-BE49-F238E27FC236}">
                  <a16:creationId xmlns:a16="http://schemas.microsoft.com/office/drawing/2014/main" id="{3F89C722-EBD2-F2AE-BEC7-7A7BFBF4AB03}"/>
                </a:ext>
              </a:extLst>
            </p:cNvPr>
            <p:cNvSpPr txBox="1"/>
            <p:nvPr/>
          </p:nvSpPr>
          <p:spPr>
            <a:xfrm>
              <a:off x="676656" y="3826762"/>
              <a:ext cx="2267713" cy="273891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1019" b="1">
                  <a:solidFill>
                    <a:srgbClr val="005337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Actionable intervention</a:t>
              </a:r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0B763498-1625-D0A1-51F1-45B58BE862C5}"/>
                </a:ext>
              </a:extLst>
            </p:cNvPr>
            <p:cNvSpPr/>
            <p:nvPr/>
          </p:nvSpPr>
          <p:spPr>
            <a:xfrm>
              <a:off x="3054096" y="3758183"/>
              <a:ext cx="4626864" cy="5212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8C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D345006F-6521-A3CD-78DF-C427FD7ECAD3}"/>
                </a:ext>
              </a:extLst>
            </p:cNvPr>
            <p:cNvSpPr txBox="1"/>
            <p:nvPr/>
          </p:nvSpPr>
          <p:spPr>
            <a:xfrm>
              <a:off x="3163824" y="3826762"/>
              <a:ext cx="4407406" cy="672130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950" b="0">
                  <a:solidFill>
                    <a:srgbClr val="454E56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Calculates the Resilience Gap and compares rescue options such as bridge credit, repayment shift and group intervention.</a:t>
              </a:r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231D13AD-C8C9-6882-628F-F2CF2863C48C}"/>
                </a:ext>
              </a:extLst>
            </p:cNvPr>
            <p:cNvSpPr/>
            <p:nvPr/>
          </p:nvSpPr>
          <p:spPr>
            <a:xfrm>
              <a:off x="7680960" y="3758183"/>
              <a:ext cx="3904487" cy="5212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8C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78" name="TextBox 477">
              <a:extLst>
                <a:ext uri="{FF2B5EF4-FFF2-40B4-BE49-F238E27FC236}">
                  <a16:creationId xmlns:a16="http://schemas.microsoft.com/office/drawing/2014/main" id="{B858B828-5C01-DECE-08E9-9F0BF1C9AA9A}"/>
                </a:ext>
              </a:extLst>
            </p:cNvPr>
            <p:cNvSpPr txBox="1"/>
            <p:nvPr/>
          </p:nvSpPr>
          <p:spPr>
            <a:xfrm>
              <a:off x="7790688" y="3826762"/>
              <a:ext cx="3685031" cy="258846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950" b="0">
                  <a:solidFill>
                    <a:srgbClr val="454E56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Risk-to-Rescue table with before/after risk level.</a:t>
              </a:r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93EBB18E-C9B8-891C-F4BF-58B5FA243590}"/>
                </a:ext>
              </a:extLst>
            </p:cNvPr>
            <p:cNvSpPr/>
            <p:nvPr/>
          </p:nvSpPr>
          <p:spPr>
            <a:xfrm>
              <a:off x="566928" y="4279392"/>
              <a:ext cx="2487168" cy="521207"/>
            </a:xfrm>
            <a:prstGeom prst="rect">
              <a:avLst/>
            </a:prstGeom>
            <a:solidFill>
              <a:srgbClr val="F8FAF8"/>
            </a:solidFill>
            <a:ln w="12700">
              <a:solidFill>
                <a:srgbClr val="B8C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3CF55952-9CB4-456C-A743-032BAA758E35}"/>
                </a:ext>
              </a:extLst>
            </p:cNvPr>
            <p:cNvSpPr txBox="1"/>
            <p:nvPr/>
          </p:nvSpPr>
          <p:spPr>
            <a:xfrm>
              <a:off x="676656" y="4347973"/>
              <a:ext cx="2267713" cy="49557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1019" b="1">
                  <a:solidFill>
                    <a:srgbClr val="005337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Low-network rural usability</a:t>
              </a:r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068305BA-9371-E205-ABFD-A3BDED349A18}"/>
                </a:ext>
              </a:extLst>
            </p:cNvPr>
            <p:cNvSpPr/>
            <p:nvPr/>
          </p:nvSpPr>
          <p:spPr>
            <a:xfrm>
              <a:off x="3054096" y="4279392"/>
              <a:ext cx="4626864" cy="521207"/>
            </a:xfrm>
            <a:prstGeom prst="rect">
              <a:avLst/>
            </a:prstGeom>
            <a:solidFill>
              <a:srgbClr val="F8FAF8"/>
            </a:solidFill>
            <a:ln w="12700">
              <a:solidFill>
                <a:srgbClr val="B8C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id="{0D245DC2-5F95-CF42-470F-6701E515F97E}"/>
                </a:ext>
              </a:extLst>
            </p:cNvPr>
            <p:cNvSpPr txBox="1"/>
            <p:nvPr/>
          </p:nvSpPr>
          <p:spPr>
            <a:xfrm>
              <a:off x="3163824" y="4347973"/>
              <a:ext cx="4407406" cy="46548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950" b="0">
                  <a:solidFill>
                    <a:srgbClr val="454E56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Offline-first app with simple data entry, voice/local-language support and sync when connectivity returns.</a:t>
              </a:r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FC0406BD-2CE4-199C-B9D7-89B4AC4781F9}"/>
                </a:ext>
              </a:extLst>
            </p:cNvPr>
            <p:cNvSpPr/>
            <p:nvPr/>
          </p:nvSpPr>
          <p:spPr>
            <a:xfrm>
              <a:off x="7680960" y="4279392"/>
              <a:ext cx="3904487" cy="521207"/>
            </a:xfrm>
            <a:prstGeom prst="rect">
              <a:avLst/>
            </a:prstGeom>
            <a:solidFill>
              <a:srgbClr val="F8FAF8"/>
            </a:solidFill>
            <a:ln w="12700">
              <a:solidFill>
                <a:srgbClr val="B8C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3F9C6597-B32F-5F56-CD36-8472FC0B3316}"/>
                </a:ext>
              </a:extLst>
            </p:cNvPr>
            <p:cNvSpPr txBox="1"/>
            <p:nvPr/>
          </p:nvSpPr>
          <p:spPr>
            <a:xfrm>
              <a:off x="7790688" y="4347973"/>
              <a:ext cx="3685031" cy="46548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950" b="0">
                  <a:solidFill>
                    <a:srgbClr val="454E56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Mobile UI flow with offline data capture and field officer review.</a:t>
              </a:r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52A405E6-5170-D1F7-5214-920AC43AAE12}"/>
                </a:ext>
              </a:extLst>
            </p:cNvPr>
            <p:cNvSpPr/>
            <p:nvPr/>
          </p:nvSpPr>
          <p:spPr>
            <a:xfrm>
              <a:off x="566928" y="4800600"/>
              <a:ext cx="2487168" cy="5212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8C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DCC15E95-D70E-03C3-B945-44CA2362AF92}"/>
                </a:ext>
              </a:extLst>
            </p:cNvPr>
            <p:cNvSpPr txBox="1"/>
            <p:nvPr/>
          </p:nvSpPr>
          <p:spPr>
            <a:xfrm>
              <a:off x="676656" y="4869180"/>
              <a:ext cx="2267713" cy="273891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1019" b="1">
                  <a:solidFill>
                    <a:srgbClr val="005337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Scalable public-good value</a:t>
              </a:r>
            </a:p>
          </p:txBody>
        </p:sp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5A698C0F-B60E-9F80-3213-942BDE94E843}"/>
                </a:ext>
              </a:extLst>
            </p:cNvPr>
            <p:cNvSpPr/>
            <p:nvPr/>
          </p:nvSpPr>
          <p:spPr>
            <a:xfrm>
              <a:off x="3054096" y="4800600"/>
              <a:ext cx="4626864" cy="5212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8C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D25E74B7-3147-2256-46A5-539A54C49A78}"/>
                </a:ext>
              </a:extLst>
            </p:cNvPr>
            <p:cNvSpPr txBox="1"/>
            <p:nvPr/>
          </p:nvSpPr>
          <p:spPr>
            <a:xfrm>
              <a:off x="3163824" y="4869180"/>
              <a:ext cx="4407406" cy="46548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950" b="0">
                  <a:solidFill>
                    <a:srgbClr val="454E56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Village/FPO Shock Radar detects correlated risk across sectors so NABARD can act at portfolio level.</a:t>
              </a: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82B241BC-BFD7-1EF4-7E20-112A2CE94079}"/>
                </a:ext>
              </a:extLst>
            </p:cNvPr>
            <p:cNvSpPr/>
            <p:nvPr/>
          </p:nvSpPr>
          <p:spPr>
            <a:xfrm>
              <a:off x="7680960" y="4800600"/>
              <a:ext cx="3904487" cy="5212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8C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C3D940AE-C8C6-BD6D-8EEF-69EE2E37B613}"/>
                </a:ext>
              </a:extLst>
            </p:cNvPr>
            <p:cNvSpPr txBox="1"/>
            <p:nvPr/>
          </p:nvSpPr>
          <p:spPr>
            <a:xfrm>
              <a:off x="7790688" y="4869180"/>
              <a:ext cx="3685031" cy="46548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950" b="0">
                  <a:solidFill>
                    <a:srgbClr val="454E56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Cluster alert demo showing common shock and recommended group response.</a:t>
              </a:r>
            </a:p>
          </p:txBody>
        </p:sp>
        <p:sp>
          <p:nvSpPr>
            <p:cNvPr id="510" name="Rounded Rectangle 45">
              <a:extLst>
                <a:ext uri="{FF2B5EF4-FFF2-40B4-BE49-F238E27FC236}">
                  <a16:creationId xmlns:a16="http://schemas.microsoft.com/office/drawing/2014/main" id="{112B3D85-400C-DB0A-B0A3-646644A0A438}"/>
                </a:ext>
              </a:extLst>
            </p:cNvPr>
            <p:cNvSpPr/>
            <p:nvPr/>
          </p:nvSpPr>
          <p:spPr>
            <a:xfrm>
              <a:off x="566928" y="5422392"/>
              <a:ext cx="3493008" cy="804672"/>
            </a:xfrm>
            <a:prstGeom prst="roundRect">
              <a:avLst/>
            </a:prstGeom>
            <a:solidFill>
              <a:srgbClr val="EBF8F1"/>
            </a:solidFill>
            <a:ln w="12700">
              <a:solidFill>
                <a:srgbClr val="007D5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B2B020F2-3806-029D-5A5D-CBFBA37D46D3}"/>
                </a:ext>
              </a:extLst>
            </p:cNvPr>
            <p:cNvSpPr txBox="1"/>
            <p:nvPr/>
          </p:nvSpPr>
          <p:spPr>
            <a:xfrm>
              <a:off x="713232" y="5513832"/>
              <a:ext cx="3200400" cy="28059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1050" b="1">
                  <a:solidFill>
                    <a:srgbClr val="007D56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Innovation</a:t>
              </a: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ED5B5015-A807-EC32-58B2-0648C427A7B2}"/>
                </a:ext>
              </a:extLst>
            </p:cNvPr>
            <p:cNvSpPr txBox="1"/>
            <p:nvPr/>
          </p:nvSpPr>
          <p:spPr>
            <a:xfrm>
              <a:off x="713232" y="5688013"/>
              <a:ext cx="3200400" cy="504641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1040" b="0">
                  <a:solidFill>
                    <a:srgbClr val="454E56"/>
                  </a:solidFill>
                  <a:latin typeface="Aptos"/>
                </a:defRPr>
              </a:pPr>
              <a:r>
                <a:rPr dirty="0">
                  <a:latin typeface="Playfair Display" panose="00000500000000000000" pitchFamily="2" charset="0"/>
                </a:rPr>
                <a:t>Digital Twin + Resilience Gap + Risk-to-Rescue</a:t>
              </a:r>
            </a:p>
          </p:txBody>
        </p:sp>
        <p:sp>
          <p:nvSpPr>
            <p:cNvPr id="388" name="Rounded Rectangle 48">
              <a:extLst>
                <a:ext uri="{FF2B5EF4-FFF2-40B4-BE49-F238E27FC236}">
                  <a16:creationId xmlns:a16="http://schemas.microsoft.com/office/drawing/2014/main" id="{856C4458-F29E-5978-37E2-E54D180AA9F7}"/>
                </a:ext>
              </a:extLst>
            </p:cNvPr>
            <p:cNvSpPr/>
            <p:nvPr/>
          </p:nvSpPr>
          <p:spPr>
            <a:xfrm>
              <a:off x="4315968" y="5422392"/>
              <a:ext cx="3493008" cy="804672"/>
            </a:xfrm>
            <a:prstGeom prst="roundRect">
              <a:avLst/>
            </a:prstGeom>
            <a:solidFill>
              <a:srgbClr val="FFF8E8"/>
            </a:solidFill>
            <a:ln w="12700">
              <a:solidFill>
                <a:srgbClr val="D57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56647506-80D7-5EE4-D3C4-94EE1F0FAFBA}"/>
                </a:ext>
              </a:extLst>
            </p:cNvPr>
            <p:cNvSpPr txBox="1"/>
            <p:nvPr/>
          </p:nvSpPr>
          <p:spPr>
            <a:xfrm>
              <a:off x="4462272" y="5513832"/>
              <a:ext cx="3200400" cy="28059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1050" b="1">
                  <a:solidFill>
                    <a:srgbClr val="D57D00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Feasibility</a:t>
              </a:r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CA1AF411-914A-1192-F19C-2AC6AC861663}"/>
                </a:ext>
              </a:extLst>
            </p:cNvPr>
            <p:cNvSpPr txBox="1"/>
            <p:nvPr/>
          </p:nvSpPr>
          <p:spPr>
            <a:xfrm>
              <a:off x="4462270" y="5688014"/>
              <a:ext cx="3200400" cy="504641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1040" b="0">
                  <a:solidFill>
                    <a:srgbClr val="454E56"/>
                  </a:solidFill>
                  <a:latin typeface="Aptos"/>
                </a:defRPr>
              </a:pPr>
              <a:r>
                <a:rPr dirty="0">
                  <a:latin typeface="Playfair Display" panose="00000500000000000000" pitchFamily="2" charset="0"/>
                </a:rPr>
                <a:t>Prototype with mock datasets, two sectors and explainable AI</a:t>
              </a:r>
            </a:p>
          </p:txBody>
        </p:sp>
        <p:sp>
          <p:nvSpPr>
            <p:cNvPr id="394" name="Rounded Rectangle 51">
              <a:extLst>
                <a:ext uri="{FF2B5EF4-FFF2-40B4-BE49-F238E27FC236}">
                  <a16:creationId xmlns:a16="http://schemas.microsoft.com/office/drawing/2014/main" id="{C797813D-C4E6-A3F6-61A7-9F0F2ADDB7A6}"/>
                </a:ext>
              </a:extLst>
            </p:cNvPr>
            <p:cNvSpPr/>
            <p:nvPr/>
          </p:nvSpPr>
          <p:spPr>
            <a:xfrm>
              <a:off x="8065007" y="5422392"/>
              <a:ext cx="3493008" cy="804672"/>
            </a:xfrm>
            <a:prstGeom prst="roundRect">
              <a:avLst/>
            </a:prstGeom>
            <a:solidFill>
              <a:srgbClr val="EEF6FF"/>
            </a:solidFill>
            <a:ln w="12700">
              <a:solidFill>
                <a:srgbClr val="2A659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Playfair Display" panose="00000500000000000000" pitchFamily="2" charset="0"/>
              </a:endParaRP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CCE9B9D4-E2D7-E45A-4A1F-64D76D36334B}"/>
                </a:ext>
              </a:extLst>
            </p:cNvPr>
            <p:cNvSpPr txBox="1"/>
            <p:nvPr/>
          </p:nvSpPr>
          <p:spPr>
            <a:xfrm>
              <a:off x="8211311" y="5513832"/>
              <a:ext cx="3200400" cy="280598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1050" b="1">
                  <a:solidFill>
                    <a:srgbClr val="2A659F"/>
                  </a:solidFill>
                  <a:latin typeface="Aptos"/>
                </a:defRPr>
              </a:pPr>
              <a:r>
                <a:rPr>
                  <a:latin typeface="Playfair Display" panose="00000500000000000000" pitchFamily="2" charset="0"/>
                </a:rPr>
                <a:t>Impact</a:t>
              </a:r>
            </a:p>
          </p:txBody>
        </p: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802DA126-F67F-6D54-21A6-E7A3B879C23F}"/>
                </a:ext>
              </a:extLst>
            </p:cNvPr>
            <p:cNvSpPr txBox="1"/>
            <p:nvPr/>
          </p:nvSpPr>
          <p:spPr>
            <a:xfrm>
              <a:off x="8211311" y="5696712"/>
              <a:ext cx="3200400" cy="504641"/>
            </a:xfrm>
            <a:prstGeom prst="rect">
              <a:avLst/>
            </a:prstGeom>
            <a:noFill/>
          </p:spPr>
          <p:txBody>
            <a:bodyPr wrap="square" lIns="36576" tIns="18288" rIns="36576" bIns="18288">
              <a:spAutoFit/>
            </a:bodyPr>
            <a:lstStyle/>
            <a:p>
              <a:pPr algn="l">
                <a:defRPr sz="1040" b="0">
                  <a:solidFill>
                    <a:srgbClr val="454E56"/>
                  </a:solidFill>
                  <a:latin typeface="Aptos"/>
                </a:defRPr>
              </a:pPr>
              <a:r>
                <a:rPr dirty="0">
                  <a:latin typeface="Playfair Display" panose="00000500000000000000" pitchFamily="2" charset="0"/>
                </a:rPr>
                <a:t>Earlier intervention, stronger credit appraisal and safer lending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8168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74"/>
          <p:cNvSpPr/>
          <p:nvPr/>
        </p:nvSpPr>
        <p:spPr>
          <a:xfrm>
            <a:off x="5361581" y="1079800"/>
            <a:ext cx="943836" cy="1622420"/>
          </a:xfrm>
          <a:custGeom>
            <a:avLst/>
            <a:gdLst/>
            <a:ahLst/>
            <a:cxnLst/>
            <a:rect l="l" t="t" r="r" b="b"/>
            <a:pathLst>
              <a:path w="60309" h="103669" extrusionOk="0">
                <a:moveTo>
                  <a:pt x="31920" y="3015"/>
                </a:moveTo>
                <a:lnTo>
                  <a:pt x="31920" y="3015"/>
                </a:lnTo>
                <a:cubicBezTo>
                  <a:pt x="34401" y="6892"/>
                  <a:pt x="36541" y="10925"/>
                  <a:pt x="38030" y="15299"/>
                </a:cubicBezTo>
                <a:cubicBezTo>
                  <a:pt x="38930" y="17920"/>
                  <a:pt x="39519" y="20525"/>
                  <a:pt x="39752" y="23271"/>
                </a:cubicBezTo>
                <a:cubicBezTo>
                  <a:pt x="39891" y="24558"/>
                  <a:pt x="39985" y="25845"/>
                  <a:pt x="39891" y="27163"/>
                </a:cubicBezTo>
                <a:cubicBezTo>
                  <a:pt x="39628" y="23906"/>
                  <a:pt x="39178" y="20665"/>
                  <a:pt x="38573" y="17470"/>
                </a:cubicBezTo>
                <a:cubicBezTo>
                  <a:pt x="38536" y="17271"/>
                  <a:pt x="38390" y="17185"/>
                  <a:pt x="38233" y="17185"/>
                </a:cubicBezTo>
                <a:cubicBezTo>
                  <a:pt x="37999" y="17185"/>
                  <a:pt x="37742" y="17380"/>
                  <a:pt x="37798" y="17687"/>
                </a:cubicBezTo>
                <a:cubicBezTo>
                  <a:pt x="38015" y="18819"/>
                  <a:pt x="38185" y="19936"/>
                  <a:pt x="38356" y="21068"/>
                </a:cubicBezTo>
                <a:cubicBezTo>
                  <a:pt x="37953" y="19486"/>
                  <a:pt x="37425" y="17951"/>
                  <a:pt x="36945" y="16400"/>
                </a:cubicBezTo>
                <a:cubicBezTo>
                  <a:pt x="35549" y="11793"/>
                  <a:pt x="34308" y="7218"/>
                  <a:pt x="31920" y="3015"/>
                </a:cubicBezTo>
                <a:close/>
                <a:moveTo>
                  <a:pt x="32804" y="5791"/>
                </a:moveTo>
                <a:cubicBezTo>
                  <a:pt x="34370" y="9234"/>
                  <a:pt x="35394" y="12864"/>
                  <a:pt x="36479" y="16524"/>
                </a:cubicBezTo>
                <a:cubicBezTo>
                  <a:pt x="37146" y="18742"/>
                  <a:pt x="37922" y="20867"/>
                  <a:pt x="38310" y="23131"/>
                </a:cubicBezTo>
                <a:cubicBezTo>
                  <a:pt x="38635" y="24992"/>
                  <a:pt x="38666" y="26900"/>
                  <a:pt x="38806" y="28792"/>
                </a:cubicBezTo>
                <a:cubicBezTo>
                  <a:pt x="37875" y="25954"/>
                  <a:pt x="37162" y="23053"/>
                  <a:pt x="36479" y="20153"/>
                </a:cubicBezTo>
                <a:cubicBezTo>
                  <a:pt x="35456" y="15748"/>
                  <a:pt x="34525" y="11328"/>
                  <a:pt x="33191" y="7001"/>
                </a:cubicBezTo>
                <a:cubicBezTo>
                  <a:pt x="33052" y="6598"/>
                  <a:pt x="32928" y="6194"/>
                  <a:pt x="32804" y="5791"/>
                </a:cubicBezTo>
                <a:close/>
                <a:moveTo>
                  <a:pt x="33951" y="5279"/>
                </a:moveTo>
                <a:lnTo>
                  <a:pt x="33951" y="5279"/>
                </a:lnTo>
                <a:cubicBezTo>
                  <a:pt x="35626" y="7420"/>
                  <a:pt x="37146" y="9684"/>
                  <a:pt x="38356" y="12119"/>
                </a:cubicBezTo>
                <a:cubicBezTo>
                  <a:pt x="40357" y="16074"/>
                  <a:pt x="41489" y="20463"/>
                  <a:pt x="41256" y="24899"/>
                </a:cubicBezTo>
                <a:cubicBezTo>
                  <a:pt x="41132" y="26915"/>
                  <a:pt x="40745" y="28901"/>
                  <a:pt x="40140" y="30808"/>
                </a:cubicBezTo>
                <a:cubicBezTo>
                  <a:pt x="40124" y="30529"/>
                  <a:pt x="40109" y="30219"/>
                  <a:pt x="40109" y="29924"/>
                </a:cubicBezTo>
                <a:cubicBezTo>
                  <a:pt x="40155" y="29211"/>
                  <a:pt x="40279" y="28482"/>
                  <a:pt x="40357" y="27768"/>
                </a:cubicBezTo>
                <a:cubicBezTo>
                  <a:pt x="40527" y="26279"/>
                  <a:pt x="40419" y="24759"/>
                  <a:pt x="40295" y="23255"/>
                </a:cubicBezTo>
                <a:cubicBezTo>
                  <a:pt x="40078" y="20463"/>
                  <a:pt x="39442" y="17811"/>
                  <a:pt x="38558" y="15144"/>
                </a:cubicBezTo>
                <a:cubicBezTo>
                  <a:pt x="37394" y="11669"/>
                  <a:pt x="35797" y="8412"/>
                  <a:pt x="33951" y="5279"/>
                </a:cubicBezTo>
                <a:close/>
                <a:moveTo>
                  <a:pt x="50267" y="20525"/>
                </a:moveTo>
                <a:cubicBezTo>
                  <a:pt x="49833" y="21177"/>
                  <a:pt x="49430" y="21859"/>
                  <a:pt x="49027" y="22542"/>
                </a:cubicBezTo>
                <a:cubicBezTo>
                  <a:pt x="47972" y="24279"/>
                  <a:pt x="46964" y="26047"/>
                  <a:pt x="45987" y="27830"/>
                </a:cubicBezTo>
                <a:cubicBezTo>
                  <a:pt x="44296" y="30932"/>
                  <a:pt x="42962" y="34220"/>
                  <a:pt x="41287" y="37322"/>
                </a:cubicBezTo>
                <a:cubicBezTo>
                  <a:pt x="41799" y="35042"/>
                  <a:pt x="42544" y="32809"/>
                  <a:pt x="43521" y="30700"/>
                </a:cubicBezTo>
                <a:cubicBezTo>
                  <a:pt x="44979" y="27520"/>
                  <a:pt x="46886" y="24589"/>
                  <a:pt x="49089" y="21890"/>
                </a:cubicBezTo>
                <a:cubicBezTo>
                  <a:pt x="49476" y="21425"/>
                  <a:pt x="49864" y="20960"/>
                  <a:pt x="50267" y="20525"/>
                </a:cubicBezTo>
                <a:close/>
                <a:moveTo>
                  <a:pt x="26243" y="19765"/>
                </a:moveTo>
                <a:lnTo>
                  <a:pt x="26243" y="19765"/>
                </a:lnTo>
                <a:cubicBezTo>
                  <a:pt x="27732" y="22697"/>
                  <a:pt x="29423" y="25535"/>
                  <a:pt x="31051" y="28373"/>
                </a:cubicBezTo>
                <a:cubicBezTo>
                  <a:pt x="32075" y="30141"/>
                  <a:pt x="33114" y="31894"/>
                  <a:pt x="34153" y="33662"/>
                </a:cubicBezTo>
                <a:cubicBezTo>
                  <a:pt x="34866" y="34887"/>
                  <a:pt x="35549" y="36159"/>
                  <a:pt x="36340" y="37353"/>
                </a:cubicBezTo>
                <a:cubicBezTo>
                  <a:pt x="34851" y="35771"/>
                  <a:pt x="33455" y="34112"/>
                  <a:pt x="32214" y="32328"/>
                </a:cubicBezTo>
                <a:cubicBezTo>
                  <a:pt x="30105" y="29304"/>
                  <a:pt x="28430" y="26031"/>
                  <a:pt x="27174" y="22573"/>
                </a:cubicBezTo>
                <a:cubicBezTo>
                  <a:pt x="26832" y="21642"/>
                  <a:pt x="26538" y="20711"/>
                  <a:pt x="26243" y="19765"/>
                </a:cubicBezTo>
                <a:close/>
                <a:moveTo>
                  <a:pt x="51338" y="19874"/>
                </a:moveTo>
                <a:lnTo>
                  <a:pt x="51338" y="19874"/>
                </a:lnTo>
                <a:cubicBezTo>
                  <a:pt x="49895" y="23364"/>
                  <a:pt x="48422" y="26853"/>
                  <a:pt x="46623" y="30157"/>
                </a:cubicBezTo>
                <a:cubicBezTo>
                  <a:pt x="45646" y="31940"/>
                  <a:pt x="44560" y="33646"/>
                  <a:pt x="43397" y="35290"/>
                </a:cubicBezTo>
                <a:cubicBezTo>
                  <a:pt x="42854" y="36081"/>
                  <a:pt x="42280" y="36841"/>
                  <a:pt x="41722" y="37617"/>
                </a:cubicBezTo>
                <a:cubicBezTo>
                  <a:pt x="43288" y="34686"/>
                  <a:pt x="44560" y="31615"/>
                  <a:pt x="46111" y="28652"/>
                </a:cubicBezTo>
                <a:cubicBezTo>
                  <a:pt x="47088" y="26838"/>
                  <a:pt x="48096" y="25008"/>
                  <a:pt x="49182" y="23255"/>
                </a:cubicBezTo>
                <a:cubicBezTo>
                  <a:pt x="49880" y="22107"/>
                  <a:pt x="50516" y="20929"/>
                  <a:pt x="51338" y="19874"/>
                </a:cubicBezTo>
                <a:close/>
                <a:moveTo>
                  <a:pt x="26646" y="18183"/>
                </a:moveTo>
                <a:lnTo>
                  <a:pt x="26646" y="18183"/>
                </a:lnTo>
                <a:cubicBezTo>
                  <a:pt x="29252" y="20401"/>
                  <a:pt x="31578" y="22976"/>
                  <a:pt x="33393" y="25907"/>
                </a:cubicBezTo>
                <a:cubicBezTo>
                  <a:pt x="35254" y="28916"/>
                  <a:pt x="36526" y="32189"/>
                  <a:pt x="37565" y="35539"/>
                </a:cubicBezTo>
                <a:cubicBezTo>
                  <a:pt x="37875" y="36516"/>
                  <a:pt x="38154" y="37493"/>
                  <a:pt x="38434" y="38485"/>
                </a:cubicBezTo>
                <a:cubicBezTo>
                  <a:pt x="37782" y="36950"/>
                  <a:pt x="37255" y="35368"/>
                  <a:pt x="36402" y="33926"/>
                </a:cubicBezTo>
                <a:cubicBezTo>
                  <a:pt x="35254" y="32018"/>
                  <a:pt x="34432" y="29940"/>
                  <a:pt x="33346" y="27985"/>
                </a:cubicBezTo>
                <a:cubicBezTo>
                  <a:pt x="31423" y="24511"/>
                  <a:pt x="29035" y="21332"/>
                  <a:pt x="26646" y="18183"/>
                </a:cubicBezTo>
                <a:close/>
                <a:moveTo>
                  <a:pt x="26057" y="18276"/>
                </a:moveTo>
                <a:cubicBezTo>
                  <a:pt x="28492" y="21487"/>
                  <a:pt x="30896" y="24728"/>
                  <a:pt x="32881" y="28234"/>
                </a:cubicBezTo>
                <a:cubicBezTo>
                  <a:pt x="33920" y="30079"/>
                  <a:pt x="34758" y="32049"/>
                  <a:pt x="35781" y="33910"/>
                </a:cubicBezTo>
                <a:cubicBezTo>
                  <a:pt x="36619" y="35415"/>
                  <a:pt x="37193" y="36997"/>
                  <a:pt x="37875" y="38547"/>
                </a:cubicBezTo>
                <a:cubicBezTo>
                  <a:pt x="36526" y="36997"/>
                  <a:pt x="35564" y="35058"/>
                  <a:pt x="34525" y="33290"/>
                </a:cubicBezTo>
                <a:cubicBezTo>
                  <a:pt x="33502" y="31568"/>
                  <a:pt x="32493" y="29847"/>
                  <a:pt x="31485" y="28125"/>
                </a:cubicBezTo>
                <a:cubicBezTo>
                  <a:pt x="29624" y="24899"/>
                  <a:pt x="27685" y="21642"/>
                  <a:pt x="26057" y="18276"/>
                </a:cubicBezTo>
                <a:close/>
                <a:moveTo>
                  <a:pt x="52160" y="19238"/>
                </a:moveTo>
                <a:cubicBezTo>
                  <a:pt x="51648" y="21999"/>
                  <a:pt x="50609" y="24666"/>
                  <a:pt x="49399" y="27163"/>
                </a:cubicBezTo>
                <a:cubicBezTo>
                  <a:pt x="47739" y="30498"/>
                  <a:pt x="45692" y="33631"/>
                  <a:pt x="43428" y="36578"/>
                </a:cubicBezTo>
                <a:cubicBezTo>
                  <a:pt x="42730" y="37477"/>
                  <a:pt x="42001" y="38346"/>
                  <a:pt x="41272" y="39230"/>
                </a:cubicBezTo>
                <a:cubicBezTo>
                  <a:pt x="41985" y="38051"/>
                  <a:pt x="42838" y="36966"/>
                  <a:pt x="43660" y="35833"/>
                </a:cubicBezTo>
                <a:cubicBezTo>
                  <a:pt x="44917" y="34112"/>
                  <a:pt x="46018" y="32282"/>
                  <a:pt x="47072" y="30420"/>
                </a:cubicBezTo>
                <a:cubicBezTo>
                  <a:pt x="49042" y="26853"/>
                  <a:pt x="50593" y="23022"/>
                  <a:pt x="52160" y="19238"/>
                </a:cubicBezTo>
                <a:close/>
                <a:moveTo>
                  <a:pt x="23436" y="29257"/>
                </a:moveTo>
                <a:cubicBezTo>
                  <a:pt x="23979" y="30048"/>
                  <a:pt x="24599" y="30824"/>
                  <a:pt x="25157" y="31630"/>
                </a:cubicBezTo>
                <a:cubicBezTo>
                  <a:pt x="26569" y="33615"/>
                  <a:pt x="27856" y="35709"/>
                  <a:pt x="29267" y="37725"/>
                </a:cubicBezTo>
                <a:cubicBezTo>
                  <a:pt x="30586" y="39633"/>
                  <a:pt x="32028" y="41417"/>
                  <a:pt x="33471" y="43216"/>
                </a:cubicBezTo>
                <a:cubicBezTo>
                  <a:pt x="34215" y="44146"/>
                  <a:pt x="34990" y="45062"/>
                  <a:pt x="35642" y="46054"/>
                </a:cubicBezTo>
                <a:cubicBezTo>
                  <a:pt x="35797" y="46287"/>
                  <a:pt x="35937" y="46488"/>
                  <a:pt x="36092" y="46706"/>
                </a:cubicBezTo>
                <a:cubicBezTo>
                  <a:pt x="34324" y="45046"/>
                  <a:pt x="32602" y="43340"/>
                  <a:pt x="30973" y="41510"/>
                </a:cubicBezTo>
                <a:cubicBezTo>
                  <a:pt x="28538" y="38765"/>
                  <a:pt x="26321" y="35756"/>
                  <a:pt x="24708" y="32421"/>
                </a:cubicBezTo>
                <a:cubicBezTo>
                  <a:pt x="24227" y="31398"/>
                  <a:pt x="23808" y="30343"/>
                  <a:pt x="23436" y="29257"/>
                </a:cubicBezTo>
                <a:close/>
                <a:moveTo>
                  <a:pt x="23668" y="28683"/>
                </a:moveTo>
                <a:lnTo>
                  <a:pt x="23668" y="28683"/>
                </a:lnTo>
                <a:cubicBezTo>
                  <a:pt x="24832" y="29769"/>
                  <a:pt x="25840" y="31118"/>
                  <a:pt x="26925" y="32266"/>
                </a:cubicBezTo>
                <a:cubicBezTo>
                  <a:pt x="28492" y="33910"/>
                  <a:pt x="29965" y="35616"/>
                  <a:pt x="31408" y="37400"/>
                </a:cubicBezTo>
                <a:cubicBezTo>
                  <a:pt x="32850" y="39214"/>
                  <a:pt x="34091" y="41045"/>
                  <a:pt x="35068" y="43138"/>
                </a:cubicBezTo>
                <a:cubicBezTo>
                  <a:pt x="35626" y="44364"/>
                  <a:pt x="36154" y="45589"/>
                  <a:pt x="36759" y="46783"/>
                </a:cubicBezTo>
                <a:cubicBezTo>
                  <a:pt x="36402" y="46349"/>
                  <a:pt x="36092" y="45852"/>
                  <a:pt x="35781" y="45372"/>
                </a:cubicBezTo>
                <a:cubicBezTo>
                  <a:pt x="35208" y="44503"/>
                  <a:pt x="34479" y="43712"/>
                  <a:pt x="33827" y="42875"/>
                </a:cubicBezTo>
                <a:cubicBezTo>
                  <a:pt x="32354" y="41014"/>
                  <a:pt x="30880" y="39168"/>
                  <a:pt x="29516" y="37214"/>
                </a:cubicBezTo>
                <a:cubicBezTo>
                  <a:pt x="28244" y="35368"/>
                  <a:pt x="27019" y="33491"/>
                  <a:pt x="25778" y="31630"/>
                </a:cubicBezTo>
                <a:cubicBezTo>
                  <a:pt x="25126" y="30622"/>
                  <a:pt x="24320" y="29676"/>
                  <a:pt x="23668" y="28683"/>
                </a:cubicBezTo>
                <a:close/>
                <a:moveTo>
                  <a:pt x="54905" y="30948"/>
                </a:moveTo>
                <a:lnTo>
                  <a:pt x="54905" y="30948"/>
                </a:lnTo>
                <a:cubicBezTo>
                  <a:pt x="52656" y="33662"/>
                  <a:pt x="50562" y="36531"/>
                  <a:pt x="48360" y="39307"/>
                </a:cubicBezTo>
                <a:cubicBezTo>
                  <a:pt x="46111" y="42208"/>
                  <a:pt x="43676" y="44937"/>
                  <a:pt x="40993" y="47465"/>
                </a:cubicBezTo>
                <a:cubicBezTo>
                  <a:pt x="43288" y="44689"/>
                  <a:pt x="45382" y="41742"/>
                  <a:pt x="47538" y="38873"/>
                </a:cubicBezTo>
                <a:cubicBezTo>
                  <a:pt x="49709" y="35988"/>
                  <a:pt x="52237" y="33383"/>
                  <a:pt x="54905" y="30948"/>
                </a:cubicBezTo>
                <a:close/>
                <a:moveTo>
                  <a:pt x="55308" y="29924"/>
                </a:moveTo>
                <a:lnTo>
                  <a:pt x="55308" y="29924"/>
                </a:lnTo>
                <a:cubicBezTo>
                  <a:pt x="52516" y="32437"/>
                  <a:pt x="49864" y="35104"/>
                  <a:pt x="47538" y="38067"/>
                </a:cubicBezTo>
                <a:cubicBezTo>
                  <a:pt x="45025" y="41262"/>
                  <a:pt x="42745" y="44643"/>
                  <a:pt x="40109" y="47745"/>
                </a:cubicBezTo>
                <a:cubicBezTo>
                  <a:pt x="41349" y="44906"/>
                  <a:pt x="43009" y="42254"/>
                  <a:pt x="44917" y="39835"/>
                </a:cubicBezTo>
                <a:cubicBezTo>
                  <a:pt x="47336" y="36702"/>
                  <a:pt x="50190" y="33910"/>
                  <a:pt x="53276" y="31460"/>
                </a:cubicBezTo>
                <a:cubicBezTo>
                  <a:pt x="53928" y="30932"/>
                  <a:pt x="54610" y="30420"/>
                  <a:pt x="55308" y="29924"/>
                </a:cubicBezTo>
                <a:close/>
                <a:moveTo>
                  <a:pt x="56146" y="30265"/>
                </a:moveTo>
                <a:lnTo>
                  <a:pt x="56146" y="30265"/>
                </a:lnTo>
                <a:cubicBezTo>
                  <a:pt x="54672" y="32778"/>
                  <a:pt x="53090" y="35197"/>
                  <a:pt x="51384" y="37539"/>
                </a:cubicBezTo>
                <a:cubicBezTo>
                  <a:pt x="49135" y="40641"/>
                  <a:pt x="46623" y="43573"/>
                  <a:pt x="43691" y="46039"/>
                </a:cubicBezTo>
                <a:cubicBezTo>
                  <a:pt x="42962" y="46659"/>
                  <a:pt x="42202" y="47233"/>
                  <a:pt x="41411" y="47776"/>
                </a:cubicBezTo>
                <a:cubicBezTo>
                  <a:pt x="43986" y="45356"/>
                  <a:pt x="46328" y="42720"/>
                  <a:pt x="48546" y="39928"/>
                </a:cubicBezTo>
                <a:cubicBezTo>
                  <a:pt x="51074" y="36702"/>
                  <a:pt x="53478" y="33367"/>
                  <a:pt x="56146" y="30265"/>
                </a:cubicBezTo>
                <a:close/>
                <a:moveTo>
                  <a:pt x="25437" y="29769"/>
                </a:moveTo>
                <a:lnTo>
                  <a:pt x="25437" y="29769"/>
                </a:lnTo>
                <a:cubicBezTo>
                  <a:pt x="27701" y="31801"/>
                  <a:pt x="29903" y="33910"/>
                  <a:pt x="31997" y="36128"/>
                </a:cubicBezTo>
                <a:cubicBezTo>
                  <a:pt x="33424" y="37617"/>
                  <a:pt x="34897" y="39121"/>
                  <a:pt x="35999" y="40874"/>
                </a:cubicBezTo>
                <a:cubicBezTo>
                  <a:pt x="36774" y="42099"/>
                  <a:pt x="37332" y="43417"/>
                  <a:pt x="37627" y="44829"/>
                </a:cubicBezTo>
                <a:cubicBezTo>
                  <a:pt x="37844" y="45868"/>
                  <a:pt x="37937" y="46954"/>
                  <a:pt x="38030" y="48024"/>
                </a:cubicBezTo>
                <a:cubicBezTo>
                  <a:pt x="37038" y="46380"/>
                  <a:pt x="36309" y="44596"/>
                  <a:pt x="35518" y="42844"/>
                </a:cubicBezTo>
                <a:cubicBezTo>
                  <a:pt x="34587" y="40812"/>
                  <a:pt x="33362" y="39013"/>
                  <a:pt x="31966" y="37260"/>
                </a:cubicBezTo>
                <a:cubicBezTo>
                  <a:pt x="30477" y="35399"/>
                  <a:pt x="28942" y="33600"/>
                  <a:pt x="27298" y="31878"/>
                </a:cubicBezTo>
                <a:cubicBezTo>
                  <a:pt x="26646" y="31211"/>
                  <a:pt x="26057" y="30482"/>
                  <a:pt x="25437" y="29769"/>
                </a:cubicBezTo>
                <a:close/>
                <a:moveTo>
                  <a:pt x="20908" y="36469"/>
                </a:moveTo>
                <a:cubicBezTo>
                  <a:pt x="21171" y="36733"/>
                  <a:pt x="21435" y="37012"/>
                  <a:pt x="21714" y="37291"/>
                </a:cubicBezTo>
                <a:cubicBezTo>
                  <a:pt x="22490" y="38129"/>
                  <a:pt x="23296" y="38873"/>
                  <a:pt x="24118" y="39680"/>
                </a:cubicBezTo>
                <a:cubicBezTo>
                  <a:pt x="25840" y="41324"/>
                  <a:pt x="27499" y="42999"/>
                  <a:pt x="29035" y="44844"/>
                </a:cubicBezTo>
                <a:cubicBezTo>
                  <a:pt x="31501" y="47853"/>
                  <a:pt x="33440" y="51250"/>
                  <a:pt x="35146" y="54739"/>
                </a:cubicBezTo>
                <a:cubicBezTo>
                  <a:pt x="32649" y="52041"/>
                  <a:pt x="30601" y="48939"/>
                  <a:pt x="28461" y="45946"/>
                </a:cubicBezTo>
                <a:cubicBezTo>
                  <a:pt x="26088" y="42673"/>
                  <a:pt x="23312" y="39711"/>
                  <a:pt x="20908" y="36469"/>
                </a:cubicBezTo>
                <a:close/>
                <a:moveTo>
                  <a:pt x="21497" y="38082"/>
                </a:moveTo>
                <a:lnTo>
                  <a:pt x="21497" y="38082"/>
                </a:lnTo>
                <a:cubicBezTo>
                  <a:pt x="23653" y="40812"/>
                  <a:pt x="25979" y="43417"/>
                  <a:pt x="28011" y="46225"/>
                </a:cubicBezTo>
                <a:cubicBezTo>
                  <a:pt x="30136" y="49156"/>
                  <a:pt x="32121" y="52180"/>
                  <a:pt x="34556" y="54848"/>
                </a:cubicBezTo>
                <a:cubicBezTo>
                  <a:pt x="32385" y="53033"/>
                  <a:pt x="30446" y="50940"/>
                  <a:pt x="28694" y="48722"/>
                </a:cubicBezTo>
                <a:cubicBezTo>
                  <a:pt x="26305" y="45759"/>
                  <a:pt x="24227" y="42564"/>
                  <a:pt x="22257" y="39323"/>
                </a:cubicBezTo>
                <a:cubicBezTo>
                  <a:pt x="21993" y="38920"/>
                  <a:pt x="21745" y="38485"/>
                  <a:pt x="21497" y="38082"/>
                </a:cubicBezTo>
                <a:close/>
                <a:moveTo>
                  <a:pt x="56502" y="41789"/>
                </a:moveTo>
                <a:cubicBezTo>
                  <a:pt x="55463" y="42580"/>
                  <a:pt x="54408" y="43371"/>
                  <a:pt x="53400" y="44255"/>
                </a:cubicBezTo>
                <a:cubicBezTo>
                  <a:pt x="51663" y="45775"/>
                  <a:pt x="50050" y="47481"/>
                  <a:pt x="48406" y="49110"/>
                </a:cubicBezTo>
                <a:cubicBezTo>
                  <a:pt x="46002" y="51467"/>
                  <a:pt x="43226" y="53251"/>
                  <a:pt x="40450" y="55065"/>
                </a:cubicBezTo>
                <a:lnTo>
                  <a:pt x="41380" y="54073"/>
                </a:lnTo>
                <a:cubicBezTo>
                  <a:pt x="43133" y="52180"/>
                  <a:pt x="45087" y="50428"/>
                  <a:pt x="46964" y="48675"/>
                </a:cubicBezTo>
                <a:cubicBezTo>
                  <a:pt x="49849" y="45961"/>
                  <a:pt x="53183" y="43883"/>
                  <a:pt x="56502" y="41789"/>
                </a:cubicBezTo>
                <a:close/>
                <a:moveTo>
                  <a:pt x="21652" y="36516"/>
                </a:moveTo>
                <a:lnTo>
                  <a:pt x="21652" y="36516"/>
                </a:lnTo>
                <a:cubicBezTo>
                  <a:pt x="24056" y="38175"/>
                  <a:pt x="26259" y="40145"/>
                  <a:pt x="28259" y="42208"/>
                </a:cubicBezTo>
                <a:cubicBezTo>
                  <a:pt x="29717" y="43728"/>
                  <a:pt x="31098" y="45341"/>
                  <a:pt x="32307" y="47062"/>
                </a:cubicBezTo>
                <a:cubicBezTo>
                  <a:pt x="33424" y="48613"/>
                  <a:pt x="34401" y="50242"/>
                  <a:pt x="35161" y="51979"/>
                </a:cubicBezTo>
                <a:cubicBezTo>
                  <a:pt x="35518" y="52816"/>
                  <a:pt x="35797" y="53669"/>
                  <a:pt x="35999" y="54538"/>
                </a:cubicBezTo>
                <a:cubicBezTo>
                  <a:pt x="36076" y="54926"/>
                  <a:pt x="36154" y="55344"/>
                  <a:pt x="36169" y="55732"/>
                </a:cubicBezTo>
                <a:cubicBezTo>
                  <a:pt x="34277" y="51777"/>
                  <a:pt x="32137" y="47915"/>
                  <a:pt x="29360" y="44488"/>
                </a:cubicBezTo>
                <a:cubicBezTo>
                  <a:pt x="27872" y="42611"/>
                  <a:pt x="26166" y="40951"/>
                  <a:pt x="24444" y="39307"/>
                </a:cubicBezTo>
                <a:cubicBezTo>
                  <a:pt x="23622" y="38532"/>
                  <a:pt x="22815" y="37756"/>
                  <a:pt x="22040" y="36919"/>
                </a:cubicBezTo>
                <a:cubicBezTo>
                  <a:pt x="21900" y="36779"/>
                  <a:pt x="21792" y="36655"/>
                  <a:pt x="21652" y="36516"/>
                </a:cubicBezTo>
                <a:close/>
                <a:moveTo>
                  <a:pt x="56859" y="40951"/>
                </a:moveTo>
                <a:lnTo>
                  <a:pt x="56859" y="40951"/>
                </a:lnTo>
                <a:cubicBezTo>
                  <a:pt x="53586" y="43030"/>
                  <a:pt x="50252" y="45046"/>
                  <a:pt x="47336" y="47636"/>
                </a:cubicBezTo>
                <a:cubicBezTo>
                  <a:pt x="45490" y="49265"/>
                  <a:pt x="43753" y="51033"/>
                  <a:pt x="41985" y="52754"/>
                </a:cubicBezTo>
                <a:cubicBezTo>
                  <a:pt x="40729" y="53980"/>
                  <a:pt x="39581" y="55453"/>
                  <a:pt x="38108" y="56446"/>
                </a:cubicBezTo>
                <a:cubicBezTo>
                  <a:pt x="39752" y="53716"/>
                  <a:pt x="41737" y="51188"/>
                  <a:pt x="44017" y="48954"/>
                </a:cubicBezTo>
                <a:cubicBezTo>
                  <a:pt x="46793" y="46271"/>
                  <a:pt x="49973" y="44038"/>
                  <a:pt x="53462" y="42363"/>
                </a:cubicBezTo>
                <a:cubicBezTo>
                  <a:pt x="54564" y="41851"/>
                  <a:pt x="55696" y="41355"/>
                  <a:pt x="56859" y="40951"/>
                </a:cubicBezTo>
                <a:close/>
                <a:moveTo>
                  <a:pt x="57790" y="41401"/>
                </a:moveTo>
                <a:cubicBezTo>
                  <a:pt x="55727" y="43821"/>
                  <a:pt x="53555" y="46101"/>
                  <a:pt x="51260" y="48256"/>
                </a:cubicBezTo>
                <a:cubicBezTo>
                  <a:pt x="48422" y="50893"/>
                  <a:pt x="45366" y="53344"/>
                  <a:pt x="41970" y="55205"/>
                </a:cubicBezTo>
                <a:cubicBezTo>
                  <a:pt x="41024" y="55732"/>
                  <a:pt x="40047" y="56197"/>
                  <a:pt x="39038" y="56585"/>
                </a:cubicBezTo>
                <a:cubicBezTo>
                  <a:pt x="42311" y="54414"/>
                  <a:pt x="45677" y="52429"/>
                  <a:pt x="48546" y="49652"/>
                </a:cubicBezTo>
                <a:cubicBezTo>
                  <a:pt x="50221" y="48055"/>
                  <a:pt x="51818" y="46349"/>
                  <a:pt x="53540" y="44767"/>
                </a:cubicBezTo>
                <a:cubicBezTo>
                  <a:pt x="54874" y="43557"/>
                  <a:pt x="56347" y="42518"/>
                  <a:pt x="57790" y="41401"/>
                </a:cubicBezTo>
                <a:close/>
                <a:moveTo>
                  <a:pt x="55913" y="52754"/>
                </a:moveTo>
                <a:lnTo>
                  <a:pt x="55913" y="52754"/>
                </a:lnTo>
                <a:cubicBezTo>
                  <a:pt x="54160" y="53437"/>
                  <a:pt x="52284" y="53762"/>
                  <a:pt x="50531" y="54445"/>
                </a:cubicBezTo>
                <a:cubicBezTo>
                  <a:pt x="48453" y="55267"/>
                  <a:pt x="46514" y="56352"/>
                  <a:pt x="44637" y="57516"/>
                </a:cubicBezTo>
                <a:cubicBezTo>
                  <a:pt x="41691" y="59330"/>
                  <a:pt x="39163" y="61703"/>
                  <a:pt x="36464" y="63875"/>
                </a:cubicBezTo>
                <a:cubicBezTo>
                  <a:pt x="38170" y="61781"/>
                  <a:pt x="40062" y="59858"/>
                  <a:pt x="42187" y="58214"/>
                </a:cubicBezTo>
                <a:cubicBezTo>
                  <a:pt x="44994" y="56011"/>
                  <a:pt x="48189" y="54290"/>
                  <a:pt x="51663" y="53406"/>
                </a:cubicBezTo>
                <a:cubicBezTo>
                  <a:pt x="53059" y="53033"/>
                  <a:pt x="54471" y="52816"/>
                  <a:pt x="55913" y="52754"/>
                </a:cubicBezTo>
                <a:close/>
                <a:moveTo>
                  <a:pt x="54362" y="53747"/>
                </a:moveTo>
                <a:lnTo>
                  <a:pt x="54362" y="53747"/>
                </a:lnTo>
                <a:cubicBezTo>
                  <a:pt x="54222" y="53824"/>
                  <a:pt x="54083" y="53886"/>
                  <a:pt x="53974" y="53964"/>
                </a:cubicBezTo>
                <a:cubicBezTo>
                  <a:pt x="53075" y="54460"/>
                  <a:pt x="52206" y="55034"/>
                  <a:pt x="51291" y="55515"/>
                </a:cubicBezTo>
                <a:cubicBezTo>
                  <a:pt x="49290" y="56616"/>
                  <a:pt x="47305" y="57640"/>
                  <a:pt x="45475" y="59036"/>
                </a:cubicBezTo>
                <a:cubicBezTo>
                  <a:pt x="43707" y="60385"/>
                  <a:pt x="42047" y="61874"/>
                  <a:pt x="40140" y="63053"/>
                </a:cubicBezTo>
                <a:cubicBezTo>
                  <a:pt x="38790" y="63952"/>
                  <a:pt x="37255" y="64495"/>
                  <a:pt x="35750" y="65084"/>
                </a:cubicBezTo>
                <a:cubicBezTo>
                  <a:pt x="38806" y="62727"/>
                  <a:pt x="41598" y="59997"/>
                  <a:pt x="44901" y="57934"/>
                </a:cubicBezTo>
                <a:cubicBezTo>
                  <a:pt x="46840" y="56740"/>
                  <a:pt x="48856" y="55624"/>
                  <a:pt x="50981" y="54802"/>
                </a:cubicBezTo>
                <a:cubicBezTo>
                  <a:pt x="52082" y="54367"/>
                  <a:pt x="53230" y="54073"/>
                  <a:pt x="54362" y="53747"/>
                </a:cubicBezTo>
                <a:close/>
                <a:moveTo>
                  <a:pt x="20985" y="45821"/>
                </a:moveTo>
                <a:lnTo>
                  <a:pt x="20985" y="45821"/>
                </a:lnTo>
                <a:cubicBezTo>
                  <a:pt x="21559" y="46395"/>
                  <a:pt x="22055" y="47000"/>
                  <a:pt x="22567" y="47621"/>
                </a:cubicBezTo>
                <a:cubicBezTo>
                  <a:pt x="24118" y="49482"/>
                  <a:pt x="25312" y="51576"/>
                  <a:pt x="26786" y="53499"/>
                </a:cubicBezTo>
                <a:cubicBezTo>
                  <a:pt x="27468" y="54367"/>
                  <a:pt x="28042" y="55267"/>
                  <a:pt x="28554" y="56244"/>
                </a:cubicBezTo>
                <a:cubicBezTo>
                  <a:pt x="29159" y="57454"/>
                  <a:pt x="29516" y="58725"/>
                  <a:pt x="30027" y="59966"/>
                </a:cubicBezTo>
                <a:cubicBezTo>
                  <a:pt x="30710" y="61641"/>
                  <a:pt x="31253" y="63363"/>
                  <a:pt x="31733" y="65115"/>
                </a:cubicBezTo>
                <a:cubicBezTo>
                  <a:pt x="30787" y="63208"/>
                  <a:pt x="30012" y="61207"/>
                  <a:pt x="28973" y="59346"/>
                </a:cubicBezTo>
                <a:cubicBezTo>
                  <a:pt x="27841" y="57252"/>
                  <a:pt x="26243" y="55499"/>
                  <a:pt x="24925" y="53499"/>
                </a:cubicBezTo>
                <a:cubicBezTo>
                  <a:pt x="23358" y="51110"/>
                  <a:pt x="22505" y="48241"/>
                  <a:pt x="20985" y="45821"/>
                </a:cubicBezTo>
                <a:close/>
                <a:moveTo>
                  <a:pt x="19109" y="44193"/>
                </a:moveTo>
                <a:lnTo>
                  <a:pt x="19109" y="44193"/>
                </a:lnTo>
                <a:cubicBezTo>
                  <a:pt x="21699" y="46907"/>
                  <a:pt x="22598" y="50878"/>
                  <a:pt x="24630" y="53980"/>
                </a:cubicBezTo>
                <a:cubicBezTo>
                  <a:pt x="25902" y="55887"/>
                  <a:pt x="27391" y="57593"/>
                  <a:pt x="28507" y="59578"/>
                </a:cubicBezTo>
                <a:cubicBezTo>
                  <a:pt x="29593" y="61502"/>
                  <a:pt x="30369" y="63580"/>
                  <a:pt x="31361" y="65550"/>
                </a:cubicBezTo>
                <a:cubicBezTo>
                  <a:pt x="29236" y="63254"/>
                  <a:pt x="27236" y="60742"/>
                  <a:pt x="25483" y="58074"/>
                </a:cubicBezTo>
                <a:cubicBezTo>
                  <a:pt x="23389" y="54848"/>
                  <a:pt x="21652" y="51420"/>
                  <a:pt x="20318" y="47822"/>
                </a:cubicBezTo>
                <a:cubicBezTo>
                  <a:pt x="19869" y="46612"/>
                  <a:pt x="19481" y="45418"/>
                  <a:pt x="19109" y="44193"/>
                </a:cubicBezTo>
                <a:close/>
                <a:moveTo>
                  <a:pt x="54083" y="54522"/>
                </a:moveTo>
                <a:cubicBezTo>
                  <a:pt x="52191" y="55887"/>
                  <a:pt x="50298" y="57206"/>
                  <a:pt x="48437" y="58570"/>
                </a:cubicBezTo>
                <a:cubicBezTo>
                  <a:pt x="46917" y="59703"/>
                  <a:pt x="45397" y="60850"/>
                  <a:pt x="43939" y="62045"/>
                </a:cubicBezTo>
                <a:cubicBezTo>
                  <a:pt x="43273" y="62603"/>
                  <a:pt x="42590" y="63192"/>
                  <a:pt x="41846" y="63689"/>
                </a:cubicBezTo>
                <a:cubicBezTo>
                  <a:pt x="41179" y="64154"/>
                  <a:pt x="40450" y="64573"/>
                  <a:pt x="39721" y="64914"/>
                </a:cubicBezTo>
                <a:cubicBezTo>
                  <a:pt x="38472" y="65483"/>
                  <a:pt x="37125" y="65828"/>
                  <a:pt x="35766" y="65828"/>
                </a:cubicBezTo>
                <a:cubicBezTo>
                  <a:pt x="35606" y="65828"/>
                  <a:pt x="35446" y="65823"/>
                  <a:pt x="35285" y="65813"/>
                </a:cubicBezTo>
                <a:cubicBezTo>
                  <a:pt x="37022" y="65084"/>
                  <a:pt x="38806" y="64495"/>
                  <a:pt x="40434" y="63518"/>
                </a:cubicBezTo>
                <a:cubicBezTo>
                  <a:pt x="42342" y="62370"/>
                  <a:pt x="44002" y="60866"/>
                  <a:pt x="45770" y="59501"/>
                </a:cubicBezTo>
                <a:cubicBezTo>
                  <a:pt x="47569" y="58105"/>
                  <a:pt x="49569" y="57066"/>
                  <a:pt x="51586" y="55980"/>
                </a:cubicBezTo>
                <a:cubicBezTo>
                  <a:pt x="52439" y="55515"/>
                  <a:pt x="53245" y="55003"/>
                  <a:pt x="54083" y="54522"/>
                </a:cubicBezTo>
                <a:close/>
                <a:moveTo>
                  <a:pt x="19264" y="43433"/>
                </a:moveTo>
                <a:lnTo>
                  <a:pt x="19264" y="43433"/>
                </a:lnTo>
                <a:cubicBezTo>
                  <a:pt x="20706" y="44658"/>
                  <a:pt x="22102" y="45930"/>
                  <a:pt x="23436" y="47248"/>
                </a:cubicBezTo>
                <a:cubicBezTo>
                  <a:pt x="24925" y="48675"/>
                  <a:pt x="26367" y="50226"/>
                  <a:pt x="27639" y="51886"/>
                </a:cubicBezTo>
                <a:cubicBezTo>
                  <a:pt x="28740" y="53344"/>
                  <a:pt x="29748" y="54910"/>
                  <a:pt x="30524" y="56585"/>
                </a:cubicBezTo>
                <a:cubicBezTo>
                  <a:pt x="31268" y="58152"/>
                  <a:pt x="31811" y="59811"/>
                  <a:pt x="32152" y="61517"/>
                </a:cubicBezTo>
                <a:cubicBezTo>
                  <a:pt x="32509" y="63223"/>
                  <a:pt x="32649" y="64960"/>
                  <a:pt x="32664" y="66697"/>
                </a:cubicBezTo>
                <a:cubicBezTo>
                  <a:pt x="32075" y="64371"/>
                  <a:pt x="31377" y="62076"/>
                  <a:pt x="30508" y="59858"/>
                </a:cubicBezTo>
                <a:cubicBezTo>
                  <a:pt x="29655" y="57702"/>
                  <a:pt x="28973" y="55608"/>
                  <a:pt x="27608" y="53731"/>
                </a:cubicBezTo>
                <a:cubicBezTo>
                  <a:pt x="26259" y="51917"/>
                  <a:pt x="25064" y="50009"/>
                  <a:pt x="23684" y="48241"/>
                </a:cubicBezTo>
                <a:cubicBezTo>
                  <a:pt x="22924" y="47264"/>
                  <a:pt x="22133" y="46318"/>
                  <a:pt x="21280" y="45434"/>
                </a:cubicBezTo>
                <a:cubicBezTo>
                  <a:pt x="20644" y="44736"/>
                  <a:pt x="19884" y="44146"/>
                  <a:pt x="19264" y="43433"/>
                </a:cubicBezTo>
                <a:close/>
                <a:moveTo>
                  <a:pt x="50733" y="64526"/>
                </a:moveTo>
                <a:lnTo>
                  <a:pt x="50733" y="64526"/>
                </a:lnTo>
                <a:cubicBezTo>
                  <a:pt x="49445" y="64960"/>
                  <a:pt x="48205" y="65395"/>
                  <a:pt x="46933" y="65829"/>
                </a:cubicBezTo>
                <a:cubicBezTo>
                  <a:pt x="44901" y="66511"/>
                  <a:pt x="42823" y="67101"/>
                  <a:pt x="40822" y="67938"/>
                </a:cubicBezTo>
                <a:cubicBezTo>
                  <a:pt x="37968" y="69117"/>
                  <a:pt x="35130" y="70528"/>
                  <a:pt x="32586" y="72358"/>
                </a:cubicBezTo>
                <a:cubicBezTo>
                  <a:pt x="34463" y="70637"/>
                  <a:pt x="36541" y="69148"/>
                  <a:pt x="38790" y="67985"/>
                </a:cubicBezTo>
                <a:cubicBezTo>
                  <a:pt x="41830" y="66387"/>
                  <a:pt x="45165" y="65395"/>
                  <a:pt x="48546" y="64836"/>
                </a:cubicBezTo>
                <a:cubicBezTo>
                  <a:pt x="49275" y="64728"/>
                  <a:pt x="49988" y="64604"/>
                  <a:pt x="50733" y="64526"/>
                </a:cubicBezTo>
                <a:close/>
                <a:moveTo>
                  <a:pt x="49973" y="65302"/>
                </a:moveTo>
                <a:lnTo>
                  <a:pt x="49973" y="65302"/>
                </a:lnTo>
                <a:cubicBezTo>
                  <a:pt x="49476" y="65596"/>
                  <a:pt x="48965" y="65906"/>
                  <a:pt x="48468" y="66170"/>
                </a:cubicBezTo>
                <a:cubicBezTo>
                  <a:pt x="46576" y="67163"/>
                  <a:pt x="44668" y="68140"/>
                  <a:pt x="42761" y="69101"/>
                </a:cubicBezTo>
                <a:cubicBezTo>
                  <a:pt x="40760" y="70125"/>
                  <a:pt x="38651" y="70885"/>
                  <a:pt x="36557" y="71645"/>
                </a:cubicBezTo>
                <a:cubicBezTo>
                  <a:pt x="35409" y="72095"/>
                  <a:pt x="34215" y="72327"/>
                  <a:pt x="33036" y="72669"/>
                </a:cubicBezTo>
                <a:cubicBezTo>
                  <a:pt x="35642" y="70807"/>
                  <a:pt x="38635" y="69350"/>
                  <a:pt x="41567" y="68171"/>
                </a:cubicBezTo>
                <a:cubicBezTo>
                  <a:pt x="43366" y="67457"/>
                  <a:pt x="45227" y="66915"/>
                  <a:pt x="47072" y="66310"/>
                </a:cubicBezTo>
                <a:cubicBezTo>
                  <a:pt x="48034" y="65984"/>
                  <a:pt x="49011" y="65627"/>
                  <a:pt x="49973" y="65302"/>
                </a:cubicBezTo>
                <a:close/>
                <a:moveTo>
                  <a:pt x="18550" y="54755"/>
                </a:moveTo>
                <a:lnTo>
                  <a:pt x="18550" y="54755"/>
                </a:lnTo>
                <a:cubicBezTo>
                  <a:pt x="18690" y="55019"/>
                  <a:pt x="18814" y="55282"/>
                  <a:pt x="18954" y="55546"/>
                </a:cubicBezTo>
                <a:cubicBezTo>
                  <a:pt x="19434" y="56446"/>
                  <a:pt x="20024" y="57268"/>
                  <a:pt x="20505" y="58183"/>
                </a:cubicBezTo>
                <a:cubicBezTo>
                  <a:pt x="21451" y="59951"/>
                  <a:pt x="22288" y="61781"/>
                  <a:pt x="23203" y="63580"/>
                </a:cubicBezTo>
                <a:cubicBezTo>
                  <a:pt x="24708" y="66558"/>
                  <a:pt x="25778" y="69722"/>
                  <a:pt x="27220" y="72746"/>
                </a:cubicBezTo>
                <a:cubicBezTo>
                  <a:pt x="25995" y="70823"/>
                  <a:pt x="24894" y="68869"/>
                  <a:pt x="23855" y="66852"/>
                </a:cubicBezTo>
                <a:cubicBezTo>
                  <a:pt x="22211" y="63658"/>
                  <a:pt x="20784" y="60354"/>
                  <a:pt x="19434" y="57035"/>
                </a:cubicBezTo>
                <a:cubicBezTo>
                  <a:pt x="19124" y="56290"/>
                  <a:pt x="18845" y="55515"/>
                  <a:pt x="18550" y="54755"/>
                </a:cubicBezTo>
                <a:close/>
                <a:moveTo>
                  <a:pt x="19047" y="54600"/>
                </a:moveTo>
                <a:lnTo>
                  <a:pt x="19047" y="54600"/>
                </a:lnTo>
                <a:cubicBezTo>
                  <a:pt x="19791" y="55484"/>
                  <a:pt x="20442" y="56415"/>
                  <a:pt x="21094" y="57376"/>
                </a:cubicBezTo>
                <a:cubicBezTo>
                  <a:pt x="22366" y="59268"/>
                  <a:pt x="23668" y="61207"/>
                  <a:pt x="24739" y="63223"/>
                </a:cubicBezTo>
                <a:cubicBezTo>
                  <a:pt x="25824" y="65286"/>
                  <a:pt x="26786" y="67581"/>
                  <a:pt x="27375" y="69830"/>
                </a:cubicBezTo>
                <a:cubicBezTo>
                  <a:pt x="27608" y="70885"/>
                  <a:pt x="27716" y="71940"/>
                  <a:pt x="27918" y="72963"/>
                </a:cubicBezTo>
                <a:cubicBezTo>
                  <a:pt x="26305" y="69706"/>
                  <a:pt x="25157" y="66248"/>
                  <a:pt x="23513" y="63022"/>
                </a:cubicBezTo>
                <a:cubicBezTo>
                  <a:pt x="22598" y="61238"/>
                  <a:pt x="21761" y="59392"/>
                  <a:pt x="20815" y="57624"/>
                </a:cubicBezTo>
                <a:cubicBezTo>
                  <a:pt x="20334" y="56756"/>
                  <a:pt x="19776" y="55918"/>
                  <a:pt x="19279" y="55050"/>
                </a:cubicBezTo>
                <a:cubicBezTo>
                  <a:pt x="19202" y="54895"/>
                  <a:pt x="19124" y="54755"/>
                  <a:pt x="19047" y="54600"/>
                </a:cubicBezTo>
                <a:close/>
                <a:moveTo>
                  <a:pt x="52268" y="64821"/>
                </a:moveTo>
                <a:cubicBezTo>
                  <a:pt x="50019" y="66248"/>
                  <a:pt x="47786" y="67706"/>
                  <a:pt x="45459" y="69039"/>
                </a:cubicBezTo>
                <a:cubicBezTo>
                  <a:pt x="42466" y="70745"/>
                  <a:pt x="39333" y="72265"/>
                  <a:pt x="35983" y="73118"/>
                </a:cubicBezTo>
                <a:cubicBezTo>
                  <a:pt x="34525" y="73491"/>
                  <a:pt x="33036" y="73739"/>
                  <a:pt x="31532" y="73832"/>
                </a:cubicBezTo>
                <a:cubicBezTo>
                  <a:pt x="31594" y="73801"/>
                  <a:pt x="31640" y="73754"/>
                  <a:pt x="31687" y="73708"/>
                </a:cubicBezTo>
                <a:cubicBezTo>
                  <a:pt x="33284" y="72994"/>
                  <a:pt x="35068" y="72762"/>
                  <a:pt x="36697" y="72157"/>
                </a:cubicBezTo>
                <a:cubicBezTo>
                  <a:pt x="38542" y="71490"/>
                  <a:pt x="40372" y="70823"/>
                  <a:pt x="42156" y="70001"/>
                </a:cubicBezTo>
                <a:cubicBezTo>
                  <a:pt x="44002" y="69148"/>
                  <a:pt x="45754" y="68078"/>
                  <a:pt x="47553" y="67178"/>
                </a:cubicBezTo>
                <a:cubicBezTo>
                  <a:pt x="48437" y="66728"/>
                  <a:pt x="49321" y="66325"/>
                  <a:pt x="50174" y="65829"/>
                </a:cubicBezTo>
                <a:cubicBezTo>
                  <a:pt x="50826" y="65441"/>
                  <a:pt x="51524" y="65053"/>
                  <a:pt x="52268" y="64821"/>
                </a:cubicBezTo>
                <a:close/>
                <a:moveTo>
                  <a:pt x="19745" y="54646"/>
                </a:moveTo>
                <a:lnTo>
                  <a:pt x="19745" y="54646"/>
                </a:lnTo>
                <a:cubicBezTo>
                  <a:pt x="21404" y="56228"/>
                  <a:pt x="22971" y="57934"/>
                  <a:pt x="24366" y="59796"/>
                </a:cubicBezTo>
                <a:cubicBezTo>
                  <a:pt x="26491" y="62665"/>
                  <a:pt x="28089" y="65906"/>
                  <a:pt x="28663" y="69427"/>
                </a:cubicBezTo>
                <a:cubicBezTo>
                  <a:pt x="28942" y="71087"/>
                  <a:pt x="28973" y="72762"/>
                  <a:pt x="28818" y="74421"/>
                </a:cubicBezTo>
                <a:cubicBezTo>
                  <a:pt x="28197" y="72731"/>
                  <a:pt x="28228" y="70869"/>
                  <a:pt x="27701" y="69163"/>
                </a:cubicBezTo>
                <a:cubicBezTo>
                  <a:pt x="27065" y="67054"/>
                  <a:pt x="26166" y="64960"/>
                  <a:pt x="25173" y="62991"/>
                </a:cubicBezTo>
                <a:cubicBezTo>
                  <a:pt x="24134" y="60943"/>
                  <a:pt x="22800" y="59051"/>
                  <a:pt x="21528" y="57143"/>
                </a:cubicBezTo>
                <a:cubicBezTo>
                  <a:pt x="20985" y="56290"/>
                  <a:pt x="20396" y="55437"/>
                  <a:pt x="19745" y="54646"/>
                </a:cubicBezTo>
                <a:close/>
                <a:moveTo>
                  <a:pt x="49259" y="74964"/>
                </a:moveTo>
                <a:cubicBezTo>
                  <a:pt x="49275" y="74964"/>
                  <a:pt x="49290" y="74964"/>
                  <a:pt x="49321" y="74979"/>
                </a:cubicBezTo>
                <a:lnTo>
                  <a:pt x="49259" y="74979"/>
                </a:lnTo>
                <a:lnTo>
                  <a:pt x="49259" y="74964"/>
                </a:lnTo>
                <a:close/>
                <a:moveTo>
                  <a:pt x="16317" y="63564"/>
                </a:moveTo>
                <a:cubicBezTo>
                  <a:pt x="16550" y="63890"/>
                  <a:pt x="16767" y="64231"/>
                  <a:pt x="16984" y="64588"/>
                </a:cubicBezTo>
                <a:cubicBezTo>
                  <a:pt x="18023" y="66248"/>
                  <a:pt x="19093" y="67985"/>
                  <a:pt x="20024" y="69706"/>
                </a:cubicBezTo>
                <a:cubicBezTo>
                  <a:pt x="21637" y="72669"/>
                  <a:pt x="21947" y="76065"/>
                  <a:pt x="22800" y="79276"/>
                </a:cubicBezTo>
                <a:cubicBezTo>
                  <a:pt x="22211" y="78221"/>
                  <a:pt x="21652" y="77135"/>
                  <a:pt x="21109" y="76050"/>
                </a:cubicBezTo>
                <a:cubicBezTo>
                  <a:pt x="20132" y="74033"/>
                  <a:pt x="19620" y="71955"/>
                  <a:pt x="19000" y="69815"/>
                </a:cubicBezTo>
                <a:cubicBezTo>
                  <a:pt x="18349" y="67643"/>
                  <a:pt x="17449" y="65534"/>
                  <a:pt x="16317" y="63564"/>
                </a:cubicBezTo>
                <a:close/>
                <a:moveTo>
                  <a:pt x="44458" y="74487"/>
                </a:moveTo>
                <a:cubicBezTo>
                  <a:pt x="44698" y="74487"/>
                  <a:pt x="44939" y="74491"/>
                  <a:pt x="45180" y="74499"/>
                </a:cubicBezTo>
                <a:cubicBezTo>
                  <a:pt x="46343" y="74530"/>
                  <a:pt x="47507" y="74654"/>
                  <a:pt x="48654" y="74840"/>
                </a:cubicBezTo>
                <a:cubicBezTo>
                  <a:pt x="46778" y="75135"/>
                  <a:pt x="44870" y="75073"/>
                  <a:pt x="42993" y="75445"/>
                </a:cubicBezTo>
                <a:cubicBezTo>
                  <a:pt x="40931" y="75833"/>
                  <a:pt x="38899" y="76375"/>
                  <a:pt x="36898" y="76980"/>
                </a:cubicBezTo>
                <a:cubicBezTo>
                  <a:pt x="34990" y="77554"/>
                  <a:pt x="33083" y="78190"/>
                  <a:pt x="31191" y="78841"/>
                </a:cubicBezTo>
                <a:cubicBezTo>
                  <a:pt x="30431" y="79090"/>
                  <a:pt x="29609" y="79307"/>
                  <a:pt x="28818" y="79555"/>
                </a:cubicBezTo>
                <a:cubicBezTo>
                  <a:pt x="30911" y="78221"/>
                  <a:pt x="33114" y="77073"/>
                  <a:pt x="35440" y="76205"/>
                </a:cubicBezTo>
                <a:cubicBezTo>
                  <a:pt x="38332" y="75126"/>
                  <a:pt x="41371" y="74487"/>
                  <a:pt x="44458" y="74487"/>
                </a:cubicBezTo>
                <a:close/>
                <a:moveTo>
                  <a:pt x="14409" y="61471"/>
                </a:moveTo>
                <a:cubicBezTo>
                  <a:pt x="16379" y="64293"/>
                  <a:pt x="17868" y="67457"/>
                  <a:pt x="18752" y="70792"/>
                </a:cubicBezTo>
                <a:cubicBezTo>
                  <a:pt x="19264" y="72684"/>
                  <a:pt x="19838" y="74499"/>
                  <a:pt x="20675" y="76282"/>
                </a:cubicBezTo>
                <a:cubicBezTo>
                  <a:pt x="21389" y="77802"/>
                  <a:pt x="22226" y="79276"/>
                  <a:pt x="23017" y="80780"/>
                </a:cubicBezTo>
                <a:cubicBezTo>
                  <a:pt x="21342" y="78810"/>
                  <a:pt x="19962" y="76592"/>
                  <a:pt x="18845" y="74204"/>
                </a:cubicBezTo>
                <a:cubicBezTo>
                  <a:pt x="17403" y="71180"/>
                  <a:pt x="16379" y="67985"/>
                  <a:pt x="15402" y="64774"/>
                </a:cubicBezTo>
                <a:lnTo>
                  <a:pt x="14409" y="61471"/>
                </a:lnTo>
                <a:close/>
                <a:moveTo>
                  <a:pt x="47103" y="75538"/>
                </a:moveTo>
                <a:lnTo>
                  <a:pt x="47103" y="75538"/>
                </a:lnTo>
                <a:cubicBezTo>
                  <a:pt x="44126" y="76375"/>
                  <a:pt x="41210" y="77570"/>
                  <a:pt x="38356" y="78795"/>
                </a:cubicBezTo>
                <a:cubicBezTo>
                  <a:pt x="35557" y="79973"/>
                  <a:pt x="32408" y="81259"/>
                  <a:pt x="29286" y="81259"/>
                </a:cubicBezTo>
                <a:cubicBezTo>
                  <a:pt x="28464" y="81259"/>
                  <a:pt x="27644" y="81170"/>
                  <a:pt x="26832" y="80966"/>
                </a:cubicBezTo>
                <a:cubicBezTo>
                  <a:pt x="28244" y="80098"/>
                  <a:pt x="30089" y="79725"/>
                  <a:pt x="31640" y="79229"/>
                </a:cubicBezTo>
                <a:cubicBezTo>
                  <a:pt x="33533" y="78578"/>
                  <a:pt x="35440" y="77942"/>
                  <a:pt x="37332" y="77383"/>
                </a:cubicBezTo>
                <a:cubicBezTo>
                  <a:pt x="39225" y="76794"/>
                  <a:pt x="41148" y="76329"/>
                  <a:pt x="43102" y="75941"/>
                </a:cubicBezTo>
                <a:cubicBezTo>
                  <a:pt x="44420" y="75677"/>
                  <a:pt x="45770" y="75631"/>
                  <a:pt x="47103" y="75538"/>
                </a:cubicBezTo>
                <a:close/>
                <a:moveTo>
                  <a:pt x="16317" y="62587"/>
                </a:moveTo>
                <a:cubicBezTo>
                  <a:pt x="17868" y="64200"/>
                  <a:pt x="19310" y="65937"/>
                  <a:pt x="20505" y="67861"/>
                </a:cubicBezTo>
                <a:cubicBezTo>
                  <a:pt x="22226" y="70637"/>
                  <a:pt x="23358" y="73739"/>
                  <a:pt x="23808" y="76980"/>
                </a:cubicBezTo>
                <a:cubicBezTo>
                  <a:pt x="23994" y="78423"/>
                  <a:pt x="24056" y="79896"/>
                  <a:pt x="24010" y="81369"/>
                </a:cubicBezTo>
                <a:cubicBezTo>
                  <a:pt x="22428" y="77415"/>
                  <a:pt x="22412" y="72979"/>
                  <a:pt x="20349" y="69163"/>
                </a:cubicBezTo>
                <a:cubicBezTo>
                  <a:pt x="19419" y="67442"/>
                  <a:pt x="18349" y="65736"/>
                  <a:pt x="17310" y="64076"/>
                </a:cubicBezTo>
                <a:cubicBezTo>
                  <a:pt x="16999" y="63580"/>
                  <a:pt x="16674" y="63099"/>
                  <a:pt x="16317" y="62587"/>
                </a:cubicBezTo>
                <a:close/>
                <a:moveTo>
                  <a:pt x="48546" y="75677"/>
                </a:moveTo>
                <a:cubicBezTo>
                  <a:pt x="48003" y="75941"/>
                  <a:pt x="47429" y="76236"/>
                  <a:pt x="46886" y="76515"/>
                </a:cubicBezTo>
                <a:cubicBezTo>
                  <a:pt x="45165" y="77337"/>
                  <a:pt x="43443" y="78159"/>
                  <a:pt x="41691" y="78919"/>
                </a:cubicBezTo>
                <a:cubicBezTo>
                  <a:pt x="39860" y="79710"/>
                  <a:pt x="37999" y="80423"/>
                  <a:pt x="36076" y="80982"/>
                </a:cubicBezTo>
                <a:cubicBezTo>
                  <a:pt x="34324" y="81509"/>
                  <a:pt x="32540" y="81897"/>
                  <a:pt x="30741" y="81959"/>
                </a:cubicBezTo>
                <a:cubicBezTo>
                  <a:pt x="30353" y="81959"/>
                  <a:pt x="29950" y="81959"/>
                  <a:pt x="29562" y="81912"/>
                </a:cubicBezTo>
                <a:cubicBezTo>
                  <a:pt x="29174" y="81881"/>
                  <a:pt x="28895" y="81835"/>
                  <a:pt x="28507" y="81757"/>
                </a:cubicBezTo>
                <a:cubicBezTo>
                  <a:pt x="28493" y="81757"/>
                  <a:pt x="28479" y="81744"/>
                  <a:pt x="28464" y="81742"/>
                </a:cubicBezTo>
                <a:lnTo>
                  <a:pt x="28464" y="81742"/>
                </a:lnTo>
                <a:cubicBezTo>
                  <a:pt x="28723" y="81760"/>
                  <a:pt x="28983" y="81769"/>
                  <a:pt x="29242" y="81769"/>
                </a:cubicBezTo>
                <a:cubicBezTo>
                  <a:pt x="32089" y="81769"/>
                  <a:pt x="34949" y="80729"/>
                  <a:pt x="37550" y="79663"/>
                </a:cubicBezTo>
                <a:cubicBezTo>
                  <a:pt x="41179" y="78174"/>
                  <a:pt x="44746" y="76608"/>
                  <a:pt x="48546" y="75677"/>
                </a:cubicBezTo>
                <a:close/>
                <a:moveTo>
                  <a:pt x="31505" y="84323"/>
                </a:moveTo>
                <a:cubicBezTo>
                  <a:pt x="32778" y="84323"/>
                  <a:pt x="34053" y="84427"/>
                  <a:pt x="35301" y="84595"/>
                </a:cubicBezTo>
                <a:cubicBezTo>
                  <a:pt x="36076" y="84688"/>
                  <a:pt x="36852" y="84828"/>
                  <a:pt x="37612" y="84983"/>
                </a:cubicBezTo>
                <a:cubicBezTo>
                  <a:pt x="37243" y="84974"/>
                  <a:pt x="36874" y="84970"/>
                  <a:pt x="36504" y="84970"/>
                </a:cubicBezTo>
                <a:cubicBezTo>
                  <a:pt x="33713" y="84970"/>
                  <a:pt x="30891" y="85220"/>
                  <a:pt x="28166" y="85604"/>
                </a:cubicBezTo>
                <a:cubicBezTo>
                  <a:pt x="25375" y="85991"/>
                  <a:pt x="22490" y="86937"/>
                  <a:pt x="20334" y="88814"/>
                </a:cubicBezTo>
                <a:cubicBezTo>
                  <a:pt x="21993" y="86937"/>
                  <a:pt x="24165" y="85619"/>
                  <a:pt x="26600" y="84937"/>
                </a:cubicBezTo>
                <a:cubicBezTo>
                  <a:pt x="28195" y="84498"/>
                  <a:pt x="29849" y="84323"/>
                  <a:pt x="31505" y="84323"/>
                </a:cubicBezTo>
                <a:close/>
                <a:moveTo>
                  <a:pt x="11013" y="69799"/>
                </a:moveTo>
                <a:lnTo>
                  <a:pt x="11013" y="69799"/>
                </a:lnTo>
                <a:cubicBezTo>
                  <a:pt x="13696" y="75879"/>
                  <a:pt x="14704" y="82533"/>
                  <a:pt x="16627" y="88892"/>
                </a:cubicBezTo>
                <a:cubicBezTo>
                  <a:pt x="15448" y="86550"/>
                  <a:pt x="14611" y="84053"/>
                  <a:pt x="13851" y="81556"/>
                </a:cubicBezTo>
                <a:cubicBezTo>
                  <a:pt x="12812" y="78035"/>
                  <a:pt x="11990" y="74452"/>
                  <a:pt x="11245" y="70869"/>
                </a:cubicBezTo>
                <a:cubicBezTo>
                  <a:pt x="11168" y="70513"/>
                  <a:pt x="11090" y="70172"/>
                  <a:pt x="11013" y="69799"/>
                </a:cubicBezTo>
                <a:close/>
                <a:moveTo>
                  <a:pt x="36566" y="85475"/>
                </a:moveTo>
                <a:cubicBezTo>
                  <a:pt x="37127" y="85475"/>
                  <a:pt x="37688" y="85487"/>
                  <a:pt x="38247" y="85511"/>
                </a:cubicBezTo>
                <a:cubicBezTo>
                  <a:pt x="35657" y="86100"/>
                  <a:pt x="32943" y="85976"/>
                  <a:pt x="30415" y="86844"/>
                </a:cubicBezTo>
                <a:cubicBezTo>
                  <a:pt x="27344" y="87883"/>
                  <a:pt x="24134" y="88411"/>
                  <a:pt x="20970" y="88954"/>
                </a:cubicBezTo>
                <a:cubicBezTo>
                  <a:pt x="23079" y="87248"/>
                  <a:pt x="25840" y="86395"/>
                  <a:pt x="28492" y="86069"/>
                </a:cubicBezTo>
                <a:cubicBezTo>
                  <a:pt x="31138" y="85735"/>
                  <a:pt x="33859" y="85475"/>
                  <a:pt x="36566" y="85475"/>
                </a:cubicBezTo>
                <a:close/>
                <a:moveTo>
                  <a:pt x="12362" y="71738"/>
                </a:moveTo>
                <a:lnTo>
                  <a:pt x="12362" y="71738"/>
                </a:lnTo>
                <a:cubicBezTo>
                  <a:pt x="13572" y="73692"/>
                  <a:pt x="14828" y="75615"/>
                  <a:pt x="15743" y="77725"/>
                </a:cubicBezTo>
                <a:cubicBezTo>
                  <a:pt x="16627" y="79803"/>
                  <a:pt x="16844" y="82036"/>
                  <a:pt x="16999" y="84239"/>
                </a:cubicBezTo>
                <a:cubicBezTo>
                  <a:pt x="17092" y="85914"/>
                  <a:pt x="17341" y="87620"/>
                  <a:pt x="17294" y="89279"/>
                </a:cubicBezTo>
                <a:cubicBezTo>
                  <a:pt x="15479" y="83494"/>
                  <a:pt x="14502" y="77415"/>
                  <a:pt x="12362" y="71738"/>
                </a:cubicBezTo>
                <a:close/>
                <a:moveTo>
                  <a:pt x="37658" y="86162"/>
                </a:moveTo>
                <a:lnTo>
                  <a:pt x="37658" y="86162"/>
                </a:lnTo>
                <a:cubicBezTo>
                  <a:pt x="35828" y="86844"/>
                  <a:pt x="33920" y="87449"/>
                  <a:pt x="32028" y="87992"/>
                </a:cubicBezTo>
                <a:cubicBezTo>
                  <a:pt x="31299" y="88194"/>
                  <a:pt x="30586" y="88395"/>
                  <a:pt x="29841" y="88581"/>
                </a:cubicBezTo>
                <a:cubicBezTo>
                  <a:pt x="29143" y="88783"/>
                  <a:pt x="28430" y="89000"/>
                  <a:pt x="27716" y="89155"/>
                </a:cubicBezTo>
                <a:cubicBezTo>
                  <a:pt x="26429" y="89419"/>
                  <a:pt x="25157" y="89667"/>
                  <a:pt x="23855" y="89791"/>
                </a:cubicBezTo>
                <a:cubicBezTo>
                  <a:pt x="23552" y="89813"/>
                  <a:pt x="23246" y="89827"/>
                  <a:pt x="22940" y="89827"/>
                </a:cubicBezTo>
                <a:cubicBezTo>
                  <a:pt x="22177" y="89827"/>
                  <a:pt x="21414" y="89744"/>
                  <a:pt x="20706" y="89512"/>
                </a:cubicBezTo>
                <a:cubicBezTo>
                  <a:pt x="23901" y="88954"/>
                  <a:pt x="27112" y="88426"/>
                  <a:pt x="30214" y="87449"/>
                </a:cubicBezTo>
                <a:cubicBezTo>
                  <a:pt x="31904" y="86922"/>
                  <a:pt x="33548" y="86643"/>
                  <a:pt x="35301" y="86472"/>
                </a:cubicBezTo>
                <a:cubicBezTo>
                  <a:pt x="36092" y="86395"/>
                  <a:pt x="36883" y="86301"/>
                  <a:pt x="37658" y="86162"/>
                </a:cubicBezTo>
                <a:close/>
                <a:moveTo>
                  <a:pt x="11059" y="68481"/>
                </a:moveTo>
                <a:lnTo>
                  <a:pt x="11059" y="68481"/>
                </a:lnTo>
                <a:cubicBezTo>
                  <a:pt x="12750" y="70885"/>
                  <a:pt x="14456" y="73258"/>
                  <a:pt x="15929" y="75770"/>
                </a:cubicBezTo>
                <a:cubicBezTo>
                  <a:pt x="17635" y="78702"/>
                  <a:pt x="19078" y="81959"/>
                  <a:pt x="18923" y="85402"/>
                </a:cubicBezTo>
                <a:cubicBezTo>
                  <a:pt x="18845" y="86984"/>
                  <a:pt x="18411" y="88473"/>
                  <a:pt x="17759" y="89869"/>
                </a:cubicBezTo>
                <a:cubicBezTo>
                  <a:pt x="17868" y="88194"/>
                  <a:pt x="17651" y="86503"/>
                  <a:pt x="17511" y="84844"/>
                </a:cubicBezTo>
                <a:cubicBezTo>
                  <a:pt x="17341" y="82657"/>
                  <a:pt x="17201" y="80485"/>
                  <a:pt x="16503" y="78392"/>
                </a:cubicBezTo>
                <a:cubicBezTo>
                  <a:pt x="15309" y="74778"/>
                  <a:pt x="12765" y="71831"/>
                  <a:pt x="11059" y="68481"/>
                </a:cubicBezTo>
                <a:close/>
                <a:moveTo>
                  <a:pt x="5290" y="76391"/>
                </a:moveTo>
                <a:cubicBezTo>
                  <a:pt x="5677" y="77151"/>
                  <a:pt x="6050" y="77911"/>
                  <a:pt x="6391" y="78655"/>
                </a:cubicBezTo>
                <a:cubicBezTo>
                  <a:pt x="7228" y="80470"/>
                  <a:pt x="7570" y="82502"/>
                  <a:pt x="8066" y="84409"/>
                </a:cubicBezTo>
                <a:cubicBezTo>
                  <a:pt x="8531" y="86286"/>
                  <a:pt x="9276" y="88023"/>
                  <a:pt x="10036" y="89807"/>
                </a:cubicBezTo>
                <a:cubicBezTo>
                  <a:pt x="10640" y="91234"/>
                  <a:pt x="11106" y="92707"/>
                  <a:pt x="11602" y="94165"/>
                </a:cubicBezTo>
                <a:cubicBezTo>
                  <a:pt x="10175" y="91994"/>
                  <a:pt x="9089" y="89590"/>
                  <a:pt x="8236" y="87108"/>
                </a:cubicBezTo>
                <a:cubicBezTo>
                  <a:pt x="7151" y="83960"/>
                  <a:pt x="6406" y="80687"/>
                  <a:pt x="5584" y="77477"/>
                </a:cubicBezTo>
                <a:cubicBezTo>
                  <a:pt x="5476" y="77104"/>
                  <a:pt x="5383" y="76763"/>
                  <a:pt x="5290" y="76391"/>
                </a:cubicBezTo>
                <a:close/>
                <a:moveTo>
                  <a:pt x="6003" y="75135"/>
                </a:moveTo>
                <a:lnTo>
                  <a:pt x="6003" y="75135"/>
                </a:lnTo>
                <a:cubicBezTo>
                  <a:pt x="7570" y="76996"/>
                  <a:pt x="8888" y="79043"/>
                  <a:pt x="10036" y="81168"/>
                </a:cubicBezTo>
                <a:cubicBezTo>
                  <a:pt x="10951" y="82874"/>
                  <a:pt x="11742" y="84657"/>
                  <a:pt x="12346" y="86488"/>
                </a:cubicBezTo>
                <a:cubicBezTo>
                  <a:pt x="12874" y="88116"/>
                  <a:pt x="13262" y="89807"/>
                  <a:pt x="13308" y="91497"/>
                </a:cubicBezTo>
                <a:cubicBezTo>
                  <a:pt x="13355" y="92614"/>
                  <a:pt x="13231" y="93731"/>
                  <a:pt x="12874" y="94754"/>
                </a:cubicBezTo>
                <a:cubicBezTo>
                  <a:pt x="13137" y="91187"/>
                  <a:pt x="11897" y="87341"/>
                  <a:pt x="10516" y="84130"/>
                </a:cubicBezTo>
                <a:cubicBezTo>
                  <a:pt x="9198" y="81059"/>
                  <a:pt x="7957" y="77864"/>
                  <a:pt x="6003" y="75135"/>
                </a:cubicBezTo>
                <a:close/>
                <a:moveTo>
                  <a:pt x="4979" y="74654"/>
                </a:moveTo>
                <a:cubicBezTo>
                  <a:pt x="7182" y="77368"/>
                  <a:pt x="8500" y="80718"/>
                  <a:pt x="9865" y="83898"/>
                </a:cubicBezTo>
                <a:cubicBezTo>
                  <a:pt x="11276" y="87186"/>
                  <a:pt x="12688" y="91109"/>
                  <a:pt x="12362" y="94770"/>
                </a:cubicBezTo>
                <a:cubicBezTo>
                  <a:pt x="11804" y="93157"/>
                  <a:pt x="11323" y="91528"/>
                  <a:pt x="10656" y="89962"/>
                </a:cubicBezTo>
                <a:cubicBezTo>
                  <a:pt x="9880" y="88085"/>
                  <a:pt x="9074" y="86255"/>
                  <a:pt x="8562" y="84285"/>
                </a:cubicBezTo>
                <a:cubicBezTo>
                  <a:pt x="8097" y="82440"/>
                  <a:pt x="7787" y="80439"/>
                  <a:pt x="6980" y="78702"/>
                </a:cubicBezTo>
                <a:cubicBezTo>
                  <a:pt x="6360" y="77321"/>
                  <a:pt x="5662" y="75988"/>
                  <a:pt x="4979" y="74654"/>
                </a:cubicBezTo>
                <a:close/>
                <a:moveTo>
                  <a:pt x="24309" y="92771"/>
                </a:moveTo>
                <a:cubicBezTo>
                  <a:pt x="26459" y="92771"/>
                  <a:pt x="28609" y="93091"/>
                  <a:pt x="30663" y="93669"/>
                </a:cubicBezTo>
                <a:cubicBezTo>
                  <a:pt x="31439" y="93886"/>
                  <a:pt x="32199" y="94134"/>
                  <a:pt x="32928" y="94444"/>
                </a:cubicBezTo>
                <a:cubicBezTo>
                  <a:pt x="31687" y="94351"/>
                  <a:pt x="30493" y="93994"/>
                  <a:pt x="29267" y="93839"/>
                </a:cubicBezTo>
                <a:cubicBezTo>
                  <a:pt x="28766" y="93776"/>
                  <a:pt x="28256" y="93751"/>
                  <a:pt x="27742" y="93751"/>
                </a:cubicBezTo>
                <a:cubicBezTo>
                  <a:pt x="26491" y="93751"/>
                  <a:pt x="25219" y="93900"/>
                  <a:pt x="24010" y="94010"/>
                </a:cubicBezTo>
                <a:cubicBezTo>
                  <a:pt x="20970" y="94289"/>
                  <a:pt x="17883" y="94646"/>
                  <a:pt x="14890" y="95282"/>
                </a:cubicBezTo>
                <a:cubicBezTo>
                  <a:pt x="16829" y="94010"/>
                  <a:pt x="19109" y="93281"/>
                  <a:pt x="21420" y="92971"/>
                </a:cubicBezTo>
                <a:cubicBezTo>
                  <a:pt x="22377" y="92836"/>
                  <a:pt x="23343" y="92771"/>
                  <a:pt x="24309" y="92771"/>
                </a:cubicBezTo>
                <a:close/>
                <a:moveTo>
                  <a:pt x="27897" y="94296"/>
                </a:moveTo>
                <a:cubicBezTo>
                  <a:pt x="28246" y="94296"/>
                  <a:pt x="28595" y="94304"/>
                  <a:pt x="28942" y="94320"/>
                </a:cubicBezTo>
                <a:cubicBezTo>
                  <a:pt x="29981" y="94382"/>
                  <a:pt x="30989" y="94630"/>
                  <a:pt x="31997" y="94816"/>
                </a:cubicBezTo>
                <a:cubicBezTo>
                  <a:pt x="29314" y="95080"/>
                  <a:pt x="26631" y="95685"/>
                  <a:pt x="23901" y="95762"/>
                </a:cubicBezTo>
                <a:cubicBezTo>
                  <a:pt x="22102" y="95793"/>
                  <a:pt x="20318" y="95917"/>
                  <a:pt x="18504" y="95933"/>
                </a:cubicBezTo>
                <a:cubicBezTo>
                  <a:pt x="18458" y="95934"/>
                  <a:pt x="18412" y="95934"/>
                  <a:pt x="18367" y="95934"/>
                </a:cubicBezTo>
                <a:cubicBezTo>
                  <a:pt x="17432" y="95934"/>
                  <a:pt x="16471" y="95788"/>
                  <a:pt x="15510" y="95669"/>
                </a:cubicBezTo>
                <a:cubicBezTo>
                  <a:pt x="18302" y="95126"/>
                  <a:pt x="21140" y="94785"/>
                  <a:pt x="23979" y="94522"/>
                </a:cubicBezTo>
                <a:cubicBezTo>
                  <a:pt x="25276" y="94399"/>
                  <a:pt x="26592" y="94296"/>
                  <a:pt x="27897" y="94296"/>
                </a:cubicBezTo>
                <a:close/>
                <a:moveTo>
                  <a:pt x="33998" y="95204"/>
                </a:moveTo>
                <a:lnTo>
                  <a:pt x="33998" y="95204"/>
                </a:lnTo>
                <a:cubicBezTo>
                  <a:pt x="31532" y="95995"/>
                  <a:pt x="29050" y="96755"/>
                  <a:pt x="26522" y="97251"/>
                </a:cubicBezTo>
                <a:cubicBezTo>
                  <a:pt x="24910" y="97568"/>
                  <a:pt x="23276" y="97753"/>
                  <a:pt x="21643" y="97753"/>
                </a:cubicBezTo>
                <a:cubicBezTo>
                  <a:pt x="20480" y="97753"/>
                  <a:pt x="19317" y="97659"/>
                  <a:pt x="18163" y="97453"/>
                </a:cubicBezTo>
                <a:cubicBezTo>
                  <a:pt x="16627" y="97158"/>
                  <a:pt x="15154" y="96693"/>
                  <a:pt x="13742" y="96073"/>
                </a:cubicBezTo>
                <a:cubicBezTo>
                  <a:pt x="13758" y="96057"/>
                  <a:pt x="13773" y="96026"/>
                  <a:pt x="13804" y="96026"/>
                </a:cubicBezTo>
                <a:cubicBezTo>
                  <a:pt x="15358" y="96056"/>
                  <a:pt x="16881" y="96461"/>
                  <a:pt x="18448" y="96461"/>
                </a:cubicBezTo>
                <a:cubicBezTo>
                  <a:pt x="18477" y="96461"/>
                  <a:pt x="18506" y="96461"/>
                  <a:pt x="18535" y="96460"/>
                </a:cubicBezTo>
                <a:cubicBezTo>
                  <a:pt x="20334" y="96445"/>
                  <a:pt x="22118" y="96336"/>
                  <a:pt x="23917" y="96290"/>
                </a:cubicBezTo>
                <a:cubicBezTo>
                  <a:pt x="27313" y="96181"/>
                  <a:pt x="30617" y="95297"/>
                  <a:pt x="33998" y="95204"/>
                </a:cubicBezTo>
                <a:close/>
                <a:moveTo>
                  <a:pt x="1878" y="84316"/>
                </a:moveTo>
                <a:lnTo>
                  <a:pt x="1878" y="84316"/>
                </a:lnTo>
                <a:cubicBezTo>
                  <a:pt x="2157" y="84751"/>
                  <a:pt x="2451" y="85169"/>
                  <a:pt x="2731" y="85619"/>
                </a:cubicBezTo>
                <a:cubicBezTo>
                  <a:pt x="3599" y="87108"/>
                  <a:pt x="4250" y="88705"/>
                  <a:pt x="4979" y="90272"/>
                </a:cubicBezTo>
                <a:cubicBezTo>
                  <a:pt x="6298" y="93079"/>
                  <a:pt x="6546" y="95995"/>
                  <a:pt x="6825" y="99004"/>
                </a:cubicBezTo>
                <a:cubicBezTo>
                  <a:pt x="5646" y="96243"/>
                  <a:pt x="4561" y="93467"/>
                  <a:pt x="3599" y="90660"/>
                </a:cubicBezTo>
                <a:cubicBezTo>
                  <a:pt x="2886" y="88581"/>
                  <a:pt x="2482" y="86410"/>
                  <a:pt x="1878" y="84316"/>
                </a:cubicBezTo>
                <a:close/>
                <a:moveTo>
                  <a:pt x="978" y="83138"/>
                </a:moveTo>
                <a:cubicBezTo>
                  <a:pt x="1335" y="84223"/>
                  <a:pt x="1583" y="85324"/>
                  <a:pt x="1846" y="86441"/>
                </a:cubicBezTo>
                <a:cubicBezTo>
                  <a:pt x="2203" y="87914"/>
                  <a:pt x="2622" y="89341"/>
                  <a:pt x="3118" y="90768"/>
                </a:cubicBezTo>
                <a:cubicBezTo>
                  <a:pt x="4095" y="93700"/>
                  <a:pt x="5243" y="96553"/>
                  <a:pt x="6453" y="99407"/>
                </a:cubicBezTo>
                <a:cubicBezTo>
                  <a:pt x="5041" y="97810"/>
                  <a:pt x="4002" y="95855"/>
                  <a:pt x="3227" y="93870"/>
                </a:cubicBezTo>
                <a:cubicBezTo>
                  <a:pt x="2157" y="91156"/>
                  <a:pt x="1490" y="88271"/>
                  <a:pt x="1149" y="85371"/>
                </a:cubicBezTo>
                <a:cubicBezTo>
                  <a:pt x="1071" y="84626"/>
                  <a:pt x="1024" y="83898"/>
                  <a:pt x="978" y="83138"/>
                </a:cubicBezTo>
                <a:close/>
                <a:moveTo>
                  <a:pt x="1443" y="82579"/>
                </a:moveTo>
                <a:lnTo>
                  <a:pt x="1443" y="82579"/>
                </a:lnTo>
                <a:cubicBezTo>
                  <a:pt x="3041" y="84425"/>
                  <a:pt x="4468" y="86379"/>
                  <a:pt x="5631" y="88504"/>
                </a:cubicBezTo>
                <a:cubicBezTo>
                  <a:pt x="6934" y="90908"/>
                  <a:pt x="7880" y="93575"/>
                  <a:pt x="7880" y="96336"/>
                </a:cubicBezTo>
                <a:cubicBezTo>
                  <a:pt x="7880" y="97484"/>
                  <a:pt x="7709" y="98632"/>
                  <a:pt x="7383" y="99717"/>
                </a:cubicBezTo>
                <a:cubicBezTo>
                  <a:pt x="7135" y="96755"/>
                  <a:pt x="7027" y="93684"/>
                  <a:pt x="5832" y="90908"/>
                </a:cubicBezTo>
                <a:cubicBezTo>
                  <a:pt x="5135" y="89341"/>
                  <a:pt x="4421" y="87759"/>
                  <a:pt x="3615" y="86224"/>
                </a:cubicBezTo>
                <a:cubicBezTo>
                  <a:pt x="2994" y="84983"/>
                  <a:pt x="1971" y="83851"/>
                  <a:pt x="1443" y="82579"/>
                </a:cubicBezTo>
                <a:close/>
                <a:moveTo>
                  <a:pt x="13088" y="99477"/>
                </a:moveTo>
                <a:cubicBezTo>
                  <a:pt x="13440" y="99477"/>
                  <a:pt x="13793" y="99491"/>
                  <a:pt x="14146" y="99516"/>
                </a:cubicBezTo>
                <a:cubicBezTo>
                  <a:pt x="16435" y="99670"/>
                  <a:pt x="18756" y="100273"/>
                  <a:pt x="20845" y="101215"/>
                </a:cubicBezTo>
                <a:lnTo>
                  <a:pt x="20845" y="101215"/>
                </a:lnTo>
                <a:cubicBezTo>
                  <a:pt x="20309" y="101018"/>
                  <a:pt x="19786" y="100796"/>
                  <a:pt x="19248" y="100617"/>
                </a:cubicBezTo>
                <a:cubicBezTo>
                  <a:pt x="18163" y="100260"/>
                  <a:pt x="16999" y="100214"/>
                  <a:pt x="15852" y="100121"/>
                </a:cubicBezTo>
                <a:cubicBezTo>
                  <a:pt x="14288" y="99977"/>
                  <a:pt x="12686" y="99728"/>
                  <a:pt x="11092" y="99728"/>
                </a:cubicBezTo>
                <a:cubicBezTo>
                  <a:pt x="10962" y="99728"/>
                  <a:pt x="10832" y="99729"/>
                  <a:pt x="10702" y="99733"/>
                </a:cubicBezTo>
                <a:cubicBezTo>
                  <a:pt x="10749" y="99717"/>
                  <a:pt x="10827" y="99686"/>
                  <a:pt x="10889" y="99686"/>
                </a:cubicBezTo>
                <a:cubicBezTo>
                  <a:pt x="11605" y="99539"/>
                  <a:pt x="12343" y="99477"/>
                  <a:pt x="13088" y="99477"/>
                </a:cubicBezTo>
                <a:close/>
                <a:moveTo>
                  <a:pt x="20867" y="101222"/>
                </a:moveTo>
                <a:lnTo>
                  <a:pt x="20867" y="101222"/>
                </a:lnTo>
                <a:cubicBezTo>
                  <a:pt x="20871" y="101223"/>
                  <a:pt x="20875" y="101225"/>
                  <a:pt x="20879" y="101227"/>
                </a:cubicBezTo>
                <a:lnTo>
                  <a:pt x="20879" y="101227"/>
                </a:lnTo>
                <a:cubicBezTo>
                  <a:pt x="20875" y="101225"/>
                  <a:pt x="20871" y="101224"/>
                  <a:pt x="20867" y="101222"/>
                </a:cubicBezTo>
                <a:close/>
                <a:moveTo>
                  <a:pt x="11025" y="100247"/>
                </a:moveTo>
                <a:cubicBezTo>
                  <a:pt x="12526" y="100247"/>
                  <a:pt x="14047" y="100475"/>
                  <a:pt x="15526" y="100601"/>
                </a:cubicBezTo>
                <a:cubicBezTo>
                  <a:pt x="16720" y="100710"/>
                  <a:pt x="17930" y="100756"/>
                  <a:pt x="19093" y="101113"/>
                </a:cubicBezTo>
                <a:cubicBezTo>
                  <a:pt x="19636" y="101284"/>
                  <a:pt x="20179" y="101501"/>
                  <a:pt x="20722" y="101718"/>
                </a:cubicBezTo>
                <a:cubicBezTo>
                  <a:pt x="20059" y="101662"/>
                  <a:pt x="19391" y="101646"/>
                  <a:pt x="18721" y="101646"/>
                </a:cubicBezTo>
                <a:cubicBezTo>
                  <a:pt x="17846" y="101646"/>
                  <a:pt x="16967" y="101673"/>
                  <a:pt x="16091" y="101673"/>
                </a:cubicBezTo>
                <a:cubicBezTo>
                  <a:pt x="15975" y="101673"/>
                  <a:pt x="15859" y="101673"/>
                  <a:pt x="15743" y="101671"/>
                </a:cubicBezTo>
                <a:cubicBezTo>
                  <a:pt x="13417" y="101656"/>
                  <a:pt x="11214" y="100725"/>
                  <a:pt x="8903" y="100462"/>
                </a:cubicBezTo>
                <a:cubicBezTo>
                  <a:pt x="8919" y="100446"/>
                  <a:pt x="8919" y="100431"/>
                  <a:pt x="8934" y="100431"/>
                </a:cubicBezTo>
                <a:cubicBezTo>
                  <a:pt x="9622" y="100297"/>
                  <a:pt x="10321" y="100247"/>
                  <a:pt x="11025" y="100247"/>
                </a:cubicBezTo>
                <a:close/>
                <a:moveTo>
                  <a:pt x="9431" y="101020"/>
                </a:moveTo>
                <a:cubicBezTo>
                  <a:pt x="11431" y="101299"/>
                  <a:pt x="13370" y="102044"/>
                  <a:pt x="15402" y="102137"/>
                </a:cubicBezTo>
                <a:cubicBezTo>
                  <a:pt x="15863" y="102162"/>
                  <a:pt x="16324" y="102170"/>
                  <a:pt x="16784" y="102170"/>
                </a:cubicBezTo>
                <a:cubicBezTo>
                  <a:pt x="17526" y="102170"/>
                  <a:pt x="18266" y="102150"/>
                  <a:pt x="19005" y="102150"/>
                </a:cubicBezTo>
                <a:cubicBezTo>
                  <a:pt x="20047" y="102150"/>
                  <a:pt x="21086" y="102190"/>
                  <a:pt x="22118" y="102385"/>
                </a:cubicBezTo>
                <a:cubicBezTo>
                  <a:pt x="20279" y="102626"/>
                  <a:pt x="18395" y="102867"/>
                  <a:pt x="16535" y="102867"/>
                </a:cubicBezTo>
                <a:cubicBezTo>
                  <a:pt x="14800" y="102867"/>
                  <a:pt x="13086" y="102657"/>
                  <a:pt x="11447" y="102044"/>
                </a:cubicBezTo>
                <a:cubicBezTo>
                  <a:pt x="10749" y="101765"/>
                  <a:pt x="10082" y="101439"/>
                  <a:pt x="9431" y="101020"/>
                </a:cubicBezTo>
                <a:close/>
                <a:moveTo>
                  <a:pt x="30236" y="0"/>
                </a:moveTo>
                <a:cubicBezTo>
                  <a:pt x="29967" y="0"/>
                  <a:pt x="29722" y="323"/>
                  <a:pt x="29872" y="611"/>
                </a:cubicBezTo>
                <a:cubicBezTo>
                  <a:pt x="31764" y="4519"/>
                  <a:pt x="32959" y="8769"/>
                  <a:pt x="33982" y="12972"/>
                </a:cubicBezTo>
                <a:cubicBezTo>
                  <a:pt x="35053" y="17346"/>
                  <a:pt x="35937" y="21766"/>
                  <a:pt x="37162" y="26078"/>
                </a:cubicBezTo>
                <a:cubicBezTo>
                  <a:pt x="37782" y="28327"/>
                  <a:pt x="38496" y="30560"/>
                  <a:pt x="39395" y="32716"/>
                </a:cubicBezTo>
                <a:cubicBezTo>
                  <a:pt x="39442" y="34732"/>
                  <a:pt x="39426" y="36748"/>
                  <a:pt x="39349" y="38765"/>
                </a:cubicBezTo>
                <a:cubicBezTo>
                  <a:pt x="38589" y="36112"/>
                  <a:pt x="37813" y="33445"/>
                  <a:pt x="36790" y="30886"/>
                </a:cubicBezTo>
                <a:cubicBezTo>
                  <a:pt x="35363" y="27319"/>
                  <a:pt x="33424" y="24031"/>
                  <a:pt x="30865" y="21146"/>
                </a:cubicBezTo>
                <a:cubicBezTo>
                  <a:pt x="29128" y="19176"/>
                  <a:pt x="27158" y="17454"/>
                  <a:pt x="25064" y="15888"/>
                </a:cubicBezTo>
                <a:cubicBezTo>
                  <a:pt x="24997" y="15837"/>
                  <a:pt x="24926" y="15815"/>
                  <a:pt x="24858" y="15815"/>
                </a:cubicBezTo>
                <a:cubicBezTo>
                  <a:pt x="24613" y="15815"/>
                  <a:pt x="24399" y="16099"/>
                  <a:pt x="24459" y="16353"/>
                </a:cubicBezTo>
                <a:cubicBezTo>
                  <a:pt x="25375" y="20169"/>
                  <a:pt x="26631" y="23906"/>
                  <a:pt x="28383" y="27427"/>
                </a:cubicBezTo>
                <a:cubicBezTo>
                  <a:pt x="30027" y="30731"/>
                  <a:pt x="32121" y="33817"/>
                  <a:pt x="34556" y="36593"/>
                </a:cubicBezTo>
                <a:cubicBezTo>
                  <a:pt x="35999" y="38222"/>
                  <a:pt x="37565" y="39757"/>
                  <a:pt x="39194" y="41169"/>
                </a:cubicBezTo>
                <a:cubicBezTo>
                  <a:pt x="39085" y="42937"/>
                  <a:pt x="38899" y="44689"/>
                  <a:pt x="38666" y="46442"/>
                </a:cubicBezTo>
                <a:cubicBezTo>
                  <a:pt x="38620" y="45977"/>
                  <a:pt x="38558" y="45527"/>
                  <a:pt x="38480" y="45077"/>
                </a:cubicBezTo>
                <a:cubicBezTo>
                  <a:pt x="38247" y="43666"/>
                  <a:pt x="37751" y="42316"/>
                  <a:pt x="37069" y="41045"/>
                </a:cubicBezTo>
                <a:cubicBezTo>
                  <a:pt x="36045" y="39245"/>
                  <a:pt x="34634" y="37741"/>
                  <a:pt x="33238" y="36221"/>
                </a:cubicBezTo>
                <a:cubicBezTo>
                  <a:pt x="31687" y="34530"/>
                  <a:pt x="30058" y="32933"/>
                  <a:pt x="28399" y="31382"/>
                </a:cubicBezTo>
                <a:cubicBezTo>
                  <a:pt x="26507" y="29614"/>
                  <a:pt x="24553" y="27908"/>
                  <a:pt x="22552" y="26264"/>
                </a:cubicBezTo>
                <a:cubicBezTo>
                  <a:pt x="22461" y="26187"/>
                  <a:pt x="22357" y="26152"/>
                  <a:pt x="22258" y="26152"/>
                </a:cubicBezTo>
                <a:cubicBezTo>
                  <a:pt x="22019" y="26152"/>
                  <a:pt x="21808" y="26355"/>
                  <a:pt x="21885" y="26652"/>
                </a:cubicBezTo>
                <a:cubicBezTo>
                  <a:pt x="22676" y="30343"/>
                  <a:pt x="24304" y="33817"/>
                  <a:pt x="26398" y="36934"/>
                </a:cubicBezTo>
                <a:cubicBezTo>
                  <a:pt x="28492" y="40067"/>
                  <a:pt x="31005" y="42859"/>
                  <a:pt x="33688" y="45496"/>
                </a:cubicBezTo>
                <a:cubicBezTo>
                  <a:pt x="35146" y="46923"/>
                  <a:pt x="36650" y="48319"/>
                  <a:pt x="38170" y="49699"/>
                </a:cubicBezTo>
                <a:cubicBezTo>
                  <a:pt x="37829" y="51607"/>
                  <a:pt x="37425" y="53530"/>
                  <a:pt x="36945" y="55437"/>
                </a:cubicBezTo>
                <a:cubicBezTo>
                  <a:pt x="36821" y="54352"/>
                  <a:pt x="36541" y="53282"/>
                  <a:pt x="36154" y="52273"/>
                </a:cubicBezTo>
                <a:cubicBezTo>
                  <a:pt x="35471" y="50490"/>
                  <a:pt x="34525" y="48799"/>
                  <a:pt x="33455" y="47233"/>
                </a:cubicBezTo>
                <a:cubicBezTo>
                  <a:pt x="31005" y="43619"/>
                  <a:pt x="27949" y="40409"/>
                  <a:pt x="24584" y="37679"/>
                </a:cubicBezTo>
                <a:cubicBezTo>
                  <a:pt x="22800" y="36221"/>
                  <a:pt x="20892" y="34887"/>
                  <a:pt x="18861" y="33786"/>
                </a:cubicBezTo>
                <a:cubicBezTo>
                  <a:pt x="18793" y="33748"/>
                  <a:pt x="18723" y="33731"/>
                  <a:pt x="18656" y="33731"/>
                </a:cubicBezTo>
                <a:cubicBezTo>
                  <a:pt x="18368" y="33731"/>
                  <a:pt x="18126" y="34043"/>
                  <a:pt x="18302" y="34344"/>
                </a:cubicBezTo>
                <a:cubicBezTo>
                  <a:pt x="20256" y="37570"/>
                  <a:pt x="22149" y="40843"/>
                  <a:pt x="24242" y="43976"/>
                </a:cubicBezTo>
                <a:cubicBezTo>
                  <a:pt x="26383" y="47202"/>
                  <a:pt x="28725" y="50304"/>
                  <a:pt x="31439" y="53049"/>
                </a:cubicBezTo>
                <a:cubicBezTo>
                  <a:pt x="32959" y="54584"/>
                  <a:pt x="34603" y="55980"/>
                  <a:pt x="36371" y="57221"/>
                </a:cubicBezTo>
                <a:cubicBezTo>
                  <a:pt x="36402" y="57237"/>
                  <a:pt x="36448" y="57252"/>
                  <a:pt x="36479" y="57252"/>
                </a:cubicBezTo>
                <a:cubicBezTo>
                  <a:pt x="35642" y="60261"/>
                  <a:pt x="34634" y="63208"/>
                  <a:pt x="33440" y="66124"/>
                </a:cubicBezTo>
                <a:cubicBezTo>
                  <a:pt x="33393" y="64728"/>
                  <a:pt x="33284" y="63332"/>
                  <a:pt x="33052" y="61951"/>
                </a:cubicBezTo>
                <a:cubicBezTo>
                  <a:pt x="32742" y="60168"/>
                  <a:pt x="32214" y="58415"/>
                  <a:pt x="31501" y="56771"/>
                </a:cubicBezTo>
                <a:cubicBezTo>
                  <a:pt x="30756" y="55081"/>
                  <a:pt x="29826" y="53499"/>
                  <a:pt x="28740" y="52025"/>
                </a:cubicBezTo>
                <a:cubicBezTo>
                  <a:pt x="27499" y="50319"/>
                  <a:pt x="26103" y="48753"/>
                  <a:pt x="24630" y="47248"/>
                </a:cubicBezTo>
                <a:cubicBezTo>
                  <a:pt x="22862" y="45465"/>
                  <a:pt x="21001" y="43805"/>
                  <a:pt x="19109" y="42177"/>
                </a:cubicBezTo>
                <a:cubicBezTo>
                  <a:pt x="18861" y="41960"/>
                  <a:pt x="18581" y="41727"/>
                  <a:pt x="18333" y="41510"/>
                </a:cubicBezTo>
                <a:cubicBezTo>
                  <a:pt x="18245" y="41439"/>
                  <a:pt x="18144" y="41408"/>
                  <a:pt x="18048" y="41408"/>
                </a:cubicBezTo>
                <a:cubicBezTo>
                  <a:pt x="17804" y="41408"/>
                  <a:pt x="17584" y="41609"/>
                  <a:pt x="17651" y="41898"/>
                </a:cubicBezTo>
                <a:cubicBezTo>
                  <a:pt x="18550" y="45651"/>
                  <a:pt x="19838" y="49296"/>
                  <a:pt x="21528" y="52739"/>
                </a:cubicBezTo>
                <a:cubicBezTo>
                  <a:pt x="23281" y="56321"/>
                  <a:pt x="25452" y="59703"/>
                  <a:pt x="27934" y="62804"/>
                </a:cubicBezTo>
                <a:cubicBezTo>
                  <a:pt x="29392" y="64619"/>
                  <a:pt x="30973" y="66341"/>
                  <a:pt x="32618" y="68000"/>
                </a:cubicBezTo>
                <a:cubicBezTo>
                  <a:pt x="32602" y="68062"/>
                  <a:pt x="32586" y="68109"/>
                  <a:pt x="32540" y="68155"/>
                </a:cubicBezTo>
                <a:cubicBezTo>
                  <a:pt x="31640" y="70172"/>
                  <a:pt x="30648" y="72126"/>
                  <a:pt x="29578" y="74049"/>
                </a:cubicBezTo>
                <a:cubicBezTo>
                  <a:pt x="29671" y="72715"/>
                  <a:pt x="29655" y="71350"/>
                  <a:pt x="29500" y="70001"/>
                </a:cubicBezTo>
                <a:cubicBezTo>
                  <a:pt x="29267" y="68155"/>
                  <a:pt x="28802" y="66372"/>
                  <a:pt x="28089" y="64666"/>
                </a:cubicBezTo>
                <a:cubicBezTo>
                  <a:pt x="26646" y="61254"/>
                  <a:pt x="24397" y="58260"/>
                  <a:pt x="21838" y="55608"/>
                </a:cubicBezTo>
                <a:cubicBezTo>
                  <a:pt x="20349" y="54057"/>
                  <a:pt x="18767" y="52584"/>
                  <a:pt x="17139" y="51172"/>
                </a:cubicBezTo>
                <a:cubicBezTo>
                  <a:pt x="17058" y="51105"/>
                  <a:pt x="16954" y="51074"/>
                  <a:pt x="16851" y="51074"/>
                </a:cubicBezTo>
                <a:cubicBezTo>
                  <a:pt x="16597" y="51074"/>
                  <a:pt x="16346" y="51262"/>
                  <a:pt x="16457" y="51560"/>
                </a:cubicBezTo>
                <a:cubicBezTo>
                  <a:pt x="17713" y="54957"/>
                  <a:pt x="19016" y="58322"/>
                  <a:pt x="20473" y="61641"/>
                </a:cubicBezTo>
                <a:cubicBezTo>
                  <a:pt x="21900" y="64929"/>
                  <a:pt x="23498" y="68155"/>
                  <a:pt x="25359" y="71242"/>
                </a:cubicBezTo>
                <a:cubicBezTo>
                  <a:pt x="26321" y="72839"/>
                  <a:pt x="27375" y="74421"/>
                  <a:pt x="28492" y="75926"/>
                </a:cubicBezTo>
                <a:cubicBezTo>
                  <a:pt x="27329" y="77911"/>
                  <a:pt x="26072" y="79850"/>
                  <a:pt x="24754" y="81726"/>
                </a:cubicBezTo>
                <a:cubicBezTo>
                  <a:pt x="24894" y="78593"/>
                  <a:pt x="24537" y="75460"/>
                  <a:pt x="23544" y="72498"/>
                </a:cubicBezTo>
                <a:cubicBezTo>
                  <a:pt x="22459" y="69194"/>
                  <a:pt x="20629" y="66232"/>
                  <a:pt x="18349" y="63611"/>
                </a:cubicBezTo>
                <a:cubicBezTo>
                  <a:pt x="16922" y="61951"/>
                  <a:pt x="15309" y="60432"/>
                  <a:pt x="13618" y="59036"/>
                </a:cubicBezTo>
                <a:cubicBezTo>
                  <a:pt x="13540" y="58970"/>
                  <a:pt x="13441" y="58940"/>
                  <a:pt x="13343" y="58940"/>
                </a:cubicBezTo>
                <a:cubicBezTo>
                  <a:pt x="13095" y="58940"/>
                  <a:pt x="12851" y="59134"/>
                  <a:pt x="12951" y="59423"/>
                </a:cubicBezTo>
                <a:cubicBezTo>
                  <a:pt x="13959" y="62696"/>
                  <a:pt x="14844" y="65999"/>
                  <a:pt x="15976" y="69241"/>
                </a:cubicBezTo>
                <a:cubicBezTo>
                  <a:pt x="17077" y="72436"/>
                  <a:pt x="18411" y="75600"/>
                  <a:pt x="20272" y="78438"/>
                </a:cubicBezTo>
                <a:cubicBezTo>
                  <a:pt x="21327" y="80051"/>
                  <a:pt x="22536" y="81540"/>
                  <a:pt x="23917" y="82905"/>
                </a:cubicBezTo>
                <a:cubicBezTo>
                  <a:pt x="22660" y="84611"/>
                  <a:pt x="21358" y="86301"/>
                  <a:pt x="19977" y="87899"/>
                </a:cubicBezTo>
                <a:cubicBezTo>
                  <a:pt x="19698" y="88225"/>
                  <a:pt x="19419" y="88550"/>
                  <a:pt x="19155" y="88876"/>
                </a:cubicBezTo>
                <a:cubicBezTo>
                  <a:pt x="19047" y="89000"/>
                  <a:pt x="18938" y="89124"/>
                  <a:pt x="18845" y="89248"/>
                </a:cubicBezTo>
                <a:cubicBezTo>
                  <a:pt x="19233" y="88240"/>
                  <a:pt x="19512" y="87186"/>
                  <a:pt x="19636" y="86100"/>
                </a:cubicBezTo>
                <a:cubicBezTo>
                  <a:pt x="19822" y="84425"/>
                  <a:pt x="19636" y="82688"/>
                  <a:pt x="19186" y="81044"/>
                </a:cubicBezTo>
                <a:cubicBezTo>
                  <a:pt x="18178" y="77430"/>
                  <a:pt x="16069" y="74220"/>
                  <a:pt x="13975" y="71180"/>
                </a:cubicBezTo>
                <a:cubicBezTo>
                  <a:pt x="12672" y="69303"/>
                  <a:pt x="11338" y="67442"/>
                  <a:pt x="10051" y="65550"/>
                </a:cubicBezTo>
                <a:cubicBezTo>
                  <a:pt x="9964" y="65414"/>
                  <a:pt x="9833" y="65354"/>
                  <a:pt x="9705" y="65354"/>
                </a:cubicBezTo>
                <a:cubicBezTo>
                  <a:pt x="9468" y="65354"/>
                  <a:pt x="9242" y="65558"/>
                  <a:pt x="9322" y="65860"/>
                </a:cubicBezTo>
                <a:cubicBezTo>
                  <a:pt x="10051" y="69101"/>
                  <a:pt x="10702" y="72358"/>
                  <a:pt x="11447" y="75600"/>
                </a:cubicBezTo>
                <a:cubicBezTo>
                  <a:pt x="12300" y="79229"/>
                  <a:pt x="13262" y="82827"/>
                  <a:pt x="14611" y="86301"/>
                </a:cubicBezTo>
                <a:cubicBezTo>
                  <a:pt x="15293" y="88008"/>
                  <a:pt x="16053" y="89698"/>
                  <a:pt x="17030" y="91249"/>
                </a:cubicBezTo>
                <a:cubicBezTo>
                  <a:pt x="15929" y="92428"/>
                  <a:pt x="14812" y="93607"/>
                  <a:pt x="13665" y="94754"/>
                </a:cubicBezTo>
                <a:cubicBezTo>
                  <a:pt x="13959" y="93901"/>
                  <a:pt x="14068" y="92986"/>
                  <a:pt x="14084" y="92102"/>
                </a:cubicBezTo>
                <a:cubicBezTo>
                  <a:pt x="14130" y="90349"/>
                  <a:pt x="13804" y="88581"/>
                  <a:pt x="13293" y="86906"/>
                </a:cubicBezTo>
                <a:cubicBezTo>
                  <a:pt x="12191" y="83107"/>
                  <a:pt x="10253" y="79477"/>
                  <a:pt x="7926" y="76298"/>
                </a:cubicBezTo>
                <a:cubicBezTo>
                  <a:pt x="6716" y="74669"/>
                  <a:pt x="5398" y="73103"/>
                  <a:pt x="3878" y="71785"/>
                </a:cubicBezTo>
                <a:cubicBezTo>
                  <a:pt x="3792" y="71707"/>
                  <a:pt x="3686" y="71673"/>
                  <a:pt x="3583" y="71673"/>
                </a:cubicBezTo>
                <a:cubicBezTo>
                  <a:pt x="3332" y="71673"/>
                  <a:pt x="3097" y="71876"/>
                  <a:pt x="3196" y="72172"/>
                </a:cubicBezTo>
                <a:cubicBezTo>
                  <a:pt x="4281" y="75383"/>
                  <a:pt x="5010" y="78702"/>
                  <a:pt x="5863" y="81974"/>
                </a:cubicBezTo>
                <a:cubicBezTo>
                  <a:pt x="6716" y="85231"/>
                  <a:pt x="7678" y="88488"/>
                  <a:pt x="9167" y="91528"/>
                </a:cubicBezTo>
                <a:cubicBezTo>
                  <a:pt x="9974" y="93203"/>
                  <a:pt x="10966" y="94770"/>
                  <a:pt x="12129" y="96228"/>
                </a:cubicBezTo>
                <a:cubicBezTo>
                  <a:pt x="10811" y="97484"/>
                  <a:pt x="9477" y="98709"/>
                  <a:pt x="8097" y="99888"/>
                </a:cubicBezTo>
                <a:cubicBezTo>
                  <a:pt x="8795" y="97546"/>
                  <a:pt x="8779" y="95049"/>
                  <a:pt x="8159" y="92660"/>
                </a:cubicBezTo>
                <a:cubicBezTo>
                  <a:pt x="7414" y="89791"/>
                  <a:pt x="5926" y="87155"/>
                  <a:pt x="4204" y="84766"/>
                </a:cubicBezTo>
                <a:cubicBezTo>
                  <a:pt x="3149" y="83308"/>
                  <a:pt x="2017" y="81943"/>
                  <a:pt x="807" y="80625"/>
                </a:cubicBezTo>
                <a:cubicBezTo>
                  <a:pt x="730" y="80538"/>
                  <a:pt x="634" y="80500"/>
                  <a:pt x="538" y="80500"/>
                </a:cubicBezTo>
                <a:cubicBezTo>
                  <a:pt x="329" y="80500"/>
                  <a:pt x="120" y="80680"/>
                  <a:pt x="109" y="80904"/>
                </a:cubicBezTo>
                <a:cubicBezTo>
                  <a:pt x="1" y="83696"/>
                  <a:pt x="327" y="86519"/>
                  <a:pt x="931" y="89248"/>
                </a:cubicBezTo>
                <a:cubicBezTo>
                  <a:pt x="1567" y="92149"/>
                  <a:pt x="2575" y="95064"/>
                  <a:pt x="4126" y="97623"/>
                </a:cubicBezTo>
                <a:cubicBezTo>
                  <a:pt x="4886" y="98864"/>
                  <a:pt x="5770" y="100027"/>
                  <a:pt x="6856" y="100974"/>
                </a:cubicBezTo>
                <a:cubicBezTo>
                  <a:pt x="6050" y="101656"/>
                  <a:pt x="5228" y="102338"/>
                  <a:pt x="4421" y="102990"/>
                </a:cubicBezTo>
                <a:cubicBezTo>
                  <a:pt x="4087" y="103250"/>
                  <a:pt x="4395" y="103668"/>
                  <a:pt x="4738" y="103668"/>
                </a:cubicBezTo>
                <a:cubicBezTo>
                  <a:pt x="4825" y="103668"/>
                  <a:pt x="4914" y="103642"/>
                  <a:pt x="4995" y="103579"/>
                </a:cubicBezTo>
                <a:cubicBezTo>
                  <a:pt x="6019" y="102742"/>
                  <a:pt x="7058" y="101889"/>
                  <a:pt x="8066" y="101036"/>
                </a:cubicBezTo>
                <a:cubicBezTo>
                  <a:pt x="9694" y="102307"/>
                  <a:pt x="11602" y="103114"/>
                  <a:pt x="13665" y="103424"/>
                </a:cubicBezTo>
                <a:cubicBezTo>
                  <a:pt x="14569" y="103563"/>
                  <a:pt x="15478" y="103617"/>
                  <a:pt x="16387" y="103617"/>
                </a:cubicBezTo>
                <a:cubicBezTo>
                  <a:pt x="17615" y="103617"/>
                  <a:pt x="18843" y="103518"/>
                  <a:pt x="20055" y="103393"/>
                </a:cubicBezTo>
                <a:cubicBezTo>
                  <a:pt x="21280" y="103253"/>
                  <a:pt x="22505" y="103114"/>
                  <a:pt x="23746" y="102974"/>
                </a:cubicBezTo>
                <a:cubicBezTo>
                  <a:pt x="24056" y="102928"/>
                  <a:pt x="24304" y="102540"/>
                  <a:pt x="24041" y="102276"/>
                </a:cubicBezTo>
                <a:cubicBezTo>
                  <a:pt x="23296" y="101594"/>
                  <a:pt x="22428" y="101082"/>
                  <a:pt x="21528" y="100648"/>
                </a:cubicBezTo>
                <a:cubicBezTo>
                  <a:pt x="20473" y="100121"/>
                  <a:pt x="19326" y="99717"/>
                  <a:pt x="18178" y="99376"/>
                </a:cubicBezTo>
                <a:cubicBezTo>
                  <a:pt x="16557" y="98922"/>
                  <a:pt x="14831" y="98612"/>
                  <a:pt x="13121" y="98612"/>
                </a:cubicBezTo>
                <a:cubicBezTo>
                  <a:pt x="12376" y="98612"/>
                  <a:pt x="11633" y="98670"/>
                  <a:pt x="10904" y="98802"/>
                </a:cubicBezTo>
                <a:cubicBezTo>
                  <a:pt x="10749" y="98818"/>
                  <a:pt x="10594" y="98864"/>
                  <a:pt x="10470" y="98895"/>
                </a:cubicBezTo>
                <a:cubicBezTo>
                  <a:pt x="11292" y="98135"/>
                  <a:pt x="12129" y="97360"/>
                  <a:pt x="12951" y="96584"/>
                </a:cubicBezTo>
                <a:cubicBezTo>
                  <a:pt x="15681" y="97825"/>
                  <a:pt x="18628" y="98523"/>
                  <a:pt x="21652" y="98523"/>
                </a:cubicBezTo>
                <a:cubicBezTo>
                  <a:pt x="24599" y="98523"/>
                  <a:pt x="27484" y="97903"/>
                  <a:pt x="30291" y="97112"/>
                </a:cubicBezTo>
                <a:cubicBezTo>
                  <a:pt x="32028" y="96631"/>
                  <a:pt x="33703" y="96088"/>
                  <a:pt x="35409" y="95545"/>
                </a:cubicBezTo>
                <a:cubicBezTo>
                  <a:pt x="35750" y="95452"/>
                  <a:pt x="35828" y="94987"/>
                  <a:pt x="35518" y="94816"/>
                </a:cubicBezTo>
                <a:cubicBezTo>
                  <a:pt x="32819" y="93265"/>
                  <a:pt x="29733" y="92412"/>
                  <a:pt x="26646" y="92071"/>
                </a:cubicBezTo>
                <a:cubicBezTo>
                  <a:pt x="25833" y="91988"/>
                  <a:pt x="25012" y="91944"/>
                  <a:pt x="24189" y="91944"/>
                </a:cubicBezTo>
                <a:cubicBezTo>
                  <a:pt x="21796" y="91944"/>
                  <a:pt x="19394" y="92314"/>
                  <a:pt x="17154" y="93157"/>
                </a:cubicBezTo>
                <a:cubicBezTo>
                  <a:pt x="16689" y="93343"/>
                  <a:pt x="16224" y="93544"/>
                  <a:pt x="15774" y="93762"/>
                </a:cubicBezTo>
                <a:cubicBezTo>
                  <a:pt x="17015" y="92490"/>
                  <a:pt x="18225" y="91172"/>
                  <a:pt x="19388" y="89822"/>
                </a:cubicBezTo>
                <a:cubicBezTo>
                  <a:pt x="20449" y="90405"/>
                  <a:pt x="21624" y="90606"/>
                  <a:pt x="22826" y="90606"/>
                </a:cubicBezTo>
                <a:cubicBezTo>
                  <a:pt x="24312" y="90606"/>
                  <a:pt x="25838" y="90298"/>
                  <a:pt x="27236" y="90024"/>
                </a:cubicBezTo>
                <a:cubicBezTo>
                  <a:pt x="28694" y="89729"/>
                  <a:pt x="30105" y="89310"/>
                  <a:pt x="31532" y="88923"/>
                </a:cubicBezTo>
                <a:cubicBezTo>
                  <a:pt x="33067" y="88488"/>
                  <a:pt x="34587" y="88023"/>
                  <a:pt x="36076" y="87527"/>
                </a:cubicBezTo>
                <a:cubicBezTo>
                  <a:pt x="37689" y="86984"/>
                  <a:pt x="39287" y="86364"/>
                  <a:pt x="40838" y="85619"/>
                </a:cubicBezTo>
                <a:cubicBezTo>
                  <a:pt x="41179" y="85464"/>
                  <a:pt x="41070" y="84968"/>
                  <a:pt x="40745" y="84890"/>
                </a:cubicBezTo>
                <a:cubicBezTo>
                  <a:pt x="37755" y="84098"/>
                  <a:pt x="34664" y="83507"/>
                  <a:pt x="31556" y="83507"/>
                </a:cubicBezTo>
                <a:cubicBezTo>
                  <a:pt x="31439" y="83507"/>
                  <a:pt x="31323" y="83508"/>
                  <a:pt x="31206" y="83510"/>
                </a:cubicBezTo>
                <a:cubicBezTo>
                  <a:pt x="28321" y="83541"/>
                  <a:pt x="25390" y="84130"/>
                  <a:pt x="22877" y="85604"/>
                </a:cubicBezTo>
                <a:cubicBezTo>
                  <a:pt x="23917" y="84239"/>
                  <a:pt x="24925" y="82874"/>
                  <a:pt x="25902" y="81447"/>
                </a:cubicBezTo>
                <a:cubicBezTo>
                  <a:pt x="27034" y="82300"/>
                  <a:pt x="28476" y="82657"/>
                  <a:pt x="29888" y="82719"/>
                </a:cubicBezTo>
                <a:cubicBezTo>
                  <a:pt x="30057" y="82726"/>
                  <a:pt x="30227" y="82729"/>
                  <a:pt x="30396" y="82729"/>
                </a:cubicBezTo>
                <a:cubicBezTo>
                  <a:pt x="32054" y="82729"/>
                  <a:pt x="33695" y="82398"/>
                  <a:pt x="35285" y="81990"/>
                </a:cubicBezTo>
                <a:cubicBezTo>
                  <a:pt x="37255" y="81478"/>
                  <a:pt x="39178" y="80780"/>
                  <a:pt x="41055" y="80005"/>
                </a:cubicBezTo>
                <a:cubicBezTo>
                  <a:pt x="42900" y="79245"/>
                  <a:pt x="44699" y="78392"/>
                  <a:pt x="46499" y="77523"/>
                </a:cubicBezTo>
                <a:cubicBezTo>
                  <a:pt x="47894" y="76841"/>
                  <a:pt x="49275" y="76127"/>
                  <a:pt x="50655" y="75445"/>
                </a:cubicBezTo>
                <a:cubicBezTo>
                  <a:pt x="50795" y="75383"/>
                  <a:pt x="50903" y="75305"/>
                  <a:pt x="51043" y="75243"/>
                </a:cubicBezTo>
                <a:cubicBezTo>
                  <a:pt x="51369" y="75088"/>
                  <a:pt x="51260" y="74592"/>
                  <a:pt x="50950" y="74514"/>
                </a:cubicBezTo>
                <a:cubicBezTo>
                  <a:pt x="48828" y="73947"/>
                  <a:pt x="46669" y="73664"/>
                  <a:pt x="44501" y="73664"/>
                </a:cubicBezTo>
                <a:cubicBezTo>
                  <a:pt x="43230" y="73664"/>
                  <a:pt x="41955" y="73761"/>
                  <a:pt x="40682" y="73956"/>
                </a:cubicBezTo>
                <a:cubicBezTo>
                  <a:pt x="37270" y="74468"/>
                  <a:pt x="33982" y="75677"/>
                  <a:pt x="30958" y="77306"/>
                </a:cubicBezTo>
                <a:cubicBezTo>
                  <a:pt x="29624" y="78019"/>
                  <a:pt x="28337" y="78810"/>
                  <a:pt x="27096" y="79663"/>
                </a:cubicBezTo>
                <a:cubicBezTo>
                  <a:pt x="27841" y="78547"/>
                  <a:pt x="28554" y="77399"/>
                  <a:pt x="29236" y="76236"/>
                </a:cubicBezTo>
                <a:cubicBezTo>
                  <a:pt x="29283" y="76174"/>
                  <a:pt x="29329" y="76127"/>
                  <a:pt x="29345" y="76050"/>
                </a:cubicBezTo>
                <a:cubicBezTo>
                  <a:pt x="29624" y="75600"/>
                  <a:pt x="29872" y="75135"/>
                  <a:pt x="30136" y="74669"/>
                </a:cubicBezTo>
                <a:cubicBezTo>
                  <a:pt x="30182" y="74669"/>
                  <a:pt x="30214" y="74669"/>
                  <a:pt x="30260" y="74654"/>
                </a:cubicBezTo>
                <a:cubicBezTo>
                  <a:pt x="33765" y="74607"/>
                  <a:pt x="37177" y="73754"/>
                  <a:pt x="40403" y="72405"/>
                </a:cubicBezTo>
                <a:cubicBezTo>
                  <a:pt x="43660" y="71040"/>
                  <a:pt x="46700" y="69241"/>
                  <a:pt x="49663" y="67364"/>
                </a:cubicBezTo>
                <a:cubicBezTo>
                  <a:pt x="51353" y="66294"/>
                  <a:pt x="52997" y="65208"/>
                  <a:pt x="54688" y="64138"/>
                </a:cubicBezTo>
                <a:cubicBezTo>
                  <a:pt x="55009" y="63924"/>
                  <a:pt x="54908" y="63378"/>
                  <a:pt x="54488" y="63378"/>
                </a:cubicBezTo>
                <a:cubicBezTo>
                  <a:pt x="54482" y="63378"/>
                  <a:pt x="54476" y="63378"/>
                  <a:pt x="54471" y="63378"/>
                </a:cubicBezTo>
                <a:cubicBezTo>
                  <a:pt x="50872" y="63533"/>
                  <a:pt x="47259" y="63999"/>
                  <a:pt x="43784" y="65053"/>
                </a:cubicBezTo>
                <a:cubicBezTo>
                  <a:pt x="40434" y="66046"/>
                  <a:pt x="37255" y="67566"/>
                  <a:pt x="34448" y="69660"/>
                </a:cubicBezTo>
                <a:cubicBezTo>
                  <a:pt x="33362" y="70482"/>
                  <a:pt x="32338" y="71366"/>
                  <a:pt x="31377" y="72327"/>
                </a:cubicBezTo>
                <a:cubicBezTo>
                  <a:pt x="32369" y="70404"/>
                  <a:pt x="33300" y="68465"/>
                  <a:pt x="34137" y="66465"/>
                </a:cubicBezTo>
                <a:lnTo>
                  <a:pt x="34199" y="66465"/>
                </a:lnTo>
                <a:cubicBezTo>
                  <a:pt x="34698" y="66548"/>
                  <a:pt x="35197" y="66588"/>
                  <a:pt x="35695" y="66588"/>
                </a:cubicBezTo>
                <a:cubicBezTo>
                  <a:pt x="36872" y="66588"/>
                  <a:pt x="38040" y="66362"/>
                  <a:pt x="39163" y="65937"/>
                </a:cubicBezTo>
                <a:cubicBezTo>
                  <a:pt x="40745" y="65348"/>
                  <a:pt x="42218" y="64433"/>
                  <a:pt x="43521" y="63347"/>
                </a:cubicBezTo>
                <a:cubicBezTo>
                  <a:pt x="46452" y="60881"/>
                  <a:pt x="49569" y="58648"/>
                  <a:pt x="52671" y="56430"/>
                </a:cubicBezTo>
                <a:cubicBezTo>
                  <a:pt x="54393" y="55189"/>
                  <a:pt x="56146" y="53917"/>
                  <a:pt x="57821" y="52630"/>
                </a:cubicBezTo>
                <a:cubicBezTo>
                  <a:pt x="58131" y="52398"/>
                  <a:pt x="58053" y="51886"/>
                  <a:pt x="57619" y="51870"/>
                </a:cubicBezTo>
                <a:cubicBezTo>
                  <a:pt x="57382" y="51862"/>
                  <a:pt x="57145" y="51858"/>
                  <a:pt x="56908" y="51858"/>
                </a:cubicBezTo>
                <a:cubicBezTo>
                  <a:pt x="53445" y="51858"/>
                  <a:pt x="50039" y="52702"/>
                  <a:pt x="46917" y="54212"/>
                </a:cubicBezTo>
                <a:cubicBezTo>
                  <a:pt x="43536" y="55825"/>
                  <a:pt x="40527" y="58167"/>
                  <a:pt x="37953" y="60850"/>
                </a:cubicBezTo>
                <a:cubicBezTo>
                  <a:pt x="36914" y="61936"/>
                  <a:pt x="35921" y="63099"/>
                  <a:pt x="35006" y="64293"/>
                </a:cubicBezTo>
                <a:cubicBezTo>
                  <a:pt x="35161" y="63875"/>
                  <a:pt x="35332" y="63440"/>
                  <a:pt x="35487" y="63022"/>
                </a:cubicBezTo>
                <a:cubicBezTo>
                  <a:pt x="36154" y="61424"/>
                  <a:pt x="36697" y="59734"/>
                  <a:pt x="37177" y="58074"/>
                </a:cubicBezTo>
                <a:cubicBezTo>
                  <a:pt x="40574" y="57159"/>
                  <a:pt x="43691" y="55313"/>
                  <a:pt x="46499" y="53266"/>
                </a:cubicBezTo>
                <a:cubicBezTo>
                  <a:pt x="49818" y="50847"/>
                  <a:pt x="52826" y="48055"/>
                  <a:pt x="55618" y="45062"/>
                </a:cubicBezTo>
                <a:cubicBezTo>
                  <a:pt x="57169" y="43386"/>
                  <a:pt x="58658" y="41665"/>
                  <a:pt x="60100" y="39897"/>
                </a:cubicBezTo>
                <a:cubicBezTo>
                  <a:pt x="60309" y="39647"/>
                  <a:pt x="60157" y="39211"/>
                  <a:pt x="59833" y="39211"/>
                </a:cubicBezTo>
                <a:cubicBezTo>
                  <a:pt x="59795" y="39211"/>
                  <a:pt x="59755" y="39217"/>
                  <a:pt x="59713" y="39230"/>
                </a:cubicBezTo>
                <a:cubicBezTo>
                  <a:pt x="55758" y="40269"/>
                  <a:pt x="51958" y="41960"/>
                  <a:pt x="48561" y="44239"/>
                </a:cubicBezTo>
                <a:cubicBezTo>
                  <a:pt x="45335" y="46411"/>
                  <a:pt x="42466" y="49094"/>
                  <a:pt x="40093" y="52134"/>
                </a:cubicBezTo>
                <a:cubicBezTo>
                  <a:pt x="39318" y="53126"/>
                  <a:pt x="38589" y="54135"/>
                  <a:pt x="37937" y="55205"/>
                </a:cubicBezTo>
                <a:cubicBezTo>
                  <a:pt x="38341" y="53545"/>
                  <a:pt x="38697" y="51886"/>
                  <a:pt x="38976" y="50211"/>
                </a:cubicBezTo>
                <a:cubicBezTo>
                  <a:pt x="39007" y="50211"/>
                  <a:pt x="39038" y="50195"/>
                  <a:pt x="39054" y="50180"/>
                </a:cubicBezTo>
                <a:cubicBezTo>
                  <a:pt x="42373" y="48396"/>
                  <a:pt x="45289" y="45946"/>
                  <a:pt x="47832" y="43200"/>
                </a:cubicBezTo>
                <a:cubicBezTo>
                  <a:pt x="50547" y="40269"/>
                  <a:pt x="52904" y="36997"/>
                  <a:pt x="55044" y="33615"/>
                </a:cubicBezTo>
                <a:cubicBezTo>
                  <a:pt x="56285" y="31661"/>
                  <a:pt x="57479" y="29692"/>
                  <a:pt x="58612" y="27675"/>
                </a:cubicBezTo>
                <a:cubicBezTo>
                  <a:pt x="58777" y="27383"/>
                  <a:pt x="58546" y="27049"/>
                  <a:pt x="58253" y="27049"/>
                </a:cubicBezTo>
                <a:cubicBezTo>
                  <a:pt x="58188" y="27049"/>
                  <a:pt x="58120" y="27065"/>
                  <a:pt x="58053" y="27101"/>
                </a:cubicBezTo>
                <a:cubicBezTo>
                  <a:pt x="54719" y="29164"/>
                  <a:pt x="51617" y="31584"/>
                  <a:pt x="48810" y="34298"/>
                </a:cubicBezTo>
                <a:cubicBezTo>
                  <a:pt x="45925" y="37090"/>
                  <a:pt x="43335" y="40238"/>
                  <a:pt x="41303" y="43681"/>
                </a:cubicBezTo>
                <a:cubicBezTo>
                  <a:pt x="40620" y="44829"/>
                  <a:pt x="40000" y="46039"/>
                  <a:pt x="39457" y="47233"/>
                </a:cubicBezTo>
                <a:cubicBezTo>
                  <a:pt x="39721" y="45387"/>
                  <a:pt x="39907" y="43573"/>
                  <a:pt x="40047" y="41711"/>
                </a:cubicBezTo>
                <a:cubicBezTo>
                  <a:pt x="40124" y="41680"/>
                  <a:pt x="40186" y="41649"/>
                  <a:pt x="40233" y="41587"/>
                </a:cubicBezTo>
                <a:cubicBezTo>
                  <a:pt x="40357" y="41479"/>
                  <a:pt x="40465" y="41339"/>
                  <a:pt x="40574" y="41231"/>
                </a:cubicBezTo>
                <a:lnTo>
                  <a:pt x="40589" y="41200"/>
                </a:lnTo>
                <a:cubicBezTo>
                  <a:pt x="42916" y="38625"/>
                  <a:pt x="45041" y="35895"/>
                  <a:pt x="46964" y="32995"/>
                </a:cubicBezTo>
                <a:cubicBezTo>
                  <a:pt x="49027" y="29878"/>
                  <a:pt x="50826" y="26528"/>
                  <a:pt x="52004" y="22976"/>
                </a:cubicBezTo>
                <a:cubicBezTo>
                  <a:pt x="52625" y="21115"/>
                  <a:pt x="53075" y="19192"/>
                  <a:pt x="53245" y="17237"/>
                </a:cubicBezTo>
                <a:cubicBezTo>
                  <a:pt x="53277" y="16985"/>
                  <a:pt x="53052" y="16833"/>
                  <a:pt x="52832" y="16833"/>
                </a:cubicBezTo>
                <a:cubicBezTo>
                  <a:pt x="52727" y="16833"/>
                  <a:pt x="52622" y="16867"/>
                  <a:pt x="52547" y="16943"/>
                </a:cubicBezTo>
                <a:cubicBezTo>
                  <a:pt x="49988" y="19455"/>
                  <a:pt x="47646" y="22185"/>
                  <a:pt x="45692" y="25163"/>
                </a:cubicBezTo>
                <a:cubicBezTo>
                  <a:pt x="43722" y="28141"/>
                  <a:pt x="42156" y="31367"/>
                  <a:pt x="41132" y="34779"/>
                </a:cubicBezTo>
                <a:cubicBezTo>
                  <a:pt x="40745" y="36112"/>
                  <a:pt x="40434" y="37446"/>
                  <a:pt x="40202" y="38796"/>
                </a:cubicBezTo>
                <a:cubicBezTo>
                  <a:pt x="40279" y="36857"/>
                  <a:pt x="40279" y="34903"/>
                  <a:pt x="40248" y="32949"/>
                </a:cubicBezTo>
                <a:cubicBezTo>
                  <a:pt x="40264" y="32918"/>
                  <a:pt x="40264" y="32886"/>
                  <a:pt x="40264" y="32871"/>
                </a:cubicBezTo>
                <a:cubicBezTo>
                  <a:pt x="41179" y="30576"/>
                  <a:pt x="41768" y="28172"/>
                  <a:pt x="42001" y="25737"/>
                </a:cubicBezTo>
                <a:cubicBezTo>
                  <a:pt x="42218" y="23457"/>
                  <a:pt x="42063" y="21177"/>
                  <a:pt x="41644" y="18943"/>
                </a:cubicBezTo>
                <a:cubicBezTo>
                  <a:pt x="41194" y="16710"/>
                  <a:pt x="40434" y="14539"/>
                  <a:pt x="39473" y="12491"/>
                </a:cubicBezTo>
                <a:cubicBezTo>
                  <a:pt x="38480" y="10382"/>
                  <a:pt x="37255" y="8381"/>
                  <a:pt x="35875" y="6474"/>
                </a:cubicBezTo>
                <a:cubicBezTo>
                  <a:pt x="34432" y="4488"/>
                  <a:pt x="32835" y="2612"/>
                  <a:pt x="31144" y="797"/>
                </a:cubicBezTo>
                <a:cubicBezTo>
                  <a:pt x="30942" y="565"/>
                  <a:pt x="30725" y="363"/>
                  <a:pt x="30508" y="130"/>
                </a:cubicBezTo>
                <a:cubicBezTo>
                  <a:pt x="30425" y="39"/>
                  <a:pt x="30329" y="0"/>
                  <a:pt x="3023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3" name="Google Shape;733;p73"/>
          <p:cNvSpPr txBox="1">
            <a:spLocks/>
          </p:cNvSpPr>
          <p:nvPr/>
        </p:nvSpPr>
        <p:spPr>
          <a:xfrm>
            <a:off x="2093985" y="1891010"/>
            <a:ext cx="42840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IN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stainability Guide for Business by Slidesgo">
  <a:themeElements>
    <a:clrScheme name="Simple Light">
      <a:dk1>
        <a:srgbClr val="2D3517"/>
      </a:dk1>
      <a:lt1>
        <a:srgbClr val="50583C"/>
      </a:lt1>
      <a:dk2>
        <a:srgbClr val="F6F9F3"/>
      </a:dk2>
      <a:lt2>
        <a:srgbClr val="98A284"/>
      </a:lt2>
      <a:accent1>
        <a:srgbClr val="9EB86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D351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2503</Words>
  <Application>Microsoft Office PowerPoint</Application>
  <PresentationFormat>On-screen Show (16:9)</PresentationFormat>
  <Paragraphs>433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Bebas Neue</vt:lpstr>
      <vt:lpstr>Playfair Display Medium</vt:lpstr>
      <vt:lpstr>Nunito Light</vt:lpstr>
      <vt:lpstr>Arial</vt:lpstr>
      <vt:lpstr>Karla</vt:lpstr>
      <vt:lpstr>Playfair Display</vt:lpstr>
      <vt:lpstr>Karla Medium</vt:lpstr>
      <vt:lpstr>Sustainability Guide for Business by Slidesgo</vt:lpstr>
      <vt:lpstr>RKV ResiNidhi AI</vt:lpstr>
      <vt:lpstr>PowerPoint Presentation</vt:lpstr>
      <vt:lpstr>Why the current approach fails</vt:lpstr>
      <vt:lpstr>These features make the idea more than a generic credit-score or dashboard application.</vt:lpstr>
      <vt:lpstr>PowerPoint Presentation</vt:lpstr>
      <vt:lpstr>Data Layer and Privacy-by-Design</vt:lpstr>
      <vt:lpstr>Enterprise Onboarding Flow</vt:lpstr>
      <vt:lpstr>PowerPoint Presentation</vt:lpstr>
      <vt:lpstr>Cash-Flow Forecasting Engine</vt:lpstr>
      <vt:lpstr>Risk Scoring Logic — From Signal to Alert</vt:lpstr>
      <vt:lpstr>The digital twin simulates “what-if” shocks before they damage the enterprise.</vt:lpstr>
      <vt:lpstr>Risk-to-Rescue Decision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kharizma</dc:creator>
  <cp:lastModifiedBy>KHARIZMA A</cp:lastModifiedBy>
  <cp:revision>1</cp:revision>
  <dcterms:modified xsi:type="dcterms:W3CDTF">2026-07-17T18:36:00Z</dcterms:modified>
</cp:coreProperties>
</file>